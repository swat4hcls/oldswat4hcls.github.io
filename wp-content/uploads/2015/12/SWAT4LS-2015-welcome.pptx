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58" r:id="rId5"/>
    <p:sldId id="264" r:id="rId6"/>
    <p:sldId id="262" r:id="rId7"/>
    <p:sldId id="263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2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4B854-5208-4564-B622-451B3FF8E774}" type="datetimeFigureOut">
              <a:rPr lang="en-GB" smtClean="0"/>
              <a:t>07/12/15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CA1E4-5185-4F8F-B37E-9F4807765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962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9CA1E4-5185-4F8F-B37E-9F480776541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590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9CA1E4-5185-4F8F-B37E-9F480776541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313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9CA1E4-5185-4F8F-B37E-9F480776541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003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9CA1E4-5185-4F8F-B37E-9F480776541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609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9CA1E4-5185-4F8F-B37E-9F480776541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60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9CA1E4-5185-4F8F-B37E-9F480776541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399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9CA1E4-5185-4F8F-B37E-9F480776541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881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07/12/15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07/12/15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07/12/15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07/12/15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hyperlink" Target="mailto:james@factbio.com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upp@ebi.ac.uk" TargetMode="External"/><Relationship Id="rId4" Type="http://schemas.openxmlformats.org/officeDocument/2006/relationships/hyperlink" Target="https://goo.gl/X9ltHR" TargetMode="External"/><Relationship Id="rId5" Type="http://schemas.openxmlformats.org/officeDocument/2006/relationships/hyperlink" Target="http://www.swat4ls.org/workshops/cambridge2015/programme/hackathon/" TargetMode="External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are college in winter.jpg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28800"/>
            <a:ext cx="9144000" cy="2362200"/>
          </a:xfrm>
        </p:spPr>
        <p:txBody>
          <a:bodyPr>
            <a:noAutofit/>
          </a:bodyPr>
          <a:lstStyle/>
          <a:p>
            <a:r>
              <a:rPr lang="en-GB" sz="4800" dirty="0" smtClean="0">
                <a:solidFill>
                  <a:schemeClr val="bg1"/>
                </a:solidFill>
                <a:latin typeface="Arial"/>
                <a:cs typeface="Arial"/>
              </a:rPr>
              <a:t>Semantic Web Applications and Tools for Life Sciences 2015</a:t>
            </a:r>
            <a:endParaRPr lang="en-GB" sz="4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6" name="Picture 5" descr="swat_4_ls_v_3_small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228600"/>
            <a:ext cx="1438656" cy="11765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5410200"/>
            <a:ext cx="1066800" cy="8673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76600" y="5334000"/>
            <a:ext cx="28956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0" dirty="0" smtClean="0">
                <a:solidFill>
                  <a:srgbClr val="FFFFFF"/>
                </a:solidFill>
                <a:latin typeface="Arial"/>
                <a:cs typeface="Arial"/>
              </a:rPr>
              <a:t>#swat4ls</a:t>
            </a:r>
            <a:endParaRPr lang="en-US" sz="550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38440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Sponsors &amp; Supporters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733800"/>
          </a:xfrm>
        </p:spPr>
        <p:txBody>
          <a:bodyPr/>
          <a:lstStyle/>
          <a:p>
            <a:r>
              <a:rPr lang="en-GB" dirty="0" smtClean="0"/>
              <a:t>NCBO</a:t>
            </a:r>
          </a:p>
          <a:p>
            <a:r>
              <a:rPr lang="en-GB" dirty="0" smtClean="0"/>
              <a:t>Neo4J</a:t>
            </a:r>
          </a:p>
          <a:p>
            <a:r>
              <a:rPr lang="en-GB" dirty="0" smtClean="0"/>
              <a:t>EBI</a:t>
            </a:r>
          </a:p>
          <a:p>
            <a:r>
              <a:rPr lang="en-GB" dirty="0" smtClean="0"/>
              <a:t>FactBio</a:t>
            </a:r>
            <a:endParaRPr lang="en-GB" dirty="0"/>
          </a:p>
        </p:txBody>
      </p:sp>
      <p:pic>
        <p:nvPicPr>
          <p:cNvPr id="4" name="Picture 3" descr="swat4ls_bg_only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182928"/>
            <a:ext cx="9144000" cy="4675072"/>
          </a:xfrm>
          <a:prstGeom prst="rect">
            <a:avLst/>
          </a:prstGeom>
        </p:spPr>
      </p:pic>
      <p:pic>
        <p:nvPicPr>
          <p:cNvPr id="5" name="Picture 4" descr="SPNational-Center-for-Biomedical-Ontologies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" y="4267200"/>
            <a:ext cx="4245428" cy="685800"/>
          </a:xfrm>
          <a:prstGeom prst="rect">
            <a:avLst/>
          </a:prstGeom>
        </p:spPr>
      </p:pic>
      <p:pic>
        <p:nvPicPr>
          <p:cNvPr id="6" name="Picture 5" descr="neo4j-logo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1600" y="3962400"/>
            <a:ext cx="2857500" cy="1270000"/>
          </a:xfrm>
          <a:prstGeom prst="rect">
            <a:avLst/>
          </a:prstGeom>
        </p:spPr>
      </p:pic>
      <p:pic>
        <p:nvPicPr>
          <p:cNvPr id="7" name="Picture 6" descr="Ebi_official_logo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9200" y="5562600"/>
            <a:ext cx="2720558" cy="838200"/>
          </a:xfrm>
          <a:prstGeom prst="rect">
            <a:avLst/>
          </a:prstGeom>
        </p:spPr>
      </p:pic>
      <p:pic>
        <p:nvPicPr>
          <p:cNvPr id="9" name="Picture 8" descr="factbio_banner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7800" y="5562600"/>
            <a:ext cx="28575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2106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Truly </a:t>
            </a:r>
            <a:r>
              <a:rPr lang="en-US" dirty="0" smtClean="0"/>
              <a:t>International</a:t>
            </a:r>
            <a:endParaRPr lang="en-US" dirty="0"/>
          </a:p>
        </p:txBody>
      </p:sp>
      <p:pic>
        <p:nvPicPr>
          <p:cNvPr id="4" name="Content Placeholder 3" descr="swat4ls_2015_map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5" b="8135"/>
          <a:stretch>
            <a:fillRect/>
          </a:stretch>
        </p:blipFill>
        <p:spPr>
          <a:xfrm>
            <a:off x="228600" y="1447800"/>
            <a:ext cx="8728975" cy="4800600"/>
          </a:xfrm>
        </p:spPr>
      </p:pic>
    </p:spTree>
    <p:extLst>
      <p:ext uri="{BB962C8B-B14F-4D97-AF65-F5344CB8AC3E}">
        <p14:creationId xmlns:p14="http://schemas.microsoft.com/office/powerpoint/2010/main" val="35364127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at4ls_bg_only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182928"/>
            <a:ext cx="9144000" cy="46750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SWAT4LS this Year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First time as a two day conference.</a:t>
            </a:r>
          </a:p>
          <a:p>
            <a:r>
              <a:rPr lang="en-GB" dirty="0" smtClean="0"/>
              <a:t>Attenders:</a:t>
            </a:r>
          </a:p>
          <a:p>
            <a:pPr lvl="1"/>
            <a:r>
              <a:rPr lang="en-GB" dirty="0" smtClean="0"/>
              <a:t>100 at the conference;</a:t>
            </a:r>
          </a:p>
          <a:p>
            <a:pPr lvl="1"/>
            <a:r>
              <a:rPr lang="en-GB" dirty="0" smtClean="0"/>
              <a:t>66 at the tutorials;</a:t>
            </a:r>
          </a:p>
          <a:p>
            <a:pPr lvl="2"/>
            <a:r>
              <a:rPr lang="en-GB" dirty="0" smtClean="0"/>
              <a:t>59 at the Hackathon.</a:t>
            </a:r>
          </a:p>
          <a:p>
            <a:pPr lvl="2">
              <a:buFont typeface="Arial" charset="0"/>
              <a:buChar char="•"/>
            </a:pPr>
            <a:r>
              <a:rPr lang="en-GB" dirty="0" smtClean="0"/>
              <a:t>submissions:</a:t>
            </a:r>
          </a:p>
          <a:p>
            <a:pPr lvl="3">
              <a:buFont typeface="Arial" charset="0"/>
              <a:buChar char="•"/>
            </a:pPr>
            <a:r>
              <a:rPr lang="en-GB" dirty="0" smtClean="0"/>
              <a:t>52 papers and demos</a:t>
            </a:r>
          </a:p>
          <a:p>
            <a:pPr lvl="3">
              <a:buFont typeface="Arial" charset="0"/>
              <a:buChar char="•"/>
            </a:pPr>
            <a:r>
              <a:rPr lang="en-GB" dirty="0" smtClean="0"/>
              <a:t>33 Posters</a:t>
            </a:r>
            <a:endParaRPr lang="en-GB" dirty="0"/>
          </a:p>
          <a:p>
            <a:pPr lvl="3">
              <a:buFont typeface="Arial" charset="0"/>
              <a:buChar char="•"/>
            </a:pPr>
            <a:r>
              <a:rPr lang="en-GB" dirty="0" smtClean="0"/>
              <a:t>54% acceptance rate for papers.</a:t>
            </a:r>
          </a:p>
          <a:p>
            <a:pPr>
              <a:buFont typeface="Arial" charset="0"/>
              <a:buChar char="•"/>
            </a:pPr>
            <a:r>
              <a:rPr lang="en-GB" dirty="0" smtClean="0"/>
              <a:t>Thanks to the PC and the authors</a:t>
            </a:r>
          </a:p>
          <a:p>
            <a:pPr>
              <a:buFont typeface="Arial" charset="0"/>
              <a:buChar char="•"/>
            </a:pPr>
            <a:r>
              <a:rPr lang="en-GB" dirty="0" smtClean="0"/>
              <a:t>If you don’t intend to go to dinner can you tell us (email </a:t>
            </a:r>
            <a:r>
              <a:rPr lang="en-GB" dirty="0" smtClean="0">
                <a:hlinkClick r:id="rId4"/>
              </a:rPr>
              <a:t>james@factbio.com</a:t>
            </a:r>
            <a:r>
              <a:rPr lang="en-GB" dirty="0" smtClean="0"/>
              <a:t> </a:t>
            </a:r>
            <a:r>
              <a:rPr lang="en-GB" smtClean="0"/>
              <a:t>or tell him)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62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wat4ls_bg_only.png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182928"/>
            <a:ext cx="9144000" cy="46750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Hackathon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There is a </a:t>
            </a:r>
            <a:r>
              <a:rPr lang="en-US" dirty="0" err="1" smtClean="0"/>
              <a:t>hackathon</a:t>
            </a:r>
            <a:r>
              <a:rPr lang="en-US" dirty="0" smtClean="0"/>
              <a:t> Thursday </a:t>
            </a:r>
            <a:r>
              <a:rPr lang="en-US" dirty="0" err="1" smtClean="0"/>
              <a:t>organised</a:t>
            </a:r>
            <a:r>
              <a:rPr lang="en-US" dirty="0" smtClean="0"/>
              <a:t> by Simon </a:t>
            </a:r>
            <a:r>
              <a:rPr lang="en-US" dirty="0" err="1" smtClean="0"/>
              <a:t>Jupp</a:t>
            </a:r>
            <a:r>
              <a:rPr lang="en-US" dirty="0" smtClean="0"/>
              <a:t> </a:t>
            </a:r>
            <a:r>
              <a:rPr lang="en-US" dirty="0" smtClean="0">
                <a:hlinkClick r:id="rId3"/>
              </a:rPr>
              <a:t>jupp@ebi.ac.uk</a:t>
            </a:r>
            <a:endParaRPr lang="en-US" dirty="0" smtClean="0"/>
          </a:p>
          <a:p>
            <a:r>
              <a:rPr lang="en-US" dirty="0" smtClean="0"/>
              <a:t>Bus leaves at 8:30am sharp outside entrance to Clare College Conferencing (here)</a:t>
            </a:r>
          </a:p>
          <a:p>
            <a:r>
              <a:rPr lang="en-US" dirty="0" smtClean="0"/>
              <a:t>If you have ideas, topics you want to work on or </a:t>
            </a:r>
            <a:r>
              <a:rPr lang="en-US" dirty="0"/>
              <a:t>data please see: </a:t>
            </a:r>
            <a:r>
              <a:rPr lang="en-US" dirty="0">
                <a:hlinkClick r:id="rId4"/>
              </a:rPr>
              <a:t>https://goo.gl/</a:t>
            </a:r>
            <a:r>
              <a:rPr lang="en-US" dirty="0" smtClean="0">
                <a:hlinkClick r:id="rId4"/>
              </a:rPr>
              <a:t>X9ltHR</a:t>
            </a:r>
            <a:endParaRPr lang="en-US" dirty="0" smtClean="0"/>
          </a:p>
          <a:p>
            <a:r>
              <a:rPr lang="en-US" dirty="0" smtClean="0"/>
              <a:t>Or the main swat4ls </a:t>
            </a:r>
            <a:r>
              <a:rPr lang="en-US" dirty="0" err="1" smtClean="0"/>
              <a:t>hackathon</a:t>
            </a:r>
            <a:r>
              <a:rPr lang="en-US" dirty="0"/>
              <a:t> webpage: </a:t>
            </a:r>
            <a:r>
              <a:rPr lang="en-US" dirty="0">
                <a:hlinkClick r:id="rId5"/>
              </a:rPr>
              <a:t>http://www.swat4ls.org/workshops/cambridge2015/programme/hackathon</a:t>
            </a:r>
            <a:r>
              <a:rPr lang="en-US" dirty="0" smtClean="0">
                <a:hlinkClick r:id="rId5"/>
              </a:rPr>
              <a:t>/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2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Prizes!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 best paper prize – </a:t>
            </a:r>
            <a:r>
              <a:rPr lang="en-GB" dirty="0" err="1" smtClean="0"/>
              <a:t>iPad</a:t>
            </a:r>
            <a:r>
              <a:rPr lang="en-GB" dirty="0" smtClean="0"/>
              <a:t> mini first author (or other presenter) &amp; certificate</a:t>
            </a:r>
          </a:p>
          <a:p>
            <a:r>
              <a:rPr lang="en-GB" dirty="0" smtClean="0"/>
              <a:t>A best poster prize – similarly </a:t>
            </a:r>
            <a:r>
              <a:rPr lang="en-GB" dirty="0" err="1" smtClean="0"/>
              <a:t>iPad</a:t>
            </a:r>
            <a:r>
              <a:rPr lang="en-GB" dirty="0" smtClean="0"/>
              <a:t> mini &amp; certificate</a:t>
            </a:r>
          </a:p>
          <a:p>
            <a:r>
              <a:rPr lang="en-GB" dirty="0" smtClean="0"/>
              <a:t>Final judging during the conference</a:t>
            </a:r>
          </a:p>
          <a:p>
            <a:r>
              <a:rPr lang="en-GB" dirty="0" smtClean="0"/>
              <a:t>Announced at closing ceremony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3276600" y="3626760"/>
            <a:ext cx="2438400" cy="322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77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wat4ls_bg_only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182928"/>
            <a:ext cx="9144000" cy="46750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Organisers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General Chair: Andrea </a:t>
            </a:r>
            <a:r>
              <a:rPr lang="en-GB" dirty="0" err="1" smtClean="0"/>
              <a:t>Splendiani</a:t>
            </a:r>
            <a:endParaRPr lang="en-GB" dirty="0" smtClean="0"/>
          </a:p>
          <a:p>
            <a:r>
              <a:rPr lang="en-GB" dirty="0" smtClean="0"/>
              <a:t>Scientific Chairs: </a:t>
            </a:r>
            <a:r>
              <a:rPr lang="en-GB" dirty="0"/>
              <a:t>J</a:t>
            </a:r>
            <a:r>
              <a:rPr lang="en-GB" dirty="0" smtClean="0"/>
              <a:t>ames Malone and Robert Stevens</a:t>
            </a:r>
          </a:p>
          <a:p>
            <a:r>
              <a:rPr lang="en-GB" dirty="0" smtClean="0"/>
              <a:t>Local Chair: James Malone</a:t>
            </a:r>
          </a:p>
          <a:p>
            <a:r>
              <a:rPr lang="en-GB" dirty="0"/>
              <a:t>Industry Chair: Kerstin </a:t>
            </a:r>
            <a:r>
              <a:rPr lang="en-GB" dirty="0" smtClean="0"/>
              <a:t>Forsberg</a:t>
            </a:r>
          </a:p>
          <a:p>
            <a:r>
              <a:rPr lang="en-GB" dirty="0" smtClean="0"/>
              <a:t>Tutorial Chair: M Scott Marshall</a:t>
            </a:r>
          </a:p>
          <a:p>
            <a:r>
              <a:rPr lang="en-GB" dirty="0" err="1"/>
              <a:t>Hackathon</a:t>
            </a:r>
            <a:r>
              <a:rPr lang="en-GB" dirty="0"/>
              <a:t> Chair: Simon </a:t>
            </a:r>
            <a:r>
              <a:rPr lang="en-GB" dirty="0" err="1" smtClean="0"/>
              <a:t>Jupp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9912850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wat4ls_bg_only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182928"/>
            <a:ext cx="9144000" cy="46750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Thanks go to…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Authors and attenders at the various SWAT4LS events</a:t>
            </a:r>
          </a:p>
          <a:p>
            <a:r>
              <a:rPr lang="en-GB" dirty="0" smtClean="0"/>
              <a:t>Our sponsors</a:t>
            </a:r>
          </a:p>
          <a:p>
            <a:r>
              <a:rPr lang="en-GB" dirty="0" smtClean="0"/>
              <a:t>Our PC</a:t>
            </a:r>
          </a:p>
          <a:p>
            <a:r>
              <a:rPr lang="en-GB" dirty="0" smtClean="0"/>
              <a:t>The EBI and FactBio</a:t>
            </a:r>
          </a:p>
          <a:p>
            <a:r>
              <a:rPr lang="en-GB" dirty="0" smtClean="0"/>
              <a:t>Clare College</a:t>
            </a:r>
          </a:p>
          <a:p>
            <a:r>
              <a:rPr lang="en-GB" dirty="0" smtClean="0"/>
              <a:t>The SWAT4LS team</a:t>
            </a:r>
          </a:p>
          <a:p>
            <a:r>
              <a:rPr lang="en-GB" dirty="0" smtClean="0"/>
              <a:t>Especially </a:t>
            </a:r>
            <a:r>
              <a:rPr lang="en-GB" dirty="0"/>
              <a:t>J</a:t>
            </a:r>
            <a:r>
              <a:rPr lang="en-GB" dirty="0" smtClean="0"/>
              <a:t>ames Malone for being local organiser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28713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276</Words>
  <Application>Microsoft Macintosh PowerPoint</Application>
  <PresentationFormat>On-screen Show (4:3)</PresentationFormat>
  <Paragraphs>52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Semantic Web Applications and Tools for Life Sciences 2015</vt:lpstr>
      <vt:lpstr>Sponsors &amp; Supporters</vt:lpstr>
      <vt:lpstr>Truly International</vt:lpstr>
      <vt:lpstr>SWAT4LS this Year</vt:lpstr>
      <vt:lpstr>Hackathon</vt:lpstr>
      <vt:lpstr>Prizes!</vt:lpstr>
      <vt:lpstr>The Organisers</vt:lpstr>
      <vt:lpstr>Thanks go to…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Web Applications and Tools for Life Sciences 2015</dc:title>
  <dc:creator/>
  <cp:lastModifiedBy>James Malone</cp:lastModifiedBy>
  <cp:revision>34</cp:revision>
  <dcterms:created xsi:type="dcterms:W3CDTF">2006-08-16T00:00:00Z</dcterms:created>
  <dcterms:modified xsi:type="dcterms:W3CDTF">2015-12-07T11:50:55Z</dcterms:modified>
</cp:coreProperties>
</file>