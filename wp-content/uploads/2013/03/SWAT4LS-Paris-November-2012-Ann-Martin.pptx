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xls" ContentType="application/vnd.ms-excel"/>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slideLayouts/slideLayout1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slideLayouts/slideLayout19.xml" ContentType="application/vnd.openxmlformats-officedocument.presentationml.slideLayout+xml"/>
  <Override PartName="/ppt/theme/theme10.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13.xml" ContentType="application/vnd.openxmlformats-officedocument.theme+xml"/>
  <Override PartName="/ppt/slideLayouts/slideLayout42.xml" ContentType="application/vnd.openxmlformats-officedocument.presentationml.slideLayout+xml"/>
  <Override PartName="/ppt/theme/theme14.xml" ContentType="application/vnd.openxmlformats-officedocument.theme+xml"/>
  <Override PartName="/ppt/slideLayouts/slideLayout43.xml" ContentType="application/vnd.openxmlformats-officedocument.presentationml.slideLayout+xml"/>
  <Override PartName="/ppt/theme/theme15.xml" ContentType="application/vnd.openxmlformats-officedocument.theme+xml"/>
  <Override PartName="/ppt/slideLayouts/slideLayout44.xml" ContentType="application/vnd.openxmlformats-officedocument.presentationml.slideLayout+xml"/>
  <Override PartName="/ppt/theme/theme16.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17.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18.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19.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20.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21.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22.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23.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59" r:id="rId2"/>
    <p:sldMasterId id="2147483661" r:id="rId3"/>
    <p:sldMasterId id="2147483676" r:id="rId4"/>
    <p:sldMasterId id="2147483679" r:id="rId5"/>
    <p:sldMasterId id="2147483681" r:id="rId6"/>
    <p:sldMasterId id="2147483683" r:id="rId7"/>
    <p:sldMasterId id="2147483699" r:id="rId8"/>
    <p:sldMasterId id="2147483701" r:id="rId9"/>
    <p:sldMasterId id="2147483716" r:id="rId10"/>
    <p:sldMasterId id="2147483719" r:id="rId11"/>
    <p:sldMasterId id="2147483743" r:id="rId12"/>
    <p:sldMasterId id="2147483746" r:id="rId13"/>
    <p:sldMasterId id="2147483759" r:id="rId14"/>
    <p:sldMasterId id="2147483762" r:id="rId15"/>
    <p:sldMasterId id="2147483765" r:id="rId16"/>
    <p:sldMasterId id="2147483767" r:id="rId17"/>
    <p:sldMasterId id="2147483789" r:id="rId18"/>
    <p:sldMasterId id="2147483794" r:id="rId19"/>
    <p:sldMasterId id="2147483808" r:id="rId20"/>
    <p:sldMasterId id="2147483817" r:id="rId21"/>
    <p:sldMasterId id="2147483830" r:id="rId22"/>
    <p:sldMasterId id="2147483842" r:id="rId23"/>
    <p:sldMasterId id="2147483854" r:id="rId24"/>
  </p:sldMasterIdLst>
  <p:notesMasterIdLst>
    <p:notesMasterId r:id="rId62"/>
  </p:notesMasterIdLst>
  <p:handoutMasterIdLst>
    <p:handoutMasterId r:id="rId63"/>
  </p:handoutMasterIdLst>
  <p:sldIdLst>
    <p:sldId id="290" r:id="rId25"/>
    <p:sldId id="292" r:id="rId26"/>
    <p:sldId id="291" r:id="rId27"/>
    <p:sldId id="294" r:id="rId28"/>
    <p:sldId id="296" r:id="rId29"/>
    <p:sldId id="293" r:id="rId30"/>
    <p:sldId id="383" r:id="rId31"/>
    <p:sldId id="372" r:id="rId32"/>
    <p:sldId id="382" r:id="rId33"/>
    <p:sldId id="391" r:id="rId34"/>
    <p:sldId id="381" r:id="rId35"/>
    <p:sldId id="379" r:id="rId36"/>
    <p:sldId id="385" r:id="rId37"/>
    <p:sldId id="366" r:id="rId38"/>
    <p:sldId id="389" r:id="rId39"/>
    <p:sldId id="387" r:id="rId40"/>
    <p:sldId id="388" r:id="rId41"/>
    <p:sldId id="390" r:id="rId42"/>
    <p:sldId id="373" r:id="rId43"/>
    <p:sldId id="371" r:id="rId44"/>
    <p:sldId id="375" r:id="rId45"/>
    <p:sldId id="377" r:id="rId46"/>
    <p:sldId id="362" r:id="rId47"/>
    <p:sldId id="378" r:id="rId48"/>
    <p:sldId id="303" r:id="rId49"/>
    <p:sldId id="367" r:id="rId50"/>
    <p:sldId id="368" r:id="rId51"/>
    <p:sldId id="384" r:id="rId52"/>
    <p:sldId id="329" r:id="rId53"/>
    <p:sldId id="360" r:id="rId54"/>
    <p:sldId id="359" r:id="rId55"/>
    <p:sldId id="327" r:id="rId56"/>
    <p:sldId id="319" r:id="rId57"/>
    <p:sldId id="355" r:id="rId58"/>
    <p:sldId id="357" r:id="rId59"/>
    <p:sldId id="337" r:id="rId60"/>
    <p:sldId id="361" r:id="rId61"/>
  </p:sldIdLst>
  <p:sldSz cx="9144000" cy="6858000" type="screen4x3"/>
  <p:notesSz cx="6797675" cy="99282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15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7192" autoAdjust="0"/>
  </p:normalViewPr>
  <p:slideViewPr>
    <p:cSldViewPr snapToGrid="0">
      <p:cViewPr varScale="1">
        <p:scale>
          <a:sx n="72" d="100"/>
          <a:sy n="72" d="100"/>
        </p:scale>
        <p:origin x="-1326" y="-84"/>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3" d="100"/>
          <a:sy n="93" d="100"/>
        </p:scale>
        <p:origin x="-3714" y="-102"/>
      </p:cViewPr>
      <p:guideLst>
        <p:guide orient="horz" pos="3128"/>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2.xml"/><Relationship Id="rId39" Type="http://schemas.openxmlformats.org/officeDocument/2006/relationships/slide" Target="slides/slide15.xml"/><Relationship Id="rId21" Type="http://schemas.openxmlformats.org/officeDocument/2006/relationships/slideMaster" Target="slideMasters/slideMaster21.xml"/><Relationship Id="rId34" Type="http://schemas.openxmlformats.org/officeDocument/2006/relationships/slide" Target="slides/slide10.xml"/><Relationship Id="rId42" Type="http://schemas.openxmlformats.org/officeDocument/2006/relationships/slide" Target="slides/slide18.xml"/><Relationship Id="rId47" Type="http://schemas.openxmlformats.org/officeDocument/2006/relationships/slide" Target="slides/slide23.xml"/><Relationship Id="rId50" Type="http://schemas.openxmlformats.org/officeDocument/2006/relationships/slide" Target="slides/slide26.xml"/><Relationship Id="rId55" Type="http://schemas.openxmlformats.org/officeDocument/2006/relationships/slide" Target="slides/slide31.xml"/><Relationship Id="rId63" Type="http://schemas.openxmlformats.org/officeDocument/2006/relationships/handoutMaster" Target="handoutMasters/handout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5.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8.xml"/><Relationship Id="rId37" Type="http://schemas.openxmlformats.org/officeDocument/2006/relationships/slide" Target="slides/slide13.xml"/><Relationship Id="rId40" Type="http://schemas.openxmlformats.org/officeDocument/2006/relationships/slide" Target="slides/slide16.xml"/><Relationship Id="rId45" Type="http://schemas.openxmlformats.org/officeDocument/2006/relationships/slide" Target="slides/slide21.xml"/><Relationship Id="rId53" Type="http://schemas.openxmlformats.org/officeDocument/2006/relationships/slide" Target="slides/slide29.xml"/><Relationship Id="rId58" Type="http://schemas.openxmlformats.org/officeDocument/2006/relationships/slide" Target="slides/slide34.xml"/><Relationship Id="rId66"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4.xml"/><Relationship Id="rId36" Type="http://schemas.openxmlformats.org/officeDocument/2006/relationships/slide" Target="slides/slide12.xml"/><Relationship Id="rId49" Type="http://schemas.openxmlformats.org/officeDocument/2006/relationships/slide" Target="slides/slide25.xml"/><Relationship Id="rId57" Type="http://schemas.openxmlformats.org/officeDocument/2006/relationships/slide" Target="slides/slide33.xml"/><Relationship Id="rId61" Type="http://schemas.openxmlformats.org/officeDocument/2006/relationships/slide" Target="slides/slide37.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7.xml"/><Relationship Id="rId44" Type="http://schemas.openxmlformats.org/officeDocument/2006/relationships/slide" Target="slides/slide20.xml"/><Relationship Id="rId52" Type="http://schemas.openxmlformats.org/officeDocument/2006/relationships/slide" Target="slides/slide28.xml"/><Relationship Id="rId60" Type="http://schemas.openxmlformats.org/officeDocument/2006/relationships/slide" Target="slides/slide36.xml"/><Relationship Id="rId65"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3.xml"/><Relationship Id="rId30" Type="http://schemas.openxmlformats.org/officeDocument/2006/relationships/slide" Target="slides/slide6.xml"/><Relationship Id="rId35" Type="http://schemas.openxmlformats.org/officeDocument/2006/relationships/slide" Target="slides/slide11.xml"/><Relationship Id="rId43" Type="http://schemas.openxmlformats.org/officeDocument/2006/relationships/slide" Target="slides/slide19.xml"/><Relationship Id="rId48" Type="http://schemas.openxmlformats.org/officeDocument/2006/relationships/slide" Target="slides/slide24.xml"/><Relationship Id="rId56" Type="http://schemas.openxmlformats.org/officeDocument/2006/relationships/slide" Target="slides/slide32.xml"/><Relationship Id="rId64"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27.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1.xml"/><Relationship Id="rId33" Type="http://schemas.openxmlformats.org/officeDocument/2006/relationships/slide" Target="slides/slide9.xml"/><Relationship Id="rId38" Type="http://schemas.openxmlformats.org/officeDocument/2006/relationships/slide" Target="slides/slide14.xml"/><Relationship Id="rId46" Type="http://schemas.openxmlformats.org/officeDocument/2006/relationships/slide" Target="slides/slide22.xml"/><Relationship Id="rId59" Type="http://schemas.openxmlformats.org/officeDocument/2006/relationships/slide" Target="slides/slide35.xml"/><Relationship Id="rId67" Type="http://schemas.openxmlformats.org/officeDocument/2006/relationships/tableStyles" Target="tableStyles.xml"/><Relationship Id="rId20" Type="http://schemas.openxmlformats.org/officeDocument/2006/relationships/slideMaster" Target="slideMasters/slideMaster20.xml"/><Relationship Id="rId41" Type="http://schemas.openxmlformats.org/officeDocument/2006/relationships/slide" Target="slides/slide17.xml"/><Relationship Id="rId54" Type="http://schemas.openxmlformats.org/officeDocument/2006/relationships/slide" Target="slides/slide30.xml"/><Relationship Id="rId6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F9FF6E-027F-414B-889C-E04BD7EECAE5}" type="doc">
      <dgm:prSet loTypeId="urn:microsoft.com/office/officeart/2005/8/layout/funnel1" loCatId="relationship" qsTypeId="urn:microsoft.com/office/officeart/2005/8/quickstyle/simple1" qsCatId="simple" csTypeId="urn:microsoft.com/office/officeart/2005/8/colors/accent1_2" csCatId="accent1" phldr="1"/>
      <dgm:spPr/>
      <dgm:t>
        <a:bodyPr/>
        <a:lstStyle/>
        <a:p>
          <a:endParaRPr lang="en-US"/>
        </a:p>
      </dgm:t>
    </dgm:pt>
    <dgm:pt modelId="{871CF87C-294A-4FCC-B0D3-708457A54E86}">
      <dgm:prSet phldrT="[Text]"/>
      <dgm:spPr>
        <a:solidFill>
          <a:srgbClr val="FAB150"/>
        </a:solidFill>
      </dgm:spPr>
      <dgm:t>
        <a:bodyPr/>
        <a:lstStyle/>
        <a:p>
          <a:r>
            <a:rPr lang="en-US" b="1" dirty="0" smtClean="0">
              <a:solidFill>
                <a:srgbClr val="004151"/>
              </a:solidFill>
            </a:rPr>
            <a:t>347 </a:t>
          </a:r>
          <a:r>
            <a:rPr lang="en-US" b="1" dirty="0" err="1" smtClean="0">
              <a:solidFill>
                <a:srgbClr val="004151"/>
              </a:solidFill>
            </a:rPr>
            <a:t>EFPIA</a:t>
          </a:r>
          <a:r>
            <a:rPr lang="en-US" b="1" dirty="0" smtClean="0">
              <a:solidFill>
                <a:srgbClr val="004151"/>
              </a:solidFill>
            </a:rPr>
            <a:t> teams</a:t>
          </a:r>
          <a:endParaRPr lang="en-US" b="1" dirty="0">
            <a:solidFill>
              <a:srgbClr val="004151"/>
            </a:solidFill>
          </a:endParaRPr>
        </a:p>
      </dgm:t>
    </dgm:pt>
    <dgm:pt modelId="{065AF3DF-6E6A-4E09-9DC0-E3AC0A7C5DE2}" type="parTrans" cxnId="{E0E092F4-EC42-4D56-AEE1-2D76CD6BFE01}">
      <dgm:prSet/>
      <dgm:spPr/>
      <dgm:t>
        <a:bodyPr/>
        <a:lstStyle/>
        <a:p>
          <a:endParaRPr lang="en-US">
            <a:solidFill>
              <a:srgbClr val="004151"/>
            </a:solidFill>
          </a:endParaRPr>
        </a:p>
      </dgm:t>
    </dgm:pt>
    <dgm:pt modelId="{9FC8770D-38D8-455F-A57E-D5E06E2B67A6}" type="sibTrans" cxnId="{E0E092F4-EC42-4D56-AEE1-2D76CD6BFE01}">
      <dgm:prSet/>
      <dgm:spPr/>
      <dgm:t>
        <a:bodyPr/>
        <a:lstStyle/>
        <a:p>
          <a:endParaRPr lang="en-US">
            <a:solidFill>
              <a:srgbClr val="004151"/>
            </a:solidFill>
          </a:endParaRPr>
        </a:p>
      </dgm:t>
    </dgm:pt>
    <dgm:pt modelId="{8DA1C395-0CAB-4CCC-BC02-A471FBDD9BF5}">
      <dgm:prSet phldrT="[Text]"/>
      <dgm:spPr>
        <a:solidFill>
          <a:srgbClr val="66BC29"/>
        </a:solidFill>
      </dgm:spPr>
      <dgm:t>
        <a:bodyPr/>
        <a:lstStyle/>
        <a:p>
          <a:r>
            <a:rPr lang="en-US" b="1" dirty="0" smtClean="0">
              <a:solidFill>
                <a:srgbClr val="004151"/>
              </a:solidFill>
            </a:rPr>
            <a:t>514 Academic &amp; research teams</a:t>
          </a:r>
          <a:endParaRPr lang="en-US" b="1" dirty="0">
            <a:solidFill>
              <a:srgbClr val="004151"/>
            </a:solidFill>
          </a:endParaRPr>
        </a:p>
      </dgm:t>
    </dgm:pt>
    <dgm:pt modelId="{B68B8593-1EFB-4958-ABEC-9BC22291969B}" type="parTrans" cxnId="{512BFDF9-63EB-4E9C-9719-3813379522D8}">
      <dgm:prSet/>
      <dgm:spPr/>
      <dgm:t>
        <a:bodyPr/>
        <a:lstStyle/>
        <a:p>
          <a:endParaRPr lang="en-US">
            <a:solidFill>
              <a:srgbClr val="004151"/>
            </a:solidFill>
          </a:endParaRPr>
        </a:p>
      </dgm:t>
    </dgm:pt>
    <dgm:pt modelId="{38DAA8B2-3750-48F4-A209-6D9E30B9F094}" type="sibTrans" cxnId="{512BFDF9-63EB-4E9C-9719-3813379522D8}">
      <dgm:prSet/>
      <dgm:spPr/>
      <dgm:t>
        <a:bodyPr/>
        <a:lstStyle/>
        <a:p>
          <a:endParaRPr lang="en-US">
            <a:solidFill>
              <a:srgbClr val="004151"/>
            </a:solidFill>
          </a:endParaRPr>
        </a:p>
      </dgm:t>
    </dgm:pt>
    <dgm:pt modelId="{55C0F340-F834-49C9-A68F-16A64E99ECF2}">
      <dgm:prSet phldrT="[Text]"/>
      <dgm:spPr>
        <a:solidFill>
          <a:srgbClr val="01B787"/>
        </a:solidFill>
      </dgm:spPr>
      <dgm:t>
        <a:bodyPr/>
        <a:lstStyle/>
        <a:p>
          <a:r>
            <a:rPr lang="en-US" b="1" dirty="0" smtClean="0">
              <a:solidFill>
                <a:srgbClr val="004151"/>
              </a:solidFill>
            </a:rPr>
            <a:t>91 </a:t>
          </a:r>
          <a:r>
            <a:rPr lang="en-US" b="1" dirty="0" err="1" smtClean="0">
              <a:solidFill>
                <a:srgbClr val="004151"/>
              </a:solidFill>
            </a:rPr>
            <a:t>SMEs</a:t>
          </a:r>
          <a:endParaRPr lang="en-US" b="1" dirty="0">
            <a:solidFill>
              <a:srgbClr val="004151"/>
            </a:solidFill>
          </a:endParaRPr>
        </a:p>
      </dgm:t>
    </dgm:pt>
    <dgm:pt modelId="{5310E6BA-9170-4192-9677-43D77430ABBB}" type="parTrans" cxnId="{3251B25F-CB58-4574-977A-F370BB6690F0}">
      <dgm:prSet/>
      <dgm:spPr/>
      <dgm:t>
        <a:bodyPr/>
        <a:lstStyle/>
        <a:p>
          <a:endParaRPr lang="en-US">
            <a:solidFill>
              <a:srgbClr val="004151"/>
            </a:solidFill>
          </a:endParaRPr>
        </a:p>
      </dgm:t>
    </dgm:pt>
    <dgm:pt modelId="{09F338F8-8186-46A9-900F-499E10E98DBB}" type="sibTrans" cxnId="{3251B25F-CB58-4574-977A-F370BB6690F0}">
      <dgm:prSet/>
      <dgm:spPr/>
      <dgm:t>
        <a:bodyPr/>
        <a:lstStyle/>
        <a:p>
          <a:endParaRPr lang="en-US">
            <a:solidFill>
              <a:srgbClr val="004151"/>
            </a:solidFill>
          </a:endParaRPr>
        </a:p>
      </dgm:t>
    </dgm:pt>
    <dgm:pt modelId="{E9DFC87B-EC82-4156-8873-77699D651920}">
      <dgm:prSet phldrT="[Text]" custT="1"/>
      <dgm:spPr/>
      <dgm:t>
        <a:bodyPr/>
        <a:lstStyle/>
        <a:p>
          <a:endParaRPr lang="en-US" sz="7200" dirty="0">
            <a:solidFill>
              <a:srgbClr val="004151"/>
            </a:solidFill>
          </a:endParaRPr>
        </a:p>
      </dgm:t>
    </dgm:pt>
    <dgm:pt modelId="{FE6358D7-0D85-4A13-B30F-2FCD66D1BA07}" type="sibTrans" cxnId="{14CC85F6-4297-4B48-B560-B733E992495B}">
      <dgm:prSet/>
      <dgm:spPr/>
      <dgm:t>
        <a:bodyPr/>
        <a:lstStyle/>
        <a:p>
          <a:endParaRPr lang="en-US">
            <a:solidFill>
              <a:srgbClr val="004151"/>
            </a:solidFill>
          </a:endParaRPr>
        </a:p>
      </dgm:t>
    </dgm:pt>
    <dgm:pt modelId="{96F158A0-9DD8-45DA-B745-6D632BFEE13A}" type="parTrans" cxnId="{14CC85F6-4297-4B48-B560-B733E992495B}">
      <dgm:prSet/>
      <dgm:spPr/>
      <dgm:t>
        <a:bodyPr/>
        <a:lstStyle/>
        <a:p>
          <a:endParaRPr lang="en-US">
            <a:solidFill>
              <a:srgbClr val="004151"/>
            </a:solidFill>
          </a:endParaRPr>
        </a:p>
      </dgm:t>
    </dgm:pt>
    <dgm:pt modelId="{F668101D-D5D7-4C28-AA3F-6CF3A11DB652}" type="pres">
      <dgm:prSet presAssocID="{82F9FF6E-027F-414B-889C-E04BD7EECAE5}" presName="Name0" presStyleCnt="0">
        <dgm:presLayoutVars>
          <dgm:chMax val="4"/>
          <dgm:resizeHandles val="exact"/>
        </dgm:presLayoutVars>
      </dgm:prSet>
      <dgm:spPr/>
      <dgm:t>
        <a:bodyPr/>
        <a:lstStyle/>
        <a:p>
          <a:endParaRPr lang="en-US"/>
        </a:p>
      </dgm:t>
    </dgm:pt>
    <dgm:pt modelId="{98E97FE8-3A36-4A9C-A66B-98985B31269E}" type="pres">
      <dgm:prSet presAssocID="{82F9FF6E-027F-414B-889C-E04BD7EECAE5}" presName="ellipse" presStyleLbl="trBgShp" presStyleIdx="0" presStyleCnt="1"/>
      <dgm:spPr/>
    </dgm:pt>
    <dgm:pt modelId="{EF50E14A-08BB-469A-A592-E1C34ACF7AA3}" type="pres">
      <dgm:prSet presAssocID="{82F9FF6E-027F-414B-889C-E04BD7EECAE5}" presName="arrow1" presStyleLbl="fgShp" presStyleIdx="0" presStyleCnt="1" custScaleY="231929" custLinFactNeighborX="-620" custLinFactNeighborY="76753"/>
      <dgm:spPr>
        <a:solidFill>
          <a:srgbClr val="B4DADE"/>
        </a:solidFill>
      </dgm:spPr>
      <dgm:t>
        <a:bodyPr/>
        <a:lstStyle/>
        <a:p>
          <a:endParaRPr lang="en-US"/>
        </a:p>
      </dgm:t>
    </dgm:pt>
    <dgm:pt modelId="{A791DDA0-0F59-403B-9A56-9856D949D85C}" type="pres">
      <dgm:prSet presAssocID="{82F9FF6E-027F-414B-889C-E04BD7EECAE5}" presName="rectangle" presStyleLbl="revTx" presStyleIdx="0" presStyleCnt="1" custScaleX="247216" custLinFactNeighborX="-134" custLinFactNeighborY="4199">
        <dgm:presLayoutVars>
          <dgm:bulletEnabled val="1"/>
        </dgm:presLayoutVars>
      </dgm:prSet>
      <dgm:spPr/>
      <dgm:t>
        <a:bodyPr/>
        <a:lstStyle/>
        <a:p>
          <a:endParaRPr lang="en-US"/>
        </a:p>
      </dgm:t>
    </dgm:pt>
    <dgm:pt modelId="{18F3EB7E-3DAF-4951-91A6-919FEB38DF81}" type="pres">
      <dgm:prSet presAssocID="{8DA1C395-0CAB-4CCC-BC02-A471FBDD9BF5}" presName="item1" presStyleLbl="node1" presStyleIdx="0" presStyleCnt="3" custScaleX="81641" custScaleY="75879" custLinFactNeighborX="-16558" custLinFactNeighborY="-70057">
        <dgm:presLayoutVars>
          <dgm:bulletEnabled val="1"/>
        </dgm:presLayoutVars>
      </dgm:prSet>
      <dgm:spPr/>
      <dgm:t>
        <a:bodyPr/>
        <a:lstStyle/>
        <a:p>
          <a:endParaRPr lang="en-US"/>
        </a:p>
      </dgm:t>
    </dgm:pt>
    <dgm:pt modelId="{47F391AF-ACC3-4BBE-9196-2CF858A98E99}" type="pres">
      <dgm:prSet presAssocID="{55C0F340-F834-49C9-A68F-16A64E99ECF2}" presName="item2" presStyleLbl="node1" presStyleIdx="1" presStyleCnt="3" custScaleX="96680" custScaleY="94301" custLinFactNeighborX="-12772" custLinFactNeighborY="-34965">
        <dgm:presLayoutVars>
          <dgm:bulletEnabled val="1"/>
        </dgm:presLayoutVars>
      </dgm:prSet>
      <dgm:spPr/>
      <dgm:t>
        <a:bodyPr/>
        <a:lstStyle/>
        <a:p>
          <a:endParaRPr lang="en-US"/>
        </a:p>
      </dgm:t>
    </dgm:pt>
    <dgm:pt modelId="{FD45C33C-1626-4F35-B2FE-D87C840494FA}" type="pres">
      <dgm:prSet presAssocID="{E9DFC87B-EC82-4156-8873-77699D651920}" presName="item3" presStyleLbl="node1" presStyleIdx="2" presStyleCnt="3" custScaleX="92596" custScaleY="91818" custLinFactNeighborX="21432" custLinFactNeighborY="-11413">
        <dgm:presLayoutVars>
          <dgm:bulletEnabled val="1"/>
        </dgm:presLayoutVars>
      </dgm:prSet>
      <dgm:spPr/>
      <dgm:t>
        <a:bodyPr/>
        <a:lstStyle/>
        <a:p>
          <a:endParaRPr lang="en-US"/>
        </a:p>
      </dgm:t>
    </dgm:pt>
    <dgm:pt modelId="{B06483FC-2D67-47E7-A1A2-099B59A25391}" type="pres">
      <dgm:prSet presAssocID="{82F9FF6E-027F-414B-889C-E04BD7EECAE5}" presName="funnel" presStyleLbl="trAlignAcc1" presStyleIdx="0" presStyleCnt="1" custScaleX="148036" custScaleY="105409" custLinFactNeighborX="-120" custLinFactNeighborY="3588"/>
      <dgm:spPr>
        <a:ln>
          <a:solidFill>
            <a:srgbClr val="8CADD4"/>
          </a:solidFill>
        </a:ln>
      </dgm:spPr>
      <dgm:t>
        <a:bodyPr/>
        <a:lstStyle/>
        <a:p>
          <a:endParaRPr lang="en-US"/>
        </a:p>
      </dgm:t>
    </dgm:pt>
  </dgm:ptLst>
  <dgm:cxnLst>
    <dgm:cxn modelId="{14CC85F6-4297-4B48-B560-B733E992495B}" srcId="{82F9FF6E-027F-414B-889C-E04BD7EECAE5}" destId="{E9DFC87B-EC82-4156-8873-77699D651920}" srcOrd="3" destOrd="0" parTransId="{96F158A0-9DD8-45DA-B745-6D632BFEE13A}" sibTransId="{FE6358D7-0D85-4A13-B30F-2FCD66D1BA07}"/>
    <dgm:cxn modelId="{F8F06557-FB96-4638-A358-B9EEEAA8BB43}" type="presOf" srcId="{82F9FF6E-027F-414B-889C-E04BD7EECAE5}" destId="{F668101D-D5D7-4C28-AA3F-6CF3A11DB652}" srcOrd="0" destOrd="0" presId="urn:microsoft.com/office/officeart/2005/8/layout/funnel1"/>
    <dgm:cxn modelId="{C1C0245D-2012-497A-98A2-B82C48818340}" type="presOf" srcId="{871CF87C-294A-4FCC-B0D3-708457A54E86}" destId="{FD45C33C-1626-4F35-B2FE-D87C840494FA}" srcOrd="0" destOrd="0" presId="urn:microsoft.com/office/officeart/2005/8/layout/funnel1"/>
    <dgm:cxn modelId="{FD1F2104-65B2-4032-B1C8-D58837027D4F}" type="presOf" srcId="{E9DFC87B-EC82-4156-8873-77699D651920}" destId="{A791DDA0-0F59-403B-9A56-9856D949D85C}" srcOrd="0" destOrd="0" presId="urn:microsoft.com/office/officeart/2005/8/layout/funnel1"/>
    <dgm:cxn modelId="{94E6B6FE-82CB-430F-963E-F272AC1F8F22}" type="presOf" srcId="{8DA1C395-0CAB-4CCC-BC02-A471FBDD9BF5}" destId="{47F391AF-ACC3-4BBE-9196-2CF858A98E99}" srcOrd="0" destOrd="0" presId="urn:microsoft.com/office/officeart/2005/8/layout/funnel1"/>
    <dgm:cxn modelId="{5DF35DEF-5C92-43C1-9995-91CC4E986047}" type="presOf" srcId="{55C0F340-F834-49C9-A68F-16A64E99ECF2}" destId="{18F3EB7E-3DAF-4951-91A6-919FEB38DF81}" srcOrd="0" destOrd="0" presId="urn:microsoft.com/office/officeart/2005/8/layout/funnel1"/>
    <dgm:cxn modelId="{E0E092F4-EC42-4D56-AEE1-2D76CD6BFE01}" srcId="{82F9FF6E-027F-414B-889C-E04BD7EECAE5}" destId="{871CF87C-294A-4FCC-B0D3-708457A54E86}" srcOrd="0" destOrd="0" parTransId="{065AF3DF-6E6A-4E09-9DC0-E3AC0A7C5DE2}" sibTransId="{9FC8770D-38D8-455F-A57E-D5E06E2B67A6}"/>
    <dgm:cxn modelId="{512BFDF9-63EB-4E9C-9719-3813379522D8}" srcId="{82F9FF6E-027F-414B-889C-E04BD7EECAE5}" destId="{8DA1C395-0CAB-4CCC-BC02-A471FBDD9BF5}" srcOrd="1" destOrd="0" parTransId="{B68B8593-1EFB-4958-ABEC-9BC22291969B}" sibTransId="{38DAA8B2-3750-48F4-A209-6D9E30B9F094}"/>
    <dgm:cxn modelId="{3251B25F-CB58-4574-977A-F370BB6690F0}" srcId="{82F9FF6E-027F-414B-889C-E04BD7EECAE5}" destId="{55C0F340-F834-49C9-A68F-16A64E99ECF2}" srcOrd="2" destOrd="0" parTransId="{5310E6BA-9170-4192-9677-43D77430ABBB}" sibTransId="{09F338F8-8186-46A9-900F-499E10E98DBB}"/>
    <dgm:cxn modelId="{CCC86E97-5201-451F-992B-1C9309E3A5DF}" type="presParOf" srcId="{F668101D-D5D7-4C28-AA3F-6CF3A11DB652}" destId="{98E97FE8-3A36-4A9C-A66B-98985B31269E}" srcOrd="0" destOrd="0" presId="urn:microsoft.com/office/officeart/2005/8/layout/funnel1"/>
    <dgm:cxn modelId="{31A909F2-B6FC-4B7A-8595-B3AD39D8ED07}" type="presParOf" srcId="{F668101D-D5D7-4C28-AA3F-6CF3A11DB652}" destId="{EF50E14A-08BB-469A-A592-E1C34ACF7AA3}" srcOrd="1" destOrd="0" presId="urn:microsoft.com/office/officeart/2005/8/layout/funnel1"/>
    <dgm:cxn modelId="{CAF5109C-D53A-405D-9B43-8DB0A6DF4DDF}" type="presParOf" srcId="{F668101D-D5D7-4C28-AA3F-6CF3A11DB652}" destId="{A791DDA0-0F59-403B-9A56-9856D949D85C}" srcOrd="2" destOrd="0" presId="urn:microsoft.com/office/officeart/2005/8/layout/funnel1"/>
    <dgm:cxn modelId="{62DFB96D-8FE3-4B70-B6A4-DF58C2C4485E}" type="presParOf" srcId="{F668101D-D5D7-4C28-AA3F-6CF3A11DB652}" destId="{18F3EB7E-3DAF-4951-91A6-919FEB38DF81}" srcOrd="3" destOrd="0" presId="urn:microsoft.com/office/officeart/2005/8/layout/funnel1"/>
    <dgm:cxn modelId="{DEDA00B6-B4E6-4017-B37E-388CBA1001EC}" type="presParOf" srcId="{F668101D-D5D7-4C28-AA3F-6CF3A11DB652}" destId="{47F391AF-ACC3-4BBE-9196-2CF858A98E99}" srcOrd="4" destOrd="0" presId="urn:microsoft.com/office/officeart/2005/8/layout/funnel1"/>
    <dgm:cxn modelId="{04D8A1FD-4B46-4FA6-83F8-8F05E7C7A7E3}" type="presParOf" srcId="{F668101D-D5D7-4C28-AA3F-6CF3A11DB652}" destId="{FD45C33C-1626-4F35-B2FE-D87C840494FA}" srcOrd="5" destOrd="0" presId="urn:microsoft.com/office/officeart/2005/8/layout/funnel1"/>
    <dgm:cxn modelId="{0F28EB97-3082-4FAF-928F-06E8CDB25CDF}" type="presParOf" srcId="{F668101D-D5D7-4C28-AA3F-6CF3A11DB652}" destId="{B06483FC-2D67-47E7-A1A2-099B59A25391}"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DDCAC6-0E7C-4C5A-94DB-5451990C0AC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633ADF0C-A472-4125-A125-C2B0683AFF5C}">
      <dgm:prSet/>
      <dgm:spPr>
        <a:xfrm>
          <a:off x="0" y="448"/>
          <a:ext cx="1448994" cy="847940"/>
        </a:xfrm>
        <a:noFill/>
        <a:ln>
          <a:noFill/>
        </a:ln>
        <a:effectLst/>
      </dgm:spPr>
      <dgm:t>
        <a:bodyPr/>
        <a:lstStyle/>
        <a:p>
          <a:r>
            <a:rPr lang="en-US" b="1" dirty="0" smtClean="0">
              <a:solidFill>
                <a:srgbClr val="00446A"/>
              </a:solidFill>
              <a:latin typeface="Calibri" pitchFamily="34" charset="0"/>
              <a:ea typeface="+mn-ea"/>
              <a:cs typeface="Calibri" pitchFamily="34" charset="0"/>
            </a:rPr>
            <a:t>Schizophrenia Depression</a:t>
          </a:r>
        </a:p>
      </dgm:t>
    </dgm:pt>
    <dgm:pt modelId="{36D719EC-A936-47B2-9D08-B031D57DB8DE}" type="parTrans" cxnId="{C49ED2A3-30BD-49A7-9BE1-F8A443DFB0B8}">
      <dgm:prSet/>
      <dgm:spPr/>
      <dgm:t>
        <a:bodyPr/>
        <a:lstStyle/>
        <a:p>
          <a:endParaRPr lang="en-US"/>
        </a:p>
      </dgm:t>
    </dgm:pt>
    <dgm:pt modelId="{9429D210-1DC1-4040-B462-7878A1D5D9C2}" type="sibTrans" cxnId="{C49ED2A3-30BD-49A7-9BE1-F8A443DFB0B8}">
      <dgm:prSet/>
      <dgm:spPr/>
      <dgm:t>
        <a:bodyPr/>
        <a:lstStyle/>
        <a:p>
          <a:endParaRPr lang="en-US"/>
        </a:p>
      </dgm:t>
    </dgm:pt>
    <dgm:pt modelId="{DF635A55-E1CF-4699-94F6-8A0421D61B14}">
      <dgm:prSet/>
      <dgm:spPr>
        <a:xfrm>
          <a:off x="7592" y="1449400"/>
          <a:ext cx="1448994" cy="847940"/>
        </a:xfrm>
        <a:noFill/>
        <a:ln>
          <a:noFill/>
        </a:ln>
        <a:effectLst/>
      </dgm:spPr>
      <dgm:t>
        <a:bodyPr/>
        <a:lstStyle/>
        <a:p>
          <a:r>
            <a:rPr lang="en-US" b="1" dirty="0" smtClean="0">
              <a:solidFill>
                <a:srgbClr val="00446A"/>
              </a:solidFill>
              <a:latin typeface="Calibri" pitchFamily="34" charset="0"/>
              <a:ea typeface="+mn-ea"/>
              <a:cs typeface="Calibri" pitchFamily="34" charset="0"/>
            </a:rPr>
            <a:t>Chronic Pain</a:t>
          </a:r>
        </a:p>
      </dgm:t>
    </dgm:pt>
    <dgm:pt modelId="{16D7390F-734C-464B-A350-EFC4C31C38D4}" type="parTrans" cxnId="{100089B9-D63C-4E7B-B937-5444CCAA53C4}">
      <dgm:prSet/>
      <dgm:spPr/>
      <dgm:t>
        <a:bodyPr/>
        <a:lstStyle/>
        <a:p>
          <a:endParaRPr lang="en-US"/>
        </a:p>
      </dgm:t>
    </dgm:pt>
    <dgm:pt modelId="{EE41517A-8D85-4629-A085-BB07B2A060D5}" type="sibTrans" cxnId="{100089B9-D63C-4E7B-B937-5444CCAA53C4}">
      <dgm:prSet/>
      <dgm:spPr/>
      <dgm:t>
        <a:bodyPr/>
        <a:lstStyle/>
        <a:p>
          <a:endParaRPr lang="en-US"/>
        </a:p>
      </dgm:t>
    </dgm:pt>
    <dgm:pt modelId="{6C0A721E-1715-498D-A8B7-5548861F52CD}">
      <dgm:prSet custT="1"/>
      <dgm:spPr>
        <a:xfrm>
          <a:off x="1557668" y="43935"/>
          <a:ext cx="5687301" cy="394159"/>
        </a:xfrm>
        <a:noFill/>
        <a:ln>
          <a:noFill/>
        </a:ln>
        <a:effectLst/>
      </dgm:spPr>
      <dgm:t>
        <a:bodyPr anchor="ctr"/>
        <a:lstStyle/>
        <a:p>
          <a:r>
            <a:rPr lang="en-GB" sz="1200" dirty="0" smtClean="0">
              <a:solidFill>
                <a:srgbClr val="00446A"/>
              </a:solidFill>
              <a:latin typeface="Calibri" pitchFamily="34" charset="0"/>
              <a:ea typeface="+mn-ea"/>
              <a:cs typeface="Calibri" pitchFamily="34" charset="0"/>
            </a:rPr>
            <a:t>combined data analysis of 23,401 schizophrenia patients</a:t>
          </a:r>
          <a:endParaRPr lang="en-US" sz="1200" b="1" dirty="0" smtClean="0">
            <a:solidFill>
              <a:srgbClr val="00446A"/>
            </a:solidFill>
            <a:latin typeface="Calibri" pitchFamily="34" charset="0"/>
            <a:ea typeface="+mn-ea"/>
            <a:cs typeface="Calibri" pitchFamily="34" charset="0"/>
          </a:endParaRPr>
        </a:p>
      </dgm:t>
    </dgm:pt>
    <dgm:pt modelId="{390CEF72-4D2D-4127-82FC-BDE7553524E6}" type="parTrans" cxnId="{ECCA5CBE-6422-4656-9DA3-FC0BDC8C5313}">
      <dgm:prSet/>
      <dgm:spPr/>
      <dgm:t>
        <a:bodyPr/>
        <a:lstStyle/>
        <a:p>
          <a:endParaRPr lang="en-US"/>
        </a:p>
      </dgm:t>
    </dgm:pt>
    <dgm:pt modelId="{DA02021A-E7CF-425F-BBD1-ADDDCFB647FB}" type="sibTrans" cxnId="{ECCA5CBE-6422-4656-9DA3-FC0BDC8C5313}">
      <dgm:prSet/>
      <dgm:spPr/>
      <dgm:t>
        <a:bodyPr/>
        <a:lstStyle/>
        <a:p>
          <a:endParaRPr lang="en-US"/>
        </a:p>
      </dgm:t>
    </dgm:pt>
    <dgm:pt modelId="{62BAC223-BC82-4660-B25B-6A300917137B}">
      <dgm:prSet custT="1"/>
      <dgm:spPr>
        <a:xfrm>
          <a:off x="1557668" y="434023"/>
          <a:ext cx="5687301" cy="394159"/>
        </a:xfrm>
        <a:noFill/>
        <a:ln>
          <a:noFill/>
        </a:ln>
        <a:effectLst/>
      </dgm:spPr>
      <dgm:t>
        <a:bodyPr anchor="ctr"/>
        <a:lstStyle/>
        <a:p>
          <a:r>
            <a:rPr lang="en-GB" sz="1200" dirty="0" smtClean="0">
              <a:solidFill>
                <a:srgbClr val="00446A"/>
              </a:solidFill>
              <a:latin typeface="Calibri" pitchFamily="34" charset="0"/>
              <a:ea typeface="+mn-ea"/>
              <a:cs typeface="Calibri" pitchFamily="34" charset="0"/>
            </a:rPr>
            <a:t>combined genetic data analysis on 2146 DNA samples</a:t>
          </a:r>
          <a:endParaRPr lang="en-US" sz="1200" b="1" dirty="0" smtClean="0">
            <a:solidFill>
              <a:srgbClr val="00446A"/>
            </a:solidFill>
            <a:latin typeface="Calibri" pitchFamily="34" charset="0"/>
            <a:ea typeface="+mn-ea"/>
            <a:cs typeface="Calibri" pitchFamily="34" charset="0"/>
          </a:endParaRPr>
        </a:p>
      </dgm:t>
    </dgm:pt>
    <dgm:pt modelId="{391D3E39-4E46-4BEA-B203-EB70B2B82333}" type="parTrans" cxnId="{8258EC1E-9F25-4F13-8355-EFFA1029D73F}">
      <dgm:prSet/>
      <dgm:spPr/>
      <dgm:t>
        <a:bodyPr/>
        <a:lstStyle/>
        <a:p>
          <a:endParaRPr lang="en-US"/>
        </a:p>
      </dgm:t>
    </dgm:pt>
    <dgm:pt modelId="{7D8134C9-82CC-47F8-846D-6FB8C4797B8B}" type="sibTrans" cxnId="{8258EC1E-9F25-4F13-8355-EFFA1029D73F}">
      <dgm:prSet/>
      <dgm:spPr/>
      <dgm:t>
        <a:bodyPr/>
        <a:lstStyle/>
        <a:p>
          <a:endParaRPr lang="en-US"/>
        </a:p>
      </dgm:t>
    </dgm:pt>
    <dgm:pt modelId="{7221A4E9-A5B4-445C-86E8-181A512893DE}">
      <dgm:prSet custT="1"/>
      <dgm:spPr>
        <a:xfrm>
          <a:off x="1557668" y="1568026"/>
          <a:ext cx="5687301" cy="386999"/>
        </a:xfrm>
        <a:noFill/>
        <a:ln>
          <a:noFill/>
        </a:ln>
        <a:effectLst/>
      </dgm:spPr>
      <dgm:t>
        <a:bodyPr anchor="ctr"/>
        <a:lstStyle/>
        <a:p>
          <a:r>
            <a:rPr lang="en-US" sz="1200" dirty="0" smtClean="0">
              <a:solidFill>
                <a:srgbClr val="00446A"/>
              </a:solidFill>
              <a:latin typeface="Calibri" pitchFamily="34" charset="0"/>
              <a:ea typeface="+mn-ea"/>
              <a:cs typeface="Calibri" pitchFamily="34" charset="0"/>
            </a:rPr>
            <a:t>pooled data from 43 past trials to understand the pain medicines mechanism of action and factors important in placebo response </a:t>
          </a:r>
          <a:endParaRPr lang="en-US" sz="1200" b="1" dirty="0" smtClean="0">
            <a:solidFill>
              <a:srgbClr val="00446A"/>
            </a:solidFill>
            <a:latin typeface="Calibri" pitchFamily="34" charset="0"/>
            <a:ea typeface="+mn-ea"/>
            <a:cs typeface="Calibri" pitchFamily="34" charset="0"/>
          </a:endParaRPr>
        </a:p>
      </dgm:t>
    </dgm:pt>
    <dgm:pt modelId="{1CA097DB-900B-4013-B8E1-5858170254B0}" type="parTrans" cxnId="{A1FD8322-F94C-49D2-89CB-0FC254365149}">
      <dgm:prSet/>
      <dgm:spPr/>
      <dgm:t>
        <a:bodyPr/>
        <a:lstStyle/>
        <a:p>
          <a:endParaRPr lang="en-US"/>
        </a:p>
      </dgm:t>
    </dgm:pt>
    <dgm:pt modelId="{CE3F7CDF-2538-4BE6-9647-FF1A5D7C1BD3}" type="sibTrans" cxnId="{A1FD8322-F94C-49D2-89CB-0FC254365149}">
      <dgm:prSet/>
      <dgm:spPr/>
      <dgm:t>
        <a:bodyPr/>
        <a:lstStyle/>
        <a:p>
          <a:endParaRPr lang="en-US"/>
        </a:p>
      </dgm:t>
    </dgm:pt>
    <dgm:pt modelId="{A572EAE4-B9EC-49D1-A8AC-216599A113DD}">
      <dgm:prSet custT="1"/>
      <dgm:spPr>
        <a:xfrm>
          <a:off x="7592" y="2123130"/>
          <a:ext cx="1448994" cy="637345"/>
        </a:xfrm>
        <a:noFill/>
        <a:ln>
          <a:noFill/>
        </a:ln>
        <a:effectLst/>
      </dgm:spPr>
      <dgm:t>
        <a:bodyPr anchor="t"/>
        <a:lstStyle/>
        <a:p>
          <a:r>
            <a:rPr lang="en-US" sz="1700" b="1" dirty="0" smtClean="0">
              <a:solidFill>
                <a:srgbClr val="00446A"/>
              </a:solidFill>
              <a:latin typeface="Calibri" pitchFamily="34" charset="0"/>
              <a:ea typeface="+mn-ea"/>
              <a:cs typeface="Calibri" pitchFamily="34" charset="0"/>
            </a:rPr>
            <a:t>Safety</a:t>
          </a:r>
        </a:p>
      </dgm:t>
    </dgm:pt>
    <dgm:pt modelId="{CBAF6A02-0A80-45CD-BA8C-401407C06F87}" type="parTrans" cxnId="{E299E34C-1A41-4F09-89F7-F42FE5A00E13}">
      <dgm:prSet/>
      <dgm:spPr/>
      <dgm:t>
        <a:bodyPr/>
        <a:lstStyle/>
        <a:p>
          <a:endParaRPr lang="en-US"/>
        </a:p>
      </dgm:t>
    </dgm:pt>
    <dgm:pt modelId="{FEC48262-D736-4389-9419-BD146081CA19}" type="sibTrans" cxnId="{E299E34C-1A41-4F09-89F7-F42FE5A00E13}">
      <dgm:prSet/>
      <dgm:spPr/>
      <dgm:t>
        <a:bodyPr/>
        <a:lstStyle/>
        <a:p>
          <a:endParaRPr lang="en-US"/>
        </a:p>
      </dgm:t>
    </dgm:pt>
    <dgm:pt modelId="{EC1636DB-B32C-4F97-947A-194DAF718F05}">
      <dgm:prSet custT="1"/>
      <dgm:spPr>
        <a:xfrm>
          <a:off x="1550104" y="2330952"/>
          <a:ext cx="5687301" cy="427642"/>
        </a:xfrm>
        <a:noFill/>
        <a:ln>
          <a:noFill/>
        </a:ln>
        <a:effectLst/>
      </dgm:spPr>
      <dgm:t>
        <a:bodyPr anchor="ctr"/>
        <a:lstStyle/>
        <a:p>
          <a:r>
            <a:rPr lang="en-GB" sz="1200" b="0" dirty="0" smtClean="0">
              <a:solidFill>
                <a:srgbClr val="00446A"/>
              </a:solidFill>
              <a:latin typeface="Calibri" pitchFamily="34" charset="0"/>
              <a:ea typeface="+mn-ea"/>
              <a:cs typeface="Calibri" pitchFamily="34" charset="0"/>
            </a:rPr>
            <a:t>building a toxicology information database utilising toxicology legacy reports to develop better in </a:t>
          </a:r>
          <a:r>
            <a:rPr lang="en-GB" sz="1200" b="0" dirty="0" err="1" smtClean="0">
              <a:solidFill>
                <a:srgbClr val="00446A"/>
              </a:solidFill>
              <a:latin typeface="Calibri" pitchFamily="34" charset="0"/>
              <a:ea typeface="+mn-ea"/>
              <a:cs typeface="Calibri" pitchFamily="34" charset="0"/>
            </a:rPr>
            <a:t>silico</a:t>
          </a:r>
          <a:r>
            <a:rPr lang="en-GB" sz="1200" b="0" dirty="0" smtClean="0">
              <a:solidFill>
                <a:srgbClr val="00446A"/>
              </a:solidFill>
              <a:latin typeface="Calibri" pitchFamily="34" charset="0"/>
              <a:ea typeface="+mn-ea"/>
              <a:cs typeface="Calibri" pitchFamily="34" charset="0"/>
            </a:rPr>
            <a:t> tools for toxicology prediction of new chemical entities (1274 reports extracted so far, 2092 were cleared, 3564 are planned in total)</a:t>
          </a:r>
          <a:endParaRPr lang="en-US" sz="1200" b="0" dirty="0" smtClean="0">
            <a:solidFill>
              <a:srgbClr val="00446A"/>
            </a:solidFill>
            <a:latin typeface="Calibri" pitchFamily="34" charset="0"/>
            <a:ea typeface="+mn-ea"/>
            <a:cs typeface="Calibri" pitchFamily="34" charset="0"/>
          </a:endParaRPr>
        </a:p>
      </dgm:t>
    </dgm:pt>
    <dgm:pt modelId="{ACA45EFA-4259-4DDB-9AF3-D6E21B3F1116}" type="parTrans" cxnId="{2955F91E-CE68-4EB2-B619-4D79033DA64E}">
      <dgm:prSet/>
      <dgm:spPr/>
      <dgm:t>
        <a:bodyPr/>
        <a:lstStyle/>
        <a:p>
          <a:endParaRPr lang="en-US"/>
        </a:p>
      </dgm:t>
    </dgm:pt>
    <dgm:pt modelId="{42A90C6E-FAFF-43BC-A386-26F243782984}" type="sibTrans" cxnId="{2955F91E-CE68-4EB2-B619-4D79033DA64E}">
      <dgm:prSet/>
      <dgm:spPr/>
      <dgm:t>
        <a:bodyPr/>
        <a:lstStyle/>
        <a:p>
          <a:endParaRPr lang="en-US"/>
        </a:p>
      </dgm:t>
    </dgm:pt>
    <dgm:pt modelId="{19D90F55-98A0-4274-B4CA-D9379A0D190C}">
      <dgm:prSet custT="1"/>
      <dgm:spPr>
        <a:xfrm>
          <a:off x="1550104" y="2916228"/>
          <a:ext cx="5687301" cy="405085"/>
        </a:xfrm>
        <a:noFill/>
        <a:ln>
          <a:noFill/>
        </a:ln>
        <a:effectLst/>
      </dgm:spPr>
      <dgm:t>
        <a:bodyPr anchor="ctr"/>
        <a:lstStyle/>
        <a:p>
          <a:r>
            <a:rPr lang="en-US" sz="1200" b="0" dirty="0" smtClean="0">
              <a:solidFill>
                <a:srgbClr val="00446A"/>
              </a:solidFill>
              <a:latin typeface="Calibri" pitchFamily="34" charset="0"/>
              <a:ea typeface="+mn-ea"/>
              <a:cs typeface="Calibri" pitchFamily="34" charset="0"/>
            </a:rPr>
            <a:t>exploited </a:t>
          </a:r>
          <a:r>
            <a:rPr lang="en-US" sz="1200" b="0" dirty="0" err="1" smtClean="0">
              <a:solidFill>
                <a:srgbClr val="00446A"/>
              </a:solidFill>
              <a:latin typeface="Calibri" pitchFamily="34" charset="0"/>
              <a:ea typeface="+mn-ea"/>
              <a:cs typeface="Calibri" pitchFamily="34" charset="0"/>
            </a:rPr>
            <a:t>EFPIA</a:t>
          </a:r>
          <a:r>
            <a:rPr lang="en-US" sz="1200" b="0" dirty="0" smtClean="0">
              <a:solidFill>
                <a:srgbClr val="00446A"/>
              </a:solidFill>
              <a:latin typeface="Calibri" pitchFamily="34" charset="0"/>
              <a:ea typeface="+mn-ea"/>
              <a:cs typeface="Calibri" pitchFamily="34" charset="0"/>
            </a:rPr>
            <a:t> in vivo mouse and rat toxicology studies, tissue archives and molecular profiling data for &gt;30 reference compounds  to study NGC, </a:t>
          </a:r>
          <a:r>
            <a:rPr lang="en-US" sz="1200" b="0" dirty="0" err="1" smtClean="0">
              <a:solidFill>
                <a:srgbClr val="00446A"/>
              </a:solidFill>
              <a:latin typeface="Calibri" pitchFamily="34" charset="0"/>
              <a:ea typeface="+mn-ea"/>
              <a:cs typeface="Calibri" pitchFamily="34" charset="0"/>
            </a:rPr>
            <a:t>genotoxic</a:t>
          </a:r>
          <a:r>
            <a:rPr lang="en-US" sz="1200" b="0" dirty="0" smtClean="0">
              <a:solidFill>
                <a:srgbClr val="00446A"/>
              </a:solidFill>
              <a:latin typeface="Calibri" pitchFamily="34" charset="0"/>
              <a:ea typeface="+mn-ea"/>
              <a:cs typeface="Calibri" pitchFamily="34" charset="0"/>
            </a:rPr>
            <a:t> carcinogens and non-</a:t>
          </a:r>
          <a:r>
            <a:rPr lang="en-US" sz="1200" b="0" dirty="0" err="1" smtClean="0">
              <a:solidFill>
                <a:srgbClr val="00446A"/>
              </a:solidFill>
              <a:latin typeface="Calibri" pitchFamily="34" charset="0"/>
              <a:ea typeface="+mn-ea"/>
              <a:cs typeface="Calibri" pitchFamily="34" charset="0"/>
            </a:rPr>
            <a:t>hepatocarcinogen</a:t>
          </a:r>
          <a:r>
            <a:rPr lang="en-US" sz="1200" b="0" dirty="0" smtClean="0">
              <a:solidFill>
                <a:srgbClr val="00446A"/>
              </a:solidFill>
              <a:latin typeface="Calibri" pitchFamily="34" charset="0"/>
              <a:ea typeface="+mn-ea"/>
              <a:cs typeface="Calibri" pitchFamily="34" charset="0"/>
            </a:rPr>
            <a:t> controls</a:t>
          </a:r>
        </a:p>
      </dgm:t>
    </dgm:pt>
    <dgm:pt modelId="{34EB8687-C8B4-40F2-9EEC-956EED387116}" type="parTrans" cxnId="{ECA9FADC-B375-4EE6-8BCE-3C23E0C7F3A6}">
      <dgm:prSet/>
      <dgm:spPr/>
      <dgm:t>
        <a:bodyPr/>
        <a:lstStyle/>
        <a:p>
          <a:endParaRPr lang="en-US"/>
        </a:p>
      </dgm:t>
    </dgm:pt>
    <dgm:pt modelId="{76BFF56A-9A81-4A82-BC71-605015059881}" type="sibTrans" cxnId="{ECA9FADC-B375-4EE6-8BCE-3C23E0C7F3A6}">
      <dgm:prSet/>
      <dgm:spPr/>
      <dgm:t>
        <a:bodyPr/>
        <a:lstStyle/>
        <a:p>
          <a:endParaRPr lang="en-US"/>
        </a:p>
      </dgm:t>
    </dgm:pt>
    <dgm:pt modelId="{80DF4945-9548-4900-B0E5-322FD1B16482}">
      <dgm:prSet/>
      <dgm:spPr>
        <a:xfrm>
          <a:off x="0" y="886164"/>
          <a:ext cx="1448994" cy="847940"/>
        </a:xfrm>
        <a:noFill/>
        <a:ln>
          <a:noFill/>
        </a:ln>
        <a:effectLst/>
      </dgm:spPr>
      <dgm:t>
        <a:bodyPr/>
        <a:lstStyle/>
        <a:p>
          <a:r>
            <a:rPr lang="en-US" b="1" dirty="0" smtClean="0">
              <a:solidFill>
                <a:srgbClr val="00446A"/>
              </a:solidFill>
              <a:latin typeface="Calibri" pitchFamily="34" charset="0"/>
              <a:ea typeface="+mn-ea"/>
              <a:cs typeface="Calibri" pitchFamily="34" charset="0"/>
            </a:rPr>
            <a:t>Autism</a:t>
          </a:r>
        </a:p>
      </dgm:t>
    </dgm:pt>
    <dgm:pt modelId="{6E534E93-9F24-4E14-8567-659C6A0E3A8E}" type="parTrans" cxnId="{3139081B-990E-415B-AFD3-FC35D942B9A8}">
      <dgm:prSet/>
      <dgm:spPr/>
      <dgm:t>
        <a:bodyPr/>
        <a:lstStyle/>
        <a:p>
          <a:endParaRPr lang="en-US"/>
        </a:p>
      </dgm:t>
    </dgm:pt>
    <dgm:pt modelId="{2697D6DB-C4FF-4F57-8C43-0BC886998657}" type="sibTrans" cxnId="{3139081B-990E-415B-AFD3-FC35D942B9A8}">
      <dgm:prSet/>
      <dgm:spPr/>
      <dgm:t>
        <a:bodyPr/>
        <a:lstStyle/>
        <a:p>
          <a:endParaRPr lang="en-US"/>
        </a:p>
      </dgm:t>
    </dgm:pt>
    <dgm:pt modelId="{F3663080-EAC7-4824-A90F-B62D371C81D4}">
      <dgm:prSet custT="1"/>
      <dgm:spPr>
        <a:xfrm>
          <a:off x="1557668" y="921006"/>
          <a:ext cx="5687301" cy="332206"/>
        </a:xfrm>
        <a:noFill/>
        <a:ln>
          <a:noFill/>
        </a:ln>
        <a:effectLst/>
      </dgm:spPr>
      <dgm:t>
        <a:bodyPr/>
        <a:lstStyle/>
        <a:p>
          <a:r>
            <a:rPr lang="en-GB" sz="1200" b="0" dirty="0" smtClean="0">
              <a:solidFill>
                <a:srgbClr val="00446A"/>
              </a:solidFill>
              <a:latin typeface="Calibri" pitchFamily="34" charset="0"/>
              <a:ea typeface="+mn-ea"/>
              <a:cs typeface="Calibri" pitchFamily="34" charset="0"/>
            </a:rPr>
            <a:t>sequenced 78 </a:t>
          </a:r>
          <a:r>
            <a:rPr lang="en-US" sz="1200" b="0" dirty="0" smtClean="0">
              <a:solidFill>
                <a:srgbClr val="00446A"/>
              </a:solidFill>
              <a:latin typeface="Calibri" pitchFamily="34" charset="0"/>
              <a:ea typeface="+mn-ea"/>
              <a:cs typeface="Calibri" pitchFamily="34" charset="0"/>
            </a:rPr>
            <a:t>Icelandic parent–offspring trios</a:t>
          </a:r>
          <a:r>
            <a:rPr lang="en-GB" sz="1200" b="0" dirty="0" smtClean="0">
              <a:solidFill>
                <a:srgbClr val="00446A"/>
              </a:solidFill>
              <a:latin typeface="Calibri" pitchFamily="34" charset="0"/>
              <a:ea typeface="+mn-ea"/>
              <a:cs typeface="Calibri" pitchFamily="34" charset="0"/>
            </a:rPr>
            <a:t>, a total of 219 distinct individuals (44 autistic, 21 schizophrenic offspring) and identified 4933 </a:t>
          </a:r>
          <a:r>
            <a:rPr lang="en-GB" sz="1200" b="0" i="1" dirty="0" smtClean="0">
              <a:solidFill>
                <a:srgbClr val="00446A"/>
              </a:solidFill>
              <a:latin typeface="Calibri" pitchFamily="34" charset="0"/>
              <a:ea typeface="+mn-ea"/>
              <a:cs typeface="Calibri" pitchFamily="34" charset="0"/>
            </a:rPr>
            <a:t>de novo </a:t>
          </a:r>
          <a:r>
            <a:rPr lang="en-GB" sz="1200" b="0" dirty="0" smtClean="0">
              <a:solidFill>
                <a:srgbClr val="00446A"/>
              </a:solidFill>
              <a:latin typeface="Calibri" pitchFamily="34" charset="0"/>
              <a:ea typeface="+mn-ea"/>
              <a:cs typeface="Calibri" pitchFamily="34" charset="0"/>
            </a:rPr>
            <a:t>mutations</a:t>
          </a:r>
          <a:endParaRPr lang="en-US" sz="1200" b="0" dirty="0" smtClean="0">
            <a:solidFill>
              <a:srgbClr val="00446A"/>
            </a:solidFill>
            <a:latin typeface="Calibri" pitchFamily="34" charset="0"/>
            <a:ea typeface="+mn-ea"/>
            <a:cs typeface="Calibri" pitchFamily="34" charset="0"/>
          </a:endParaRPr>
        </a:p>
      </dgm:t>
    </dgm:pt>
    <dgm:pt modelId="{B2B39B5F-FF4D-4215-8B12-D7C0C118D807}" type="parTrans" cxnId="{305BBC2A-EC5D-4E63-A225-A9F6C4906312}">
      <dgm:prSet/>
      <dgm:spPr/>
      <dgm:t>
        <a:bodyPr/>
        <a:lstStyle/>
        <a:p>
          <a:endParaRPr lang="en-US"/>
        </a:p>
      </dgm:t>
    </dgm:pt>
    <dgm:pt modelId="{37A42137-FDDA-418E-9D18-4420DAF8279F}" type="sibTrans" cxnId="{305BBC2A-EC5D-4E63-A225-A9F6C4906312}">
      <dgm:prSet/>
      <dgm:spPr/>
      <dgm:t>
        <a:bodyPr/>
        <a:lstStyle/>
        <a:p>
          <a:endParaRPr lang="en-US"/>
        </a:p>
      </dgm:t>
    </dgm:pt>
    <dgm:pt modelId="{7D4AD2D5-D47C-4E4E-AB3E-38E4AF79CC88}">
      <dgm:prSet custT="1"/>
      <dgm:spPr>
        <a:xfrm>
          <a:off x="1550104" y="2916228"/>
          <a:ext cx="5687301" cy="405085"/>
        </a:xfrm>
        <a:noFill/>
        <a:ln>
          <a:noFill/>
        </a:ln>
        <a:effectLst/>
      </dgm:spPr>
      <dgm:t>
        <a:bodyPr anchor="ctr"/>
        <a:lstStyle/>
        <a:p>
          <a:r>
            <a:rPr lang="en-US" sz="1700" b="1" dirty="0" smtClean="0">
              <a:solidFill>
                <a:srgbClr val="00446A"/>
              </a:solidFill>
              <a:latin typeface="Calibri" pitchFamily="34" charset="0"/>
              <a:ea typeface="+mn-ea"/>
              <a:cs typeface="Calibri" pitchFamily="34" charset="0"/>
            </a:rPr>
            <a:t>Knowledge Management</a:t>
          </a:r>
        </a:p>
      </dgm:t>
    </dgm:pt>
    <dgm:pt modelId="{207D8B6F-4791-4F8D-BA69-2757E4972168}" type="parTrans" cxnId="{7B9C7404-8EC3-4BFA-8EBD-917EDAB882E4}">
      <dgm:prSet/>
      <dgm:spPr/>
      <dgm:t>
        <a:bodyPr/>
        <a:lstStyle/>
        <a:p>
          <a:endParaRPr lang="nl-BE"/>
        </a:p>
      </dgm:t>
    </dgm:pt>
    <dgm:pt modelId="{C7B4B92A-7E3E-4743-817A-6C6AC2025BF8}" type="sibTrans" cxnId="{7B9C7404-8EC3-4BFA-8EBD-917EDAB882E4}">
      <dgm:prSet/>
      <dgm:spPr/>
      <dgm:t>
        <a:bodyPr/>
        <a:lstStyle/>
        <a:p>
          <a:endParaRPr lang="nl-BE"/>
        </a:p>
      </dgm:t>
    </dgm:pt>
    <dgm:pt modelId="{A14DF359-8384-46BF-9CBD-07456B61FC48}">
      <dgm:prSet custT="1"/>
      <dgm:spPr>
        <a:xfrm>
          <a:off x="1550104" y="2916228"/>
          <a:ext cx="5687301" cy="405085"/>
        </a:xfrm>
        <a:noFill/>
        <a:ln>
          <a:noFill/>
        </a:ln>
        <a:effectLst/>
      </dgm:spPr>
      <dgm:t>
        <a:bodyPr anchor="ctr"/>
        <a:lstStyle/>
        <a:p>
          <a:r>
            <a:rPr lang="en-US" sz="1200" b="0" dirty="0" smtClean="0">
              <a:solidFill>
                <a:srgbClr val="00446A"/>
              </a:solidFill>
              <a:latin typeface="Calibri" pitchFamily="34" charset="0"/>
              <a:ea typeface="+mn-ea"/>
              <a:cs typeface="Calibri" pitchFamily="34" charset="0"/>
            </a:rPr>
            <a:t>integrated 7 pharmacological information sources by providing a modular platform to query and analyze the linked data sources (&gt;450 M triples) and developed 4 example applications </a:t>
          </a:r>
        </a:p>
      </dgm:t>
    </dgm:pt>
    <dgm:pt modelId="{DEDD796A-DD03-4E98-ACC2-A30BF00CE831}" type="parTrans" cxnId="{63ADDEAB-E436-455F-B26A-94B145767AB5}">
      <dgm:prSet/>
      <dgm:spPr/>
      <dgm:t>
        <a:bodyPr/>
        <a:lstStyle/>
        <a:p>
          <a:endParaRPr lang="nl-BE"/>
        </a:p>
      </dgm:t>
    </dgm:pt>
    <dgm:pt modelId="{871BA5FE-A8E7-4077-8D52-1DC136411BD9}" type="sibTrans" cxnId="{63ADDEAB-E436-455F-B26A-94B145767AB5}">
      <dgm:prSet/>
      <dgm:spPr/>
      <dgm:t>
        <a:bodyPr/>
        <a:lstStyle/>
        <a:p>
          <a:endParaRPr lang="nl-BE"/>
        </a:p>
      </dgm:t>
    </dgm:pt>
    <dgm:pt modelId="{0B250513-462E-42F1-B48E-C34D95CD42A6}" type="pres">
      <dgm:prSet presAssocID="{C8DDCAC6-0E7C-4C5A-94DB-5451990C0AC2}" presName="vert0" presStyleCnt="0">
        <dgm:presLayoutVars>
          <dgm:dir/>
          <dgm:animOne val="branch"/>
          <dgm:animLvl val="lvl"/>
        </dgm:presLayoutVars>
      </dgm:prSet>
      <dgm:spPr/>
      <dgm:t>
        <a:bodyPr/>
        <a:lstStyle/>
        <a:p>
          <a:endParaRPr lang="fr-BE"/>
        </a:p>
      </dgm:t>
    </dgm:pt>
    <dgm:pt modelId="{767B68FD-7656-44B8-8EA1-130479DE3628}" type="pres">
      <dgm:prSet presAssocID="{633ADF0C-A472-4125-A125-C2B0683AFF5C}" presName="thickLine" presStyleLbl="alignNode1" presStyleIdx="0" presStyleCnt="5"/>
      <dgm:spPr>
        <a:xfrm>
          <a:off x="0" y="448"/>
          <a:ext cx="7244970" cy="0"/>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dgm:spPr>
      <dgm:t>
        <a:bodyPr/>
        <a:lstStyle/>
        <a:p>
          <a:endParaRPr lang="en-US"/>
        </a:p>
      </dgm:t>
    </dgm:pt>
    <dgm:pt modelId="{D66640A9-D5C1-45D7-ADA2-202FC8C7691A}" type="pres">
      <dgm:prSet presAssocID="{633ADF0C-A472-4125-A125-C2B0683AFF5C}" presName="horz1" presStyleCnt="0"/>
      <dgm:spPr/>
    </dgm:pt>
    <dgm:pt modelId="{A1FA431A-142D-4C0C-A493-7DA99802B8CB}" type="pres">
      <dgm:prSet presAssocID="{633ADF0C-A472-4125-A125-C2B0683AFF5C}" presName="tx1" presStyleLbl="revTx" presStyleIdx="0" presStyleCnt="12"/>
      <dgm:spPr>
        <a:prstGeom prst="rect">
          <a:avLst/>
        </a:prstGeom>
      </dgm:spPr>
      <dgm:t>
        <a:bodyPr/>
        <a:lstStyle/>
        <a:p>
          <a:endParaRPr lang="en-US"/>
        </a:p>
      </dgm:t>
    </dgm:pt>
    <dgm:pt modelId="{3C79B374-733C-4448-BFF0-7E3923028C03}" type="pres">
      <dgm:prSet presAssocID="{633ADF0C-A472-4125-A125-C2B0683AFF5C}" presName="vert1" presStyleCnt="0"/>
      <dgm:spPr/>
    </dgm:pt>
    <dgm:pt modelId="{D9A53CC4-CED7-4025-9183-7D8F232DCB75}" type="pres">
      <dgm:prSet presAssocID="{6C0A721E-1715-498D-A8B7-5548861F52CD}" presName="vertSpace2a" presStyleCnt="0"/>
      <dgm:spPr/>
    </dgm:pt>
    <dgm:pt modelId="{AD33DC84-02B7-4E55-A155-DA4C92478EAF}" type="pres">
      <dgm:prSet presAssocID="{6C0A721E-1715-498D-A8B7-5548861F52CD}" presName="horz2" presStyleCnt="0"/>
      <dgm:spPr/>
    </dgm:pt>
    <dgm:pt modelId="{3183EC06-1419-4B18-BE77-98257EE0C4A6}" type="pres">
      <dgm:prSet presAssocID="{6C0A721E-1715-498D-A8B7-5548861F52CD}" presName="horzSpace2" presStyleCnt="0"/>
      <dgm:spPr/>
    </dgm:pt>
    <dgm:pt modelId="{DE4D72DF-C047-40FC-9F0C-56033FC6F36D}" type="pres">
      <dgm:prSet presAssocID="{6C0A721E-1715-498D-A8B7-5548861F52CD}" presName="tx2" presStyleLbl="revTx" presStyleIdx="1" presStyleCnt="12" custLinFactNeighborY="6033"/>
      <dgm:spPr>
        <a:prstGeom prst="rect">
          <a:avLst/>
        </a:prstGeom>
      </dgm:spPr>
      <dgm:t>
        <a:bodyPr/>
        <a:lstStyle/>
        <a:p>
          <a:endParaRPr lang="en-US"/>
        </a:p>
      </dgm:t>
    </dgm:pt>
    <dgm:pt modelId="{7B0E58D3-1EAE-418C-9D46-D3C721A547E8}" type="pres">
      <dgm:prSet presAssocID="{6C0A721E-1715-498D-A8B7-5548861F52CD}" presName="vert2" presStyleCnt="0"/>
      <dgm:spPr/>
    </dgm:pt>
    <dgm:pt modelId="{3EF1FD85-03FC-47D7-84BE-F011B609654C}" type="pres">
      <dgm:prSet presAssocID="{6C0A721E-1715-498D-A8B7-5548861F52CD}" presName="thinLine2b" presStyleLbl="callout" presStyleIdx="0" presStyleCnt="7"/>
      <dgm:spPr>
        <a:xfrm>
          <a:off x="1448993" y="414315"/>
          <a:ext cx="5795976" cy="0"/>
        </a:xfrm>
        <a:prstGeom prst="line">
          <a:avLst/>
        </a:prstGeom>
        <a:solidFill>
          <a:srgbClr val="4F81BD">
            <a:hueOff val="0"/>
            <a:satOff val="0"/>
            <a:lumOff val="0"/>
            <a:alphaOff val="0"/>
          </a:srgbClr>
        </a:solidFill>
        <a:ln w="25400" cap="flat" cmpd="sng" algn="ctr">
          <a:solidFill>
            <a:srgbClr val="1F497D">
              <a:lumMod val="20000"/>
              <a:lumOff val="80000"/>
            </a:srgbClr>
          </a:solidFill>
          <a:prstDash val="solid"/>
        </a:ln>
        <a:effectLst/>
      </dgm:spPr>
      <dgm:t>
        <a:bodyPr/>
        <a:lstStyle/>
        <a:p>
          <a:endParaRPr lang="en-US"/>
        </a:p>
      </dgm:t>
    </dgm:pt>
    <dgm:pt modelId="{E18E4498-23E4-46EA-9BC2-C522164336A9}" type="pres">
      <dgm:prSet presAssocID="{6C0A721E-1715-498D-A8B7-5548861F52CD}" presName="vertSpace2b" presStyleCnt="0"/>
      <dgm:spPr/>
    </dgm:pt>
    <dgm:pt modelId="{56FEEE1C-7A05-40C1-98AC-4A446A72FAF5}" type="pres">
      <dgm:prSet presAssocID="{62BAC223-BC82-4660-B25B-6A300917137B}" presName="horz2" presStyleCnt="0"/>
      <dgm:spPr/>
    </dgm:pt>
    <dgm:pt modelId="{D76E6089-9B16-4242-968F-27B83F536576}" type="pres">
      <dgm:prSet presAssocID="{62BAC223-BC82-4660-B25B-6A300917137B}" presName="horzSpace2" presStyleCnt="0"/>
      <dgm:spPr/>
    </dgm:pt>
    <dgm:pt modelId="{3B52FB8B-0C2E-4B8D-88CE-12E8189A917C}" type="pres">
      <dgm:prSet presAssocID="{62BAC223-BC82-4660-B25B-6A300917137B}" presName="tx2" presStyleLbl="revTx" presStyleIdx="2" presStyleCnt="12"/>
      <dgm:spPr>
        <a:prstGeom prst="rect">
          <a:avLst/>
        </a:prstGeom>
      </dgm:spPr>
      <dgm:t>
        <a:bodyPr/>
        <a:lstStyle/>
        <a:p>
          <a:endParaRPr lang="en-US"/>
        </a:p>
      </dgm:t>
    </dgm:pt>
    <dgm:pt modelId="{AA9E50AF-1DA5-4F4F-B7D7-756EA05D3549}" type="pres">
      <dgm:prSet presAssocID="{62BAC223-BC82-4660-B25B-6A300917137B}" presName="vert2" presStyleCnt="0"/>
      <dgm:spPr/>
    </dgm:pt>
    <dgm:pt modelId="{694E3DCB-79AB-41E5-86B1-663A8833A877}" type="pres">
      <dgm:prSet presAssocID="{62BAC223-BC82-4660-B25B-6A300917137B}" presName="thinLine2b" presStyleLbl="callout" presStyleIdx="1" presStyleCnt="7" custLinFactY="123523" custLinFactNeighborY="200000"/>
      <dgm:spPr>
        <a:xfrm>
          <a:off x="1448993" y="912067"/>
          <a:ext cx="5795976" cy="0"/>
        </a:xfrm>
        <a:prstGeom prst="line">
          <a:avLst/>
        </a:prstGeom>
        <a:solidFill>
          <a:srgbClr val="4F81BD">
            <a:hueOff val="0"/>
            <a:satOff val="0"/>
            <a:lumOff val="0"/>
            <a:alphaOff val="0"/>
          </a:srgbClr>
        </a:solidFill>
        <a:ln w="25400" cap="flat" cmpd="sng" algn="ctr">
          <a:solidFill>
            <a:srgbClr val="4F81BD">
              <a:tint val="50000"/>
              <a:hueOff val="0"/>
              <a:satOff val="0"/>
              <a:lumOff val="0"/>
              <a:alphaOff val="0"/>
            </a:srgbClr>
          </a:solidFill>
          <a:prstDash val="solid"/>
        </a:ln>
        <a:effectLst/>
      </dgm:spPr>
      <dgm:t>
        <a:bodyPr/>
        <a:lstStyle/>
        <a:p>
          <a:endParaRPr lang="en-US"/>
        </a:p>
      </dgm:t>
    </dgm:pt>
    <dgm:pt modelId="{5BA367F6-0E56-44A7-838C-F84D46C992AD}" type="pres">
      <dgm:prSet presAssocID="{62BAC223-BC82-4660-B25B-6A300917137B}" presName="vertSpace2b" presStyleCnt="0"/>
      <dgm:spPr/>
    </dgm:pt>
    <dgm:pt modelId="{0E20AC57-729E-482C-8B5E-6EA5BE65195E}" type="pres">
      <dgm:prSet presAssocID="{80DF4945-9548-4900-B0E5-322FD1B16482}" presName="thickLine" presStyleLbl="alignNode1" presStyleIdx="1" presStyleCnt="5" custLinFactNeighborY="7128"/>
      <dgm:spPr>
        <a:xfrm>
          <a:off x="0" y="908829"/>
          <a:ext cx="7244970" cy="0"/>
        </a:xfrm>
        <a:prstGeom prst="line">
          <a:avLst/>
        </a:prstGeom>
        <a:solidFill>
          <a:srgbClr val="4F81BD">
            <a:hueOff val="0"/>
            <a:satOff val="0"/>
            <a:lumOff val="0"/>
            <a:alphaOff val="0"/>
          </a:srgbClr>
        </a:solidFill>
        <a:ln w="38100" cap="flat" cmpd="sng" algn="ctr">
          <a:solidFill>
            <a:srgbClr val="1F497D">
              <a:lumMod val="20000"/>
              <a:lumOff val="80000"/>
            </a:srgbClr>
          </a:solidFill>
          <a:prstDash val="solid"/>
        </a:ln>
        <a:effectLst/>
      </dgm:spPr>
      <dgm:t>
        <a:bodyPr/>
        <a:lstStyle/>
        <a:p>
          <a:endParaRPr lang="en-US"/>
        </a:p>
      </dgm:t>
    </dgm:pt>
    <dgm:pt modelId="{AF83BB9B-0886-4C68-B104-27E7744F94AC}" type="pres">
      <dgm:prSet presAssocID="{80DF4945-9548-4900-B0E5-322FD1B16482}" presName="horz1" presStyleCnt="0"/>
      <dgm:spPr/>
    </dgm:pt>
    <dgm:pt modelId="{A060E55B-4442-4654-ABE7-A34496760524}" type="pres">
      <dgm:prSet presAssocID="{80DF4945-9548-4900-B0E5-322FD1B16482}" presName="tx1" presStyleLbl="revTx" presStyleIdx="3" presStyleCnt="12" custLinFactNeighborY="4455"/>
      <dgm:spPr>
        <a:prstGeom prst="rect">
          <a:avLst/>
        </a:prstGeom>
      </dgm:spPr>
      <dgm:t>
        <a:bodyPr/>
        <a:lstStyle/>
        <a:p>
          <a:endParaRPr lang="fr-BE"/>
        </a:p>
      </dgm:t>
    </dgm:pt>
    <dgm:pt modelId="{AA09DAE4-9271-4125-9CCA-E31848E077A1}" type="pres">
      <dgm:prSet presAssocID="{80DF4945-9548-4900-B0E5-322FD1B16482}" presName="vert1" presStyleCnt="0"/>
      <dgm:spPr/>
    </dgm:pt>
    <dgm:pt modelId="{29BD2FD0-76F3-4194-9A59-E8477B2DE4DC}" type="pres">
      <dgm:prSet presAssocID="{F3663080-EAC7-4824-A90F-B62D371C81D4}" presName="vertSpace2a" presStyleCnt="0"/>
      <dgm:spPr/>
    </dgm:pt>
    <dgm:pt modelId="{7F090167-5D49-4EAC-BF65-F4CB1E281BB8}" type="pres">
      <dgm:prSet presAssocID="{F3663080-EAC7-4824-A90F-B62D371C81D4}" presName="horz2" presStyleCnt="0"/>
      <dgm:spPr/>
    </dgm:pt>
    <dgm:pt modelId="{F337D34C-605F-4E75-B428-50E9D32AD770}" type="pres">
      <dgm:prSet presAssocID="{F3663080-EAC7-4824-A90F-B62D371C81D4}" presName="horzSpace2" presStyleCnt="0"/>
      <dgm:spPr/>
    </dgm:pt>
    <dgm:pt modelId="{579E67C8-0896-40C6-9D30-DB06C388539F}" type="pres">
      <dgm:prSet presAssocID="{F3663080-EAC7-4824-A90F-B62D371C81D4}" presName="tx2" presStyleLbl="revTx" presStyleIdx="4" presStyleCnt="12" custScaleY="39178" custLinFactNeighborY="3564"/>
      <dgm:spPr>
        <a:prstGeom prst="rect">
          <a:avLst/>
        </a:prstGeom>
      </dgm:spPr>
      <dgm:t>
        <a:bodyPr/>
        <a:lstStyle/>
        <a:p>
          <a:endParaRPr lang="en-US"/>
        </a:p>
      </dgm:t>
    </dgm:pt>
    <dgm:pt modelId="{1E3CB121-A29C-440F-B0C9-785C5DC6986F}" type="pres">
      <dgm:prSet presAssocID="{F3663080-EAC7-4824-A90F-B62D371C81D4}" presName="vert2" presStyleCnt="0"/>
      <dgm:spPr/>
    </dgm:pt>
    <dgm:pt modelId="{23B5975F-A7D3-4107-BF25-0638F25AF59C}" type="pres">
      <dgm:prSet presAssocID="{F3663080-EAC7-4824-A90F-B62D371C81D4}" presName="thinLine2b" presStyleLbl="callout" presStyleIdx="2" presStyleCnt="7" custLinFactY="300000" custLinFactNeighborY="355329"/>
      <dgm:spPr>
        <a:xfrm>
          <a:off x="1448993" y="1481640"/>
          <a:ext cx="5795976" cy="0"/>
        </a:xfrm>
        <a:prstGeom prst="line">
          <a:avLst/>
        </a:prstGeom>
        <a:solidFill>
          <a:srgbClr val="4F81BD">
            <a:hueOff val="0"/>
            <a:satOff val="0"/>
            <a:lumOff val="0"/>
            <a:alphaOff val="0"/>
          </a:srgbClr>
        </a:solidFill>
        <a:ln w="25400" cap="flat" cmpd="sng" algn="ctr">
          <a:solidFill>
            <a:srgbClr val="4F81BD">
              <a:tint val="50000"/>
              <a:hueOff val="0"/>
              <a:satOff val="0"/>
              <a:lumOff val="0"/>
              <a:alphaOff val="0"/>
            </a:srgbClr>
          </a:solidFill>
          <a:prstDash val="solid"/>
        </a:ln>
        <a:effectLst/>
      </dgm:spPr>
      <dgm:t>
        <a:bodyPr/>
        <a:lstStyle/>
        <a:p>
          <a:endParaRPr lang="en-US"/>
        </a:p>
      </dgm:t>
    </dgm:pt>
    <dgm:pt modelId="{4FBBE6A7-F02F-4EF6-B78B-D8B4F4DE72C7}" type="pres">
      <dgm:prSet presAssocID="{F3663080-EAC7-4824-A90F-B62D371C81D4}" presName="vertSpace2b" presStyleCnt="0"/>
      <dgm:spPr/>
    </dgm:pt>
    <dgm:pt modelId="{6FF23903-C5F9-4B83-B904-317784A8EB7E}" type="pres">
      <dgm:prSet presAssocID="{DF635A55-E1CF-4699-94F6-8A0421D61B14}" presName="thickLine" presStyleLbl="alignNode1" presStyleIdx="2" presStyleCnt="5" custLinFactNeighborX="-447" custLinFactNeighborY="-26445"/>
      <dgm:spPr>
        <a:xfrm>
          <a:off x="0" y="1472090"/>
          <a:ext cx="7244970" cy="0"/>
        </a:xfrm>
        <a:prstGeom prst="line">
          <a:avLst/>
        </a:prstGeom>
        <a:solidFill>
          <a:srgbClr val="4F81BD">
            <a:hueOff val="0"/>
            <a:satOff val="0"/>
            <a:lumOff val="0"/>
            <a:alphaOff val="0"/>
          </a:srgbClr>
        </a:solidFill>
        <a:ln w="38100" cap="flat" cmpd="sng" algn="ctr">
          <a:solidFill>
            <a:srgbClr val="1F497D">
              <a:lumMod val="20000"/>
              <a:lumOff val="80000"/>
            </a:srgbClr>
          </a:solidFill>
          <a:prstDash val="solid"/>
        </a:ln>
        <a:effectLst/>
      </dgm:spPr>
      <dgm:t>
        <a:bodyPr/>
        <a:lstStyle/>
        <a:p>
          <a:endParaRPr lang="en-US"/>
        </a:p>
      </dgm:t>
    </dgm:pt>
    <dgm:pt modelId="{5F8050B3-CAB4-433A-8C2A-06611600B29F}" type="pres">
      <dgm:prSet presAssocID="{DF635A55-E1CF-4699-94F6-8A0421D61B14}" presName="horz1" presStyleCnt="0"/>
      <dgm:spPr/>
    </dgm:pt>
    <dgm:pt modelId="{6A8D9F99-D43F-4B78-84C2-22A4695A376C}" type="pres">
      <dgm:prSet presAssocID="{DF635A55-E1CF-4699-94F6-8A0421D61B14}" presName="tx1" presStyleLbl="revTx" presStyleIdx="5" presStyleCnt="12" custLinFactNeighborX="131" custLinFactNeighborY="-29121"/>
      <dgm:spPr>
        <a:prstGeom prst="rect">
          <a:avLst/>
        </a:prstGeom>
      </dgm:spPr>
      <dgm:t>
        <a:bodyPr/>
        <a:lstStyle/>
        <a:p>
          <a:endParaRPr lang="fr-BE"/>
        </a:p>
      </dgm:t>
    </dgm:pt>
    <dgm:pt modelId="{E67EFCD8-CC2B-4E2D-99D1-653C78286B5D}" type="pres">
      <dgm:prSet presAssocID="{DF635A55-E1CF-4699-94F6-8A0421D61B14}" presName="vert1" presStyleCnt="0"/>
      <dgm:spPr/>
    </dgm:pt>
    <dgm:pt modelId="{BDCE8BC0-1589-4F9F-85BA-740AD9E0D6FD}" type="pres">
      <dgm:prSet presAssocID="{7221A4E9-A5B4-445C-86E8-181A512893DE}" presName="vertSpace2a" presStyleCnt="0"/>
      <dgm:spPr/>
    </dgm:pt>
    <dgm:pt modelId="{BD8D0F93-E9C0-4E12-9EA6-0E3DC2F51F67}" type="pres">
      <dgm:prSet presAssocID="{7221A4E9-A5B4-445C-86E8-181A512893DE}" presName="horz2" presStyleCnt="0"/>
      <dgm:spPr/>
    </dgm:pt>
    <dgm:pt modelId="{C26DCC87-29B3-49C4-A561-042BAB974A89}" type="pres">
      <dgm:prSet presAssocID="{7221A4E9-A5B4-445C-86E8-181A512893DE}" presName="horzSpace2" presStyleCnt="0"/>
      <dgm:spPr/>
    </dgm:pt>
    <dgm:pt modelId="{F1BB8A6E-8D93-4D03-A361-5C67FED95243}" type="pres">
      <dgm:prSet presAssocID="{7221A4E9-A5B4-445C-86E8-181A512893DE}" presName="tx2" presStyleLbl="revTx" presStyleIdx="6" presStyleCnt="12" custScaleY="45640" custLinFactNeighborY="-20131"/>
      <dgm:spPr>
        <a:prstGeom prst="rect">
          <a:avLst/>
        </a:prstGeom>
      </dgm:spPr>
      <dgm:t>
        <a:bodyPr/>
        <a:lstStyle/>
        <a:p>
          <a:endParaRPr lang="en-US"/>
        </a:p>
      </dgm:t>
    </dgm:pt>
    <dgm:pt modelId="{67CD4EDA-DCD4-4E75-876F-035D3DE5BC86}" type="pres">
      <dgm:prSet presAssocID="{7221A4E9-A5B4-445C-86E8-181A512893DE}" presName="vert2" presStyleCnt="0"/>
      <dgm:spPr/>
    </dgm:pt>
    <dgm:pt modelId="{21A27DD6-189B-475B-8B7F-8A1C053CB7AA}" type="pres">
      <dgm:prSet presAssocID="{7221A4E9-A5B4-445C-86E8-181A512893DE}" presName="thinLine2b" presStyleLbl="callout" presStyleIdx="3" presStyleCnt="7" custLinFactNeighborY="-4148"/>
      <dgm:spPr>
        <a:xfrm>
          <a:off x="1448993" y="2123967"/>
          <a:ext cx="5795976" cy="0"/>
        </a:xfrm>
        <a:prstGeom prst="line">
          <a:avLst/>
        </a:prstGeom>
        <a:solidFill>
          <a:srgbClr val="4F81BD">
            <a:hueOff val="0"/>
            <a:satOff val="0"/>
            <a:lumOff val="0"/>
            <a:alphaOff val="0"/>
          </a:srgbClr>
        </a:solidFill>
        <a:ln w="25400" cap="flat" cmpd="sng" algn="ctr">
          <a:solidFill>
            <a:srgbClr val="4F81BD">
              <a:tint val="50000"/>
              <a:hueOff val="0"/>
              <a:satOff val="0"/>
              <a:lumOff val="0"/>
              <a:alphaOff val="0"/>
            </a:srgbClr>
          </a:solidFill>
          <a:prstDash val="solid"/>
        </a:ln>
        <a:effectLst/>
      </dgm:spPr>
      <dgm:t>
        <a:bodyPr/>
        <a:lstStyle/>
        <a:p>
          <a:endParaRPr lang="en-US"/>
        </a:p>
      </dgm:t>
    </dgm:pt>
    <dgm:pt modelId="{25A75E4C-6812-4F00-87AA-CB6C70C5D14A}" type="pres">
      <dgm:prSet presAssocID="{7221A4E9-A5B4-445C-86E8-181A512893DE}" presName="vertSpace2b" presStyleCnt="0"/>
      <dgm:spPr/>
    </dgm:pt>
    <dgm:pt modelId="{2C95297C-0DC1-49CE-9484-7159DA947EC7}" type="pres">
      <dgm:prSet presAssocID="{A572EAE4-B9EC-49D1-A8AC-216599A113DD}" presName="thickLine" presStyleLbl="alignNode1" presStyleIdx="3" presStyleCnt="5" custLinFactNeighborY="-49642"/>
      <dgm:spPr>
        <a:xfrm>
          <a:off x="0" y="2123779"/>
          <a:ext cx="7244970" cy="0"/>
        </a:xfrm>
        <a:prstGeom prst="line">
          <a:avLst/>
        </a:prstGeom>
        <a:solidFill>
          <a:srgbClr val="4F81BD">
            <a:hueOff val="0"/>
            <a:satOff val="0"/>
            <a:lumOff val="0"/>
            <a:alphaOff val="0"/>
          </a:srgbClr>
        </a:solidFill>
        <a:ln w="38100" cap="flat" cmpd="sng" algn="ctr">
          <a:solidFill>
            <a:srgbClr val="C6D9F1"/>
          </a:solidFill>
          <a:prstDash val="solid"/>
        </a:ln>
        <a:effectLst/>
      </dgm:spPr>
      <dgm:t>
        <a:bodyPr/>
        <a:lstStyle/>
        <a:p>
          <a:endParaRPr lang="en-US"/>
        </a:p>
      </dgm:t>
    </dgm:pt>
    <dgm:pt modelId="{98B4BD59-4719-4883-BD63-C66F793F164B}" type="pres">
      <dgm:prSet presAssocID="{A572EAE4-B9EC-49D1-A8AC-216599A113DD}" presName="horz1" presStyleCnt="0"/>
      <dgm:spPr/>
    </dgm:pt>
    <dgm:pt modelId="{FA3B4575-109C-4D5C-86A8-8610D1927FC9}" type="pres">
      <dgm:prSet presAssocID="{A572EAE4-B9EC-49D1-A8AC-216599A113DD}" presName="tx1" presStyleLbl="revTx" presStyleIdx="7" presStyleCnt="12" custScaleY="75164" custLinFactNeighborX="131" custLinFactNeighborY="-49666"/>
      <dgm:spPr>
        <a:prstGeom prst="rect">
          <a:avLst/>
        </a:prstGeom>
      </dgm:spPr>
      <dgm:t>
        <a:bodyPr/>
        <a:lstStyle/>
        <a:p>
          <a:endParaRPr lang="en-US"/>
        </a:p>
      </dgm:t>
    </dgm:pt>
    <dgm:pt modelId="{EA07EC16-E241-4FA1-80B7-6890111DE3CE}" type="pres">
      <dgm:prSet presAssocID="{A572EAE4-B9EC-49D1-A8AC-216599A113DD}" presName="vert1" presStyleCnt="0"/>
      <dgm:spPr/>
    </dgm:pt>
    <dgm:pt modelId="{8B82347F-1EC0-49A4-A262-B118D62E699F}" type="pres">
      <dgm:prSet presAssocID="{EC1636DB-B32C-4F97-947A-194DAF718F05}" presName="vertSpace2a" presStyleCnt="0"/>
      <dgm:spPr/>
    </dgm:pt>
    <dgm:pt modelId="{B2019055-B417-4827-AB73-AD7FBFB8F52A}" type="pres">
      <dgm:prSet presAssocID="{EC1636DB-B32C-4F97-947A-194DAF718F05}" presName="horz2" presStyleCnt="0"/>
      <dgm:spPr/>
    </dgm:pt>
    <dgm:pt modelId="{EDEA1222-A20F-4E7C-B49A-0C9F336B8438}" type="pres">
      <dgm:prSet presAssocID="{EC1636DB-B32C-4F97-947A-194DAF718F05}" presName="horzSpace2" presStyleCnt="0"/>
      <dgm:spPr/>
    </dgm:pt>
    <dgm:pt modelId="{B854DDB7-152B-4CF7-8E8D-7A0A10713EA9}" type="pres">
      <dgm:prSet presAssocID="{EC1636DB-B32C-4F97-947A-194DAF718F05}" presName="tx2" presStyleLbl="revTx" presStyleIdx="8" presStyleCnt="12" custScaleY="448100" custLinFactY="-100000" custLinFactNeighborX="-133" custLinFactNeighborY="-128521"/>
      <dgm:spPr>
        <a:prstGeom prst="rect">
          <a:avLst/>
        </a:prstGeom>
      </dgm:spPr>
      <dgm:t>
        <a:bodyPr/>
        <a:lstStyle/>
        <a:p>
          <a:endParaRPr lang="en-US"/>
        </a:p>
      </dgm:t>
    </dgm:pt>
    <dgm:pt modelId="{6B1D94EC-C578-4284-8074-7A7C543DDF41}" type="pres">
      <dgm:prSet presAssocID="{EC1636DB-B32C-4F97-947A-194DAF718F05}" presName="vert2" presStyleCnt="0"/>
      <dgm:spPr/>
    </dgm:pt>
    <dgm:pt modelId="{EA7380DE-D4D1-410F-814C-7771C86F118A}" type="pres">
      <dgm:prSet presAssocID="{EC1636DB-B32C-4F97-947A-194DAF718F05}" presName="thinLine2b" presStyleLbl="callout" presStyleIdx="4" presStyleCnt="7" custLinFactY="-316246" custLinFactNeighborY="-400000"/>
      <dgm:spPr>
        <a:xfrm>
          <a:off x="1448993" y="2843747"/>
          <a:ext cx="5795976" cy="0"/>
        </a:xfrm>
        <a:prstGeom prst="line">
          <a:avLst/>
        </a:prstGeom>
        <a:solidFill>
          <a:srgbClr val="4F81BD">
            <a:hueOff val="0"/>
            <a:satOff val="0"/>
            <a:lumOff val="0"/>
            <a:alphaOff val="0"/>
          </a:srgbClr>
        </a:solidFill>
        <a:ln w="25400" cap="flat" cmpd="sng" algn="ctr">
          <a:solidFill>
            <a:srgbClr val="1F497D">
              <a:lumMod val="20000"/>
              <a:lumOff val="80000"/>
            </a:srgbClr>
          </a:solidFill>
          <a:prstDash val="solid"/>
        </a:ln>
        <a:effectLst/>
      </dgm:spPr>
      <dgm:t>
        <a:bodyPr/>
        <a:lstStyle/>
        <a:p>
          <a:endParaRPr lang="en-US"/>
        </a:p>
      </dgm:t>
    </dgm:pt>
    <dgm:pt modelId="{04C82A1A-D252-43B3-A0F1-8D74CFDEF49D}" type="pres">
      <dgm:prSet presAssocID="{EC1636DB-B32C-4F97-947A-194DAF718F05}" presName="vertSpace2b" presStyleCnt="0"/>
      <dgm:spPr/>
    </dgm:pt>
    <dgm:pt modelId="{8AFB5F57-81DD-4798-A6C8-87E08D8C1409}" type="pres">
      <dgm:prSet presAssocID="{19D90F55-98A0-4274-B4CA-D9379A0D190C}" presName="horz2" presStyleCnt="0"/>
      <dgm:spPr/>
    </dgm:pt>
    <dgm:pt modelId="{E28F2A00-3E67-47B2-A440-58BB40D1EE3E}" type="pres">
      <dgm:prSet presAssocID="{19D90F55-98A0-4274-B4CA-D9379A0D190C}" presName="horzSpace2" presStyleCnt="0"/>
      <dgm:spPr/>
    </dgm:pt>
    <dgm:pt modelId="{CE4AB685-3B02-409A-994C-5CA1963CF158}" type="pres">
      <dgm:prSet presAssocID="{19D90F55-98A0-4274-B4CA-D9379A0D190C}" presName="tx2" presStyleLbl="revTx" presStyleIdx="9" presStyleCnt="12" custScaleY="424464" custLinFactNeighborX="-133" custLinFactNeighborY="-68347"/>
      <dgm:spPr>
        <a:prstGeom prst="rect">
          <a:avLst/>
        </a:prstGeom>
      </dgm:spPr>
      <dgm:t>
        <a:bodyPr/>
        <a:lstStyle/>
        <a:p>
          <a:endParaRPr lang="en-US"/>
        </a:p>
      </dgm:t>
    </dgm:pt>
    <dgm:pt modelId="{260D3A90-0E63-4153-81B2-01BF542BD75B}" type="pres">
      <dgm:prSet presAssocID="{19D90F55-98A0-4274-B4CA-D9379A0D190C}" presName="vert2" presStyleCnt="0"/>
      <dgm:spPr/>
    </dgm:pt>
    <dgm:pt modelId="{7CD20AC0-A9AA-4B86-A485-AECD3C08AD9C}" type="pres">
      <dgm:prSet presAssocID="{19D90F55-98A0-4274-B4CA-D9379A0D190C}" presName="thinLine2b" presStyleLbl="callout" presStyleIdx="5" presStyleCnt="7" custLinFactNeighborX="1956" custLinFactNeighborY="50162"/>
      <dgm:spPr>
        <a:xfrm>
          <a:off x="1448993" y="3388934"/>
          <a:ext cx="5795976" cy="0"/>
        </a:xfrm>
        <a:prstGeom prst="line">
          <a:avLst/>
        </a:prstGeom>
        <a:solidFill>
          <a:srgbClr val="4F81BD">
            <a:hueOff val="0"/>
            <a:satOff val="0"/>
            <a:lumOff val="0"/>
            <a:alphaOff val="0"/>
          </a:srgbClr>
        </a:solidFill>
        <a:ln w="25400" cap="flat" cmpd="sng" algn="ctr">
          <a:solidFill>
            <a:srgbClr val="4F81BD">
              <a:tint val="50000"/>
              <a:hueOff val="0"/>
              <a:satOff val="0"/>
              <a:lumOff val="0"/>
              <a:alphaOff val="0"/>
            </a:srgbClr>
          </a:solidFill>
          <a:prstDash val="solid"/>
        </a:ln>
        <a:effectLst/>
      </dgm:spPr>
      <dgm:t>
        <a:bodyPr/>
        <a:lstStyle/>
        <a:p>
          <a:endParaRPr lang="en-US"/>
        </a:p>
      </dgm:t>
    </dgm:pt>
    <dgm:pt modelId="{23F5C78E-C683-49B9-BDF9-5822DBCD8344}" type="pres">
      <dgm:prSet presAssocID="{19D90F55-98A0-4274-B4CA-D9379A0D190C}" presName="vertSpace2b" presStyleCnt="0"/>
      <dgm:spPr/>
    </dgm:pt>
    <dgm:pt modelId="{96949830-2D46-4DDA-B09D-D7B82E2066D3}" type="pres">
      <dgm:prSet presAssocID="{7D4AD2D5-D47C-4E4E-AB3E-38E4AF79CC88}" presName="thickLine" presStyleLbl="alignNode1" presStyleIdx="4" presStyleCnt="5"/>
      <dgm:spPr>
        <a:ln>
          <a:solidFill>
            <a:srgbClr val="C6D9F1"/>
          </a:solidFill>
        </a:ln>
      </dgm:spPr>
      <dgm:t>
        <a:bodyPr/>
        <a:lstStyle/>
        <a:p>
          <a:endParaRPr lang="en-US"/>
        </a:p>
      </dgm:t>
    </dgm:pt>
    <dgm:pt modelId="{F42F64CB-65BB-47BB-A49C-FAB2B6680957}" type="pres">
      <dgm:prSet presAssocID="{7D4AD2D5-D47C-4E4E-AB3E-38E4AF79CC88}" presName="horz1" presStyleCnt="0"/>
      <dgm:spPr/>
    </dgm:pt>
    <dgm:pt modelId="{09504033-0438-4AB8-A6A2-D8BD08703E98}" type="pres">
      <dgm:prSet presAssocID="{7D4AD2D5-D47C-4E4E-AB3E-38E4AF79CC88}" presName="tx1" presStyleLbl="revTx" presStyleIdx="10" presStyleCnt="12"/>
      <dgm:spPr/>
      <dgm:t>
        <a:bodyPr/>
        <a:lstStyle/>
        <a:p>
          <a:endParaRPr lang="nl-BE"/>
        </a:p>
      </dgm:t>
    </dgm:pt>
    <dgm:pt modelId="{07B18091-95AC-40CF-9885-A7A6C2E7D63A}" type="pres">
      <dgm:prSet presAssocID="{7D4AD2D5-D47C-4E4E-AB3E-38E4AF79CC88}" presName="vert1" presStyleCnt="0"/>
      <dgm:spPr/>
    </dgm:pt>
    <dgm:pt modelId="{292935FA-9DB8-4AF5-8C6E-4C1396330328}" type="pres">
      <dgm:prSet presAssocID="{A14DF359-8384-46BF-9CBD-07456B61FC48}" presName="vertSpace2a" presStyleCnt="0"/>
      <dgm:spPr/>
    </dgm:pt>
    <dgm:pt modelId="{B68218AA-C4A7-44D8-9BAD-3E7D780509F0}" type="pres">
      <dgm:prSet presAssocID="{A14DF359-8384-46BF-9CBD-07456B61FC48}" presName="horz2" presStyleCnt="0"/>
      <dgm:spPr/>
    </dgm:pt>
    <dgm:pt modelId="{19038856-5989-494E-9930-2B9FA73A5335}" type="pres">
      <dgm:prSet presAssocID="{A14DF359-8384-46BF-9CBD-07456B61FC48}" presName="horzSpace2" presStyleCnt="0"/>
      <dgm:spPr/>
    </dgm:pt>
    <dgm:pt modelId="{497A7405-485E-4E12-B923-6895796E4653}" type="pres">
      <dgm:prSet presAssocID="{A14DF359-8384-46BF-9CBD-07456B61FC48}" presName="tx2" presStyleLbl="revTx" presStyleIdx="11" presStyleCnt="12"/>
      <dgm:spPr/>
      <dgm:t>
        <a:bodyPr/>
        <a:lstStyle/>
        <a:p>
          <a:endParaRPr lang="nl-BE"/>
        </a:p>
      </dgm:t>
    </dgm:pt>
    <dgm:pt modelId="{C535BC43-1AD2-43C3-A830-A7BA1737CAA3}" type="pres">
      <dgm:prSet presAssocID="{A14DF359-8384-46BF-9CBD-07456B61FC48}" presName="vert2" presStyleCnt="0"/>
      <dgm:spPr/>
    </dgm:pt>
    <dgm:pt modelId="{5C4CD05E-E642-44FD-9CBE-6E572ABE5CA3}" type="pres">
      <dgm:prSet presAssocID="{A14DF359-8384-46BF-9CBD-07456B61FC48}" presName="thinLine2b" presStyleLbl="callout" presStyleIdx="6" presStyleCnt="7" custLinFactY="100000" custLinFactNeighborY="105471"/>
      <dgm:spPr/>
    </dgm:pt>
    <dgm:pt modelId="{BF75BAC5-17F7-4860-A458-131990D29120}" type="pres">
      <dgm:prSet presAssocID="{A14DF359-8384-46BF-9CBD-07456B61FC48}" presName="vertSpace2b" presStyleCnt="0"/>
      <dgm:spPr/>
    </dgm:pt>
  </dgm:ptLst>
  <dgm:cxnLst>
    <dgm:cxn modelId="{681B657D-8D49-47FF-A0DF-DF6E72C26EF4}" type="presOf" srcId="{EC1636DB-B32C-4F97-947A-194DAF718F05}" destId="{B854DDB7-152B-4CF7-8E8D-7A0A10713EA9}" srcOrd="0" destOrd="0" presId="urn:microsoft.com/office/officeart/2008/layout/LinedList"/>
    <dgm:cxn modelId="{ECCA5CBE-6422-4656-9DA3-FC0BDC8C5313}" srcId="{633ADF0C-A472-4125-A125-C2B0683AFF5C}" destId="{6C0A721E-1715-498D-A8B7-5548861F52CD}" srcOrd="0" destOrd="0" parTransId="{390CEF72-4D2D-4127-82FC-BDE7553524E6}" sibTransId="{DA02021A-E7CF-425F-BBD1-ADDDCFB647FB}"/>
    <dgm:cxn modelId="{8258EC1E-9F25-4F13-8355-EFFA1029D73F}" srcId="{633ADF0C-A472-4125-A125-C2B0683AFF5C}" destId="{62BAC223-BC82-4660-B25B-6A300917137B}" srcOrd="1" destOrd="0" parTransId="{391D3E39-4E46-4BEA-B203-EB70B2B82333}" sibTransId="{7D8134C9-82CC-47F8-846D-6FB8C4797B8B}"/>
    <dgm:cxn modelId="{E1451AD4-AD4F-4707-A6D8-D33AB321F048}" type="presOf" srcId="{80DF4945-9548-4900-B0E5-322FD1B16482}" destId="{A060E55B-4442-4654-ABE7-A34496760524}" srcOrd="0" destOrd="0" presId="urn:microsoft.com/office/officeart/2008/layout/LinedList"/>
    <dgm:cxn modelId="{5196D4D3-3FE3-4355-99EB-F3114AE3C573}" type="presOf" srcId="{633ADF0C-A472-4125-A125-C2B0683AFF5C}" destId="{A1FA431A-142D-4C0C-A493-7DA99802B8CB}" srcOrd="0" destOrd="0" presId="urn:microsoft.com/office/officeart/2008/layout/LinedList"/>
    <dgm:cxn modelId="{63ADDEAB-E436-455F-B26A-94B145767AB5}" srcId="{7D4AD2D5-D47C-4E4E-AB3E-38E4AF79CC88}" destId="{A14DF359-8384-46BF-9CBD-07456B61FC48}" srcOrd="0" destOrd="0" parTransId="{DEDD796A-DD03-4E98-ACC2-A30BF00CE831}" sibTransId="{871BA5FE-A8E7-4077-8D52-1DC136411BD9}"/>
    <dgm:cxn modelId="{2955F91E-CE68-4EB2-B619-4D79033DA64E}" srcId="{A572EAE4-B9EC-49D1-A8AC-216599A113DD}" destId="{EC1636DB-B32C-4F97-947A-194DAF718F05}" srcOrd="0" destOrd="0" parTransId="{ACA45EFA-4259-4DDB-9AF3-D6E21B3F1116}" sibTransId="{42A90C6E-FAFF-43BC-A386-26F243782984}"/>
    <dgm:cxn modelId="{13A9106D-44E2-4AD4-9144-AEFCD7928ED4}" type="presOf" srcId="{A572EAE4-B9EC-49D1-A8AC-216599A113DD}" destId="{FA3B4575-109C-4D5C-86A8-8610D1927FC9}" srcOrd="0" destOrd="0" presId="urn:microsoft.com/office/officeart/2008/layout/LinedList"/>
    <dgm:cxn modelId="{A1FD8322-F94C-49D2-89CB-0FC254365149}" srcId="{DF635A55-E1CF-4699-94F6-8A0421D61B14}" destId="{7221A4E9-A5B4-445C-86E8-181A512893DE}" srcOrd="0" destOrd="0" parTransId="{1CA097DB-900B-4013-B8E1-5858170254B0}" sibTransId="{CE3F7CDF-2538-4BE6-9647-FF1A5D7C1BD3}"/>
    <dgm:cxn modelId="{09674DB2-976F-4E25-A2BF-5744172E263B}" type="presOf" srcId="{6C0A721E-1715-498D-A8B7-5548861F52CD}" destId="{DE4D72DF-C047-40FC-9F0C-56033FC6F36D}" srcOrd="0" destOrd="0" presId="urn:microsoft.com/office/officeart/2008/layout/LinedList"/>
    <dgm:cxn modelId="{3139081B-990E-415B-AFD3-FC35D942B9A8}" srcId="{C8DDCAC6-0E7C-4C5A-94DB-5451990C0AC2}" destId="{80DF4945-9548-4900-B0E5-322FD1B16482}" srcOrd="1" destOrd="0" parTransId="{6E534E93-9F24-4E14-8567-659C6A0E3A8E}" sibTransId="{2697D6DB-C4FF-4F57-8C43-0BC886998657}"/>
    <dgm:cxn modelId="{99153F77-75A2-4E88-BC33-930E317337C7}" type="presOf" srcId="{C8DDCAC6-0E7C-4C5A-94DB-5451990C0AC2}" destId="{0B250513-462E-42F1-B48E-C34D95CD42A6}" srcOrd="0" destOrd="0" presId="urn:microsoft.com/office/officeart/2008/layout/LinedList"/>
    <dgm:cxn modelId="{1B4FCC22-06B1-4AD2-B97B-380708783814}" type="presOf" srcId="{F3663080-EAC7-4824-A90F-B62D371C81D4}" destId="{579E67C8-0896-40C6-9D30-DB06C388539F}" srcOrd="0" destOrd="0" presId="urn:microsoft.com/office/officeart/2008/layout/LinedList"/>
    <dgm:cxn modelId="{E299E34C-1A41-4F09-89F7-F42FE5A00E13}" srcId="{C8DDCAC6-0E7C-4C5A-94DB-5451990C0AC2}" destId="{A572EAE4-B9EC-49D1-A8AC-216599A113DD}" srcOrd="3" destOrd="0" parTransId="{CBAF6A02-0A80-45CD-BA8C-401407C06F87}" sibTransId="{FEC48262-D736-4389-9419-BD146081CA19}"/>
    <dgm:cxn modelId="{8405492C-7F39-4297-850B-E5E1F078E096}" type="presOf" srcId="{19D90F55-98A0-4274-B4CA-D9379A0D190C}" destId="{CE4AB685-3B02-409A-994C-5CA1963CF158}" srcOrd="0" destOrd="0" presId="urn:microsoft.com/office/officeart/2008/layout/LinedList"/>
    <dgm:cxn modelId="{0610C485-49B8-4695-B03E-F61CF298F9DF}" type="presOf" srcId="{7221A4E9-A5B4-445C-86E8-181A512893DE}" destId="{F1BB8A6E-8D93-4D03-A361-5C67FED95243}" srcOrd="0" destOrd="0" presId="urn:microsoft.com/office/officeart/2008/layout/LinedList"/>
    <dgm:cxn modelId="{100089B9-D63C-4E7B-B937-5444CCAA53C4}" srcId="{C8DDCAC6-0E7C-4C5A-94DB-5451990C0AC2}" destId="{DF635A55-E1CF-4699-94F6-8A0421D61B14}" srcOrd="2" destOrd="0" parTransId="{16D7390F-734C-464B-A350-EFC4C31C38D4}" sibTransId="{EE41517A-8D85-4629-A085-BB07B2A060D5}"/>
    <dgm:cxn modelId="{ECA9FADC-B375-4EE6-8BCE-3C23E0C7F3A6}" srcId="{A572EAE4-B9EC-49D1-A8AC-216599A113DD}" destId="{19D90F55-98A0-4274-B4CA-D9379A0D190C}" srcOrd="1" destOrd="0" parTransId="{34EB8687-C8B4-40F2-9EEC-956EED387116}" sibTransId="{76BFF56A-9A81-4A82-BC71-605015059881}"/>
    <dgm:cxn modelId="{C49ED2A3-30BD-49A7-9BE1-F8A443DFB0B8}" srcId="{C8DDCAC6-0E7C-4C5A-94DB-5451990C0AC2}" destId="{633ADF0C-A472-4125-A125-C2B0683AFF5C}" srcOrd="0" destOrd="0" parTransId="{36D719EC-A936-47B2-9D08-B031D57DB8DE}" sibTransId="{9429D210-1DC1-4040-B462-7878A1D5D9C2}"/>
    <dgm:cxn modelId="{A89132E0-4069-4419-B79D-6F96CD4351AF}" type="presOf" srcId="{62BAC223-BC82-4660-B25B-6A300917137B}" destId="{3B52FB8B-0C2E-4B8D-88CE-12E8189A917C}" srcOrd="0" destOrd="0" presId="urn:microsoft.com/office/officeart/2008/layout/LinedList"/>
    <dgm:cxn modelId="{7B9C7404-8EC3-4BFA-8EBD-917EDAB882E4}" srcId="{C8DDCAC6-0E7C-4C5A-94DB-5451990C0AC2}" destId="{7D4AD2D5-D47C-4E4E-AB3E-38E4AF79CC88}" srcOrd="4" destOrd="0" parTransId="{207D8B6F-4791-4F8D-BA69-2757E4972168}" sibTransId="{C7B4B92A-7E3E-4743-817A-6C6AC2025BF8}"/>
    <dgm:cxn modelId="{FA7F8CAC-E04A-4AFA-A37E-D08DB8E08526}" type="presOf" srcId="{A14DF359-8384-46BF-9CBD-07456B61FC48}" destId="{497A7405-485E-4E12-B923-6895796E4653}" srcOrd="0" destOrd="0" presId="urn:microsoft.com/office/officeart/2008/layout/LinedList"/>
    <dgm:cxn modelId="{53199099-1738-42DD-B29C-74901B1E7EA9}" type="presOf" srcId="{DF635A55-E1CF-4699-94F6-8A0421D61B14}" destId="{6A8D9F99-D43F-4B78-84C2-22A4695A376C}" srcOrd="0" destOrd="0" presId="urn:microsoft.com/office/officeart/2008/layout/LinedList"/>
    <dgm:cxn modelId="{305BBC2A-EC5D-4E63-A225-A9F6C4906312}" srcId="{80DF4945-9548-4900-B0E5-322FD1B16482}" destId="{F3663080-EAC7-4824-A90F-B62D371C81D4}" srcOrd="0" destOrd="0" parTransId="{B2B39B5F-FF4D-4215-8B12-D7C0C118D807}" sibTransId="{37A42137-FDDA-418E-9D18-4420DAF8279F}"/>
    <dgm:cxn modelId="{5E526E67-9975-425A-ABC9-54ECBE35DAE6}" type="presOf" srcId="{7D4AD2D5-D47C-4E4E-AB3E-38E4AF79CC88}" destId="{09504033-0438-4AB8-A6A2-D8BD08703E98}" srcOrd="0" destOrd="0" presId="urn:microsoft.com/office/officeart/2008/layout/LinedList"/>
    <dgm:cxn modelId="{863F65C8-67DD-4B06-BAD8-184D62901F40}" type="presParOf" srcId="{0B250513-462E-42F1-B48E-C34D95CD42A6}" destId="{767B68FD-7656-44B8-8EA1-130479DE3628}" srcOrd="0" destOrd="0" presId="urn:microsoft.com/office/officeart/2008/layout/LinedList"/>
    <dgm:cxn modelId="{8285070F-1893-45D3-8927-CB05467B776D}" type="presParOf" srcId="{0B250513-462E-42F1-B48E-C34D95CD42A6}" destId="{D66640A9-D5C1-45D7-ADA2-202FC8C7691A}" srcOrd="1" destOrd="0" presId="urn:microsoft.com/office/officeart/2008/layout/LinedList"/>
    <dgm:cxn modelId="{1F7D2C58-736F-4A74-BFF0-E4DB488E91D3}" type="presParOf" srcId="{D66640A9-D5C1-45D7-ADA2-202FC8C7691A}" destId="{A1FA431A-142D-4C0C-A493-7DA99802B8CB}" srcOrd="0" destOrd="0" presId="urn:microsoft.com/office/officeart/2008/layout/LinedList"/>
    <dgm:cxn modelId="{67F45C08-27BA-4929-8A75-33C7DB8D3722}" type="presParOf" srcId="{D66640A9-D5C1-45D7-ADA2-202FC8C7691A}" destId="{3C79B374-733C-4448-BFF0-7E3923028C03}" srcOrd="1" destOrd="0" presId="urn:microsoft.com/office/officeart/2008/layout/LinedList"/>
    <dgm:cxn modelId="{547F996B-32B8-41E5-98B6-4B9532A3E547}" type="presParOf" srcId="{3C79B374-733C-4448-BFF0-7E3923028C03}" destId="{D9A53CC4-CED7-4025-9183-7D8F232DCB75}" srcOrd="0" destOrd="0" presId="urn:microsoft.com/office/officeart/2008/layout/LinedList"/>
    <dgm:cxn modelId="{5625E2E0-5050-4D59-A1B6-0FA0F680B3C7}" type="presParOf" srcId="{3C79B374-733C-4448-BFF0-7E3923028C03}" destId="{AD33DC84-02B7-4E55-A155-DA4C92478EAF}" srcOrd="1" destOrd="0" presId="urn:microsoft.com/office/officeart/2008/layout/LinedList"/>
    <dgm:cxn modelId="{BA1FBCDE-62AC-4319-919A-BEB2601B219E}" type="presParOf" srcId="{AD33DC84-02B7-4E55-A155-DA4C92478EAF}" destId="{3183EC06-1419-4B18-BE77-98257EE0C4A6}" srcOrd="0" destOrd="0" presId="urn:microsoft.com/office/officeart/2008/layout/LinedList"/>
    <dgm:cxn modelId="{5E187258-6591-4E7B-82DB-73619225F2DE}" type="presParOf" srcId="{AD33DC84-02B7-4E55-A155-DA4C92478EAF}" destId="{DE4D72DF-C047-40FC-9F0C-56033FC6F36D}" srcOrd="1" destOrd="0" presId="urn:microsoft.com/office/officeart/2008/layout/LinedList"/>
    <dgm:cxn modelId="{C5E98386-DFF6-48D6-84FA-0072628EDCE8}" type="presParOf" srcId="{AD33DC84-02B7-4E55-A155-DA4C92478EAF}" destId="{7B0E58D3-1EAE-418C-9D46-D3C721A547E8}" srcOrd="2" destOrd="0" presId="urn:microsoft.com/office/officeart/2008/layout/LinedList"/>
    <dgm:cxn modelId="{972EB001-486E-49B3-A6A9-22A0E0BDFE65}" type="presParOf" srcId="{3C79B374-733C-4448-BFF0-7E3923028C03}" destId="{3EF1FD85-03FC-47D7-84BE-F011B609654C}" srcOrd="2" destOrd="0" presId="urn:microsoft.com/office/officeart/2008/layout/LinedList"/>
    <dgm:cxn modelId="{0B4B5374-BD11-47C6-B4DE-A6D403E32F86}" type="presParOf" srcId="{3C79B374-733C-4448-BFF0-7E3923028C03}" destId="{E18E4498-23E4-46EA-9BC2-C522164336A9}" srcOrd="3" destOrd="0" presId="urn:microsoft.com/office/officeart/2008/layout/LinedList"/>
    <dgm:cxn modelId="{76A442AC-224D-427C-A00D-5458C8B838E1}" type="presParOf" srcId="{3C79B374-733C-4448-BFF0-7E3923028C03}" destId="{56FEEE1C-7A05-40C1-98AC-4A446A72FAF5}" srcOrd="4" destOrd="0" presId="urn:microsoft.com/office/officeart/2008/layout/LinedList"/>
    <dgm:cxn modelId="{230E4ED4-0E72-468B-B979-6A9BA36D6899}" type="presParOf" srcId="{56FEEE1C-7A05-40C1-98AC-4A446A72FAF5}" destId="{D76E6089-9B16-4242-968F-27B83F536576}" srcOrd="0" destOrd="0" presId="urn:microsoft.com/office/officeart/2008/layout/LinedList"/>
    <dgm:cxn modelId="{AA0A8D67-508A-4CB5-B44D-570C362B9D8B}" type="presParOf" srcId="{56FEEE1C-7A05-40C1-98AC-4A446A72FAF5}" destId="{3B52FB8B-0C2E-4B8D-88CE-12E8189A917C}" srcOrd="1" destOrd="0" presId="urn:microsoft.com/office/officeart/2008/layout/LinedList"/>
    <dgm:cxn modelId="{FC8970A9-158D-4482-A515-EA47D22AEDCC}" type="presParOf" srcId="{56FEEE1C-7A05-40C1-98AC-4A446A72FAF5}" destId="{AA9E50AF-1DA5-4F4F-B7D7-756EA05D3549}" srcOrd="2" destOrd="0" presId="urn:microsoft.com/office/officeart/2008/layout/LinedList"/>
    <dgm:cxn modelId="{EAE40996-9FD5-45E9-9657-621F403A8BBB}" type="presParOf" srcId="{3C79B374-733C-4448-BFF0-7E3923028C03}" destId="{694E3DCB-79AB-41E5-86B1-663A8833A877}" srcOrd="5" destOrd="0" presId="urn:microsoft.com/office/officeart/2008/layout/LinedList"/>
    <dgm:cxn modelId="{7EF3CBE6-A77C-4B69-B152-1791D1A529E6}" type="presParOf" srcId="{3C79B374-733C-4448-BFF0-7E3923028C03}" destId="{5BA367F6-0E56-44A7-838C-F84D46C992AD}" srcOrd="6" destOrd="0" presId="urn:microsoft.com/office/officeart/2008/layout/LinedList"/>
    <dgm:cxn modelId="{B1D3CB61-DC38-44BB-A1BD-38A50C831D27}" type="presParOf" srcId="{0B250513-462E-42F1-B48E-C34D95CD42A6}" destId="{0E20AC57-729E-482C-8B5E-6EA5BE65195E}" srcOrd="2" destOrd="0" presId="urn:microsoft.com/office/officeart/2008/layout/LinedList"/>
    <dgm:cxn modelId="{813A0F2E-D9A6-45C7-B5D9-398B1CAF79BD}" type="presParOf" srcId="{0B250513-462E-42F1-B48E-C34D95CD42A6}" destId="{AF83BB9B-0886-4C68-B104-27E7744F94AC}" srcOrd="3" destOrd="0" presId="urn:microsoft.com/office/officeart/2008/layout/LinedList"/>
    <dgm:cxn modelId="{D7DD4534-30F1-4352-8318-D7D0A6686360}" type="presParOf" srcId="{AF83BB9B-0886-4C68-B104-27E7744F94AC}" destId="{A060E55B-4442-4654-ABE7-A34496760524}" srcOrd="0" destOrd="0" presId="urn:microsoft.com/office/officeart/2008/layout/LinedList"/>
    <dgm:cxn modelId="{F08AD9ED-9124-48AA-9E00-4E9568D9798C}" type="presParOf" srcId="{AF83BB9B-0886-4C68-B104-27E7744F94AC}" destId="{AA09DAE4-9271-4125-9CCA-E31848E077A1}" srcOrd="1" destOrd="0" presId="urn:microsoft.com/office/officeart/2008/layout/LinedList"/>
    <dgm:cxn modelId="{7D75DA34-A4A1-436B-B945-6F2FD1434630}" type="presParOf" srcId="{AA09DAE4-9271-4125-9CCA-E31848E077A1}" destId="{29BD2FD0-76F3-4194-9A59-E8477B2DE4DC}" srcOrd="0" destOrd="0" presId="urn:microsoft.com/office/officeart/2008/layout/LinedList"/>
    <dgm:cxn modelId="{00F25850-9816-499E-B98E-786669460093}" type="presParOf" srcId="{AA09DAE4-9271-4125-9CCA-E31848E077A1}" destId="{7F090167-5D49-4EAC-BF65-F4CB1E281BB8}" srcOrd="1" destOrd="0" presId="urn:microsoft.com/office/officeart/2008/layout/LinedList"/>
    <dgm:cxn modelId="{98339E71-42C2-4ADC-9A77-B75A6AEF4F4B}" type="presParOf" srcId="{7F090167-5D49-4EAC-BF65-F4CB1E281BB8}" destId="{F337D34C-605F-4E75-B428-50E9D32AD770}" srcOrd="0" destOrd="0" presId="urn:microsoft.com/office/officeart/2008/layout/LinedList"/>
    <dgm:cxn modelId="{35E03D2B-5E5A-43DC-AC56-6D3028B8D8FD}" type="presParOf" srcId="{7F090167-5D49-4EAC-BF65-F4CB1E281BB8}" destId="{579E67C8-0896-40C6-9D30-DB06C388539F}" srcOrd="1" destOrd="0" presId="urn:microsoft.com/office/officeart/2008/layout/LinedList"/>
    <dgm:cxn modelId="{C6E011E3-F25B-4CFE-AF91-E4A7E95F4B46}" type="presParOf" srcId="{7F090167-5D49-4EAC-BF65-F4CB1E281BB8}" destId="{1E3CB121-A29C-440F-B0C9-785C5DC6986F}" srcOrd="2" destOrd="0" presId="urn:microsoft.com/office/officeart/2008/layout/LinedList"/>
    <dgm:cxn modelId="{14907126-8E88-41B8-BFAD-C3B293B40D73}" type="presParOf" srcId="{AA09DAE4-9271-4125-9CCA-E31848E077A1}" destId="{23B5975F-A7D3-4107-BF25-0638F25AF59C}" srcOrd="2" destOrd="0" presId="urn:microsoft.com/office/officeart/2008/layout/LinedList"/>
    <dgm:cxn modelId="{DC837AA9-7A31-4FB6-BAE1-65145630D095}" type="presParOf" srcId="{AA09DAE4-9271-4125-9CCA-E31848E077A1}" destId="{4FBBE6A7-F02F-4EF6-B78B-D8B4F4DE72C7}" srcOrd="3" destOrd="0" presId="urn:microsoft.com/office/officeart/2008/layout/LinedList"/>
    <dgm:cxn modelId="{BCB1B929-8F39-4CA7-A4B9-BE1765885BB5}" type="presParOf" srcId="{0B250513-462E-42F1-B48E-C34D95CD42A6}" destId="{6FF23903-C5F9-4B83-B904-317784A8EB7E}" srcOrd="4" destOrd="0" presId="urn:microsoft.com/office/officeart/2008/layout/LinedList"/>
    <dgm:cxn modelId="{4ACA8277-115F-45B8-8C26-42BB0CE6FD8C}" type="presParOf" srcId="{0B250513-462E-42F1-B48E-C34D95CD42A6}" destId="{5F8050B3-CAB4-433A-8C2A-06611600B29F}" srcOrd="5" destOrd="0" presId="urn:microsoft.com/office/officeart/2008/layout/LinedList"/>
    <dgm:cxn modelId="{31E1189A-8846-41EE-BF25-B51ED2735C78}" type="presParOf" srcId="{5F8050B3-CAB4-433A-8C2A-06611600B29F}" destId="{6A8D9F99-D43F-4B78-84C2-22A4695A376C}" srcOrd="0" destOrd="0" presId="urn:microsoft.com/office/officeart/2008/layout/LinedList"/>
    <dgm:cxn modelId="{F04EF6E5-32DB-41FD-A9AA-F699427F8B44}" type="presParOf" srcId="{5F8050B3-CAB4-433A-8C2A-06611600B29F}" destId="{E67EFCD8-CC2B-4E2D-99D1-653C78286B5D}" srcOrd="1" destOrd="0" presId="urn:microsoft.com/office/officeart/2008/layout/LinedList"/>
    <dgm:cxn modelId="{819E0FCB-86D9-4D13-9734-5BC2E91BA3DA}" type="presParOf" srcId="{E67EFCD8-CC2B-4E2D-99D1-653C78286B5D}" destId="{BDCE8BC0-1589-4F9F-85BA-740AD9E0D6FD}" srcOrd="0" destOrd="0" presId="urn:microsoft.com/office/officeart/2008/layout/LinedList"/>
    <dgm:cxn modelId="{7F3FCF23-5253-4D23-A0FE-92C96DCBACD8}" type="presParOf" srcId="{E67EFCD8-CC2B-4E2D-99D1-653C78286B5D}" destId="{BD8D0F93-E9C0-4E12-9EA6-0E3DC2F51F67}" srcOrd="1" destOrd="0" presId="urn:microsoft.com/office/officeart/2008/layout/LinedList"/>
    <dgm:cxn modelId="{4DAD3DBC-8EB0-44FA-ADB2-F22BDBBF6DE7}" type="presParOf" srcId="{BD8D0F93-E9C0-4E12-9EA6-0E3DC2F51F67}" destId="{C26DCC87-29B3-49C4-A561-042BAB974A89}" srcOrd="0" destOrd="0" presId="urn:microsoft.com/office/officeart/2008/layout/LinedList"/>
    <dgm:cxn modelId="{2D14B2B9-1D5B-4EC7-947A-366D1E4B975C}" type="presParOf" srcId="{BD8D0F93-E9C0-4E12-9EA6-0E3DC2F51F67}" destId="{F1BB8A6E-8D93-4D03-A361-5C67FED95243}" srcOrd="1" destOrd="0" presId="urn:microsoft.com/office/officeart/2008/layout/LinedList"/>
    <dgm:cxn modelId="{1B457574-D5AC-4724-BA22-36B6AE184AEF}" type="presParOf" srcId="{BD8D0F93-E9C0-4E12-9EA6-0E3DC2F51F67}" destId="{67CD4EDA-DCD4-4E75-876F-035D3DE5BC86}" srcOrd="2" destOrd="0" presId="urn:microsoft.com/office/officeart/2008/layout/LinedList"/>
    <dgm:cxn modelId="{AF14ED07-0A59-458A-915B-2F67B3C82F46}" type="presParOf" srcId="{E67EFCD8-CC2B-4E2D-99D1-653C78286B5D}" destId="{21A27DD6-189B-475B-8B7F-8A1C053CB7AA}" srcOrd="2" destOrd="0" presId="urn:microsoft.com/office/officeart/2008/layout/LinedList"/>
    <dgm:cxn modelId="{7B1FCAF1-BEC4-404A-A60B-14A69C9AA1FA}" type="presParOf" srcId="{E67EFCD8-CC2B-4E2D-99D1-653C78286B5D}" destId="{25A75E4C-6812-4F00-87AA-CB6C70C5D14A}" srcOrd="3" destOrd="0" presId="urn:microsoft.com/office/officeart/2008/layout/LinedList"/>
    <dgm:cxn modelId="{E82667F0-56DB-4AEC-8EC3-183AE5A51A78}" type="presParOf" srcId="{0B250513-462E-42F1-B48E-C34D95CD42A6}" destId="{2C95297C-0DC1-49CE-9484-7159DA947EC7}" srcOrd="6" destOrd="0" presId="urn:microsoft.com/office/officeart/2008/layout/LinedList"/>
    <dgm:cxn modelId="{F5AA5FA0-966E-4DC3-869F-63EA9CC4A4EF}" type="presParOf" srcId="{0B250513-462E-42F1-B48E-C34D95CD42A6}" destId="{98B4BD59-4719-4883-BD63-C66F793F164B}" srcOrd="7" destOrd="0" presId="urn:microsoft.com/office/officeart/2008/layout/LinedList"/>
    <dgm:cxn modelId="{E1AC5A59-B141-47E8-ABB7-068E6944FFA0}" type="presParOf" srcId="{98B4BD59-4719-4883-BD63-C66F793F164B}" destId="{FA3B4575-109C-4D5C-86A8-8610D1927FC9}" srcOrd="0" destOrd="0" presId="urn:microsoft.com/office/officeart/2008/layout/LinedList"/>
    <dgm:cxn modelId="{7243A146-15FA-4B01-AE10-709536DAAB33}" type="presParOf" srcId="{98B4BD59-4719-4883-BD63-C66F793F164B}" destId="{EA07EC16-E241-4FA1-80B7-6890111DE3CE}" srcOrd="1" destOrd="0" presId="urn:microsoft.com/office/officeart/2008/layout/LinedList"/>
    <dgm:cxn modelId="{B5E2718E-A997-4C3A-BED3-33977D235420}" type="presParOf" srcId="{EA07EC16-E241-4FA1-80B7-6890111DE3CE}" destId="{8B82347F-1EC0-49A4-A262-B118D62E699F}" srcOrd="0" destOrd="0" presId="urn:microsoft.com/office/officeart/2008/layout/LinedList"/>
    <dgm:cxn modelId="{428A9BA9-EE41-42EF-A61A-F56485690393}" type="presParOf" srcId="{EA07EC16-E241-4FA1-80B7-6890111DE3CE}" destId="{B2019055-B417-4827-AB73-AD7FBFB8F52A}" srcOrd="1" destOrd="0" presId="urn:microsoft.com/office/officeart/2008/layout/LinedList"/>
    <dgm:cxn modelId="{B5F02498-DE53-4731-8571-7692A4722A76}" type="presParOf" srcId="{B2019055-B417-4827-AB73-AD7FBFB8F52A}" destId="{EDEA1222-A20F-4E7C-B49A-0C9F336B8438}" srcOrd="0" destOrd="0" presId="urn:microsoft.com/office/officeart/2008/layout/LinedList"/>
    <dgm:cxn modelId="{F0AB25F9-7B06-4770-8093-889EC710904F}" type="presParOf" srcId="{B2019055-B417-4827-AB73-AD7FBFB8F52A}" destId="{B854DDB7-152B-4CF7-8E8D-7A0A10713EA9}" srcOrd="1" destOrd="0" presId="urn:microsoft.com/office/officeart/2008/layout/LinedList"/>
    <dgm:cxn modelId="{A7B5EE23-2EDB-4CEF-93FA-5C111FB1EA27}" type="presParOf" srcId="{B2019055-B417-4827-AB73-AD7FBFB8F52A}" destId="{6B1D94EC-C578-4284-8074-7A7C543DDF41}" srcOrd="2" destOrd="0" presId="urn:microsoft.com/office/officeart/2008/layout/LinedList"/>
    <dgm:cxn modelId="{C4188BE3-2D4A-4B4F-A978-8EA5498381EC}" type="presParOf" srcId="{EA07EC16-E241-4FA1-80B7-6890111DE3CE}" destId="{EA7380DE-D4D1-410F-814C-7771C86F118A}" srcOrd="2" destOrd="0" presId="urn:microsoft.com/office/officeart/2008/layout/LinedList"/>
    <dgm:cxn modelId="{AF892041-28C1-4B89-AE49-CC10EC22CB03}" type="presParOf" srcId="{EA07EC16-E241-4FA1-80B7-6890111DE3CE}" destId="{04C82A1A-D252-43B3-A0F1-8D74CFDEF49D}" srcOrd="3" destOrd="0" presId="urn:microsoft.com/office/officeart/2008/layout/LinedList"/>
    <dgm:cxn modelId="{52543D3E-8188-4DF1-8CC9-37E48525740D}" type="presParOf" srcId="{EA07EC16-E241-4FA1-80B7-6890111DE3CE}" destId="{8AFB5F57-81DD-4798-A6C8-87E08D8C1409}" srcOrd="4" destOrd="0" presId="urn:microsoft.com/office/officeart/2008/layout/LinedList"/>
    <dgm:cxn modelId="{0023A3F2-8005-408E-A556-F4D4FFCA0E5E}" type="presParOf" srcId="{8AFB5F57-81DD-4798-A6C8-87E08D8C1409}" destId="{E28F2A00-3E67-47B2-A440-58BB40D1EE3E}" srcOrd="0" destOrd="0" presId="urn:microsoft.com/office/officeart/2008/layout/LinedList"/>
    <dgm:cxn modelId="{44AFFBB3-D203-4862-92F1-95714EB05CBE}" type="presParOf" srcId="{8AFB5F57-81DD-4798-A6C8-87E08D8C1409}" destId="{CE4AB685-3B02-409A-994C-5CA1963CF158}" srcOrd="1" destOrd="0" presId="urn:microsoft.com/office/officeart/2008/layout/LinedList"/>
    <dgm:cxn modelId="{3D540DE1-9928-48AB-844F-8816B102DCAE}" type="presParOf" srcId="{8AFB5F57-81DD-4798-A6C8-87E08D8C1409}" destId="{260D3A90-0E63-4153-81B2-01BF542BD75B}" srcOrd="2" destOrd="0" presId="urn:microsoft.com/office/officeart/2008/layout/LinedList"/>
    <dgm:cxn modelId="{892CD7F6-EFBA-4494-B321-A4058D6CFB4C}" type="presParOf" srcId="{EA07EC16-E241-4FA1-80B7-6890111DE3CE}" destId="{7CD20AC0-A9AA-4B86-A485-AECD3C08AD9C}" srcOrd="5" destOrd="0" presId="urn:microsoft.com/office/officeart/2008/layout/LinedList"/>
    <dgm:cxn modelId="{61F34333-5FE4-43D5-9503-6024242404D7}" type="presParOf" srcId="{EA07EC16-E241-4FA1-80B7-6890111DE3CE}" destId="{23F5C78E-C683-49B9-BDF9-5822DBCD8344}" srcOrd="6" destOrd="0" presId="urn:microsoft.com/office/officeart/2008/layout/LinedList"/>
    <dgm:cxn modelId="{77DEFBF6-EED6-459E-BFFF-ABA850543876}" type="presParOf" srcId="{0B250513-462E-42F1-B48E-C34D95CD42A6}" destId="{96949830-2D46-4DDA-B09D-D7B82E2066D3}" srcOrd="8" destOrd="0" presId="urn:microsoft.com/office/officeart/2008/layout/LinedList"/>
    <dgm:cxn modelId="{14D45209-B70D-4B84-AD53-392923405080}" type="presParOf" srcId="{0B250513-462E-42F1-B48E-C34D95CD42A6}" destId="{F42F64CB-65BB-47BB-A49C-FAB2B6680957}" srcOrd="9" destOrd="0" presId="urn:microsoft.com/office/officeart/2008/layout/LinedList"/>
    <dgm:cxn modelId="{780FED26-77CC-49DE-B253-F655054B7546}" type="presParOf" srcId="{F42F64CB-65BB-47BB-A49C-FAB2B6680957}" destId="{09504033-0438-4AB8-A6A2-D8BD08703E98}" srcOrd="0" destOrd="0" presId="urn:microsoft.com/office/officeart/2008/layout/LinedList"/>
    <dgm:cxn modelId="{CB7E74A5-1A8A-45B9-B021-DBA3F9742706}" type="presParOf" srcId="{F42F64CB-65BB-47BB-A49C-FAB2B6680957}" destId="{07B18091-95AC-40CF-9885-A7A6C2E7D63A}" srcOrd="1" destOrd="0" presId="urn:microsoft.com/office/officeart/2008/layout/LinedList"/>
    <dgm:cxn modelId="{A377429C-C523-438E-8C66-2AE6176506C4}" type="presParOf" srcId="{07B18091-95AC-40CF-9885-A7A6C2E7D63A}" destId="{292935FA-9DB8-4AF5-8C6E-4C1396330328}" srcOrd="0" destOrd="0" presId="urn:microsoft.com/office/officeart/2008/layout/LinedList"/>
    <dgm:cxn modelId="{715B35AB-AE4E-40E4-8075-FA22AB2A6EB9}" type="presParOf" srcId="{07B18091-95AC-40CF-9885-A7A6C2E7D63A}" destId="{B68218AA-C4A7-44D8-9BAD-3E7D780509F0}" srcOrd="1" destOrd="0" presId="urn:microsoft.com/office/officeart/2008/layout/LinedList"/>
    <dgm:cxn modelId="{ABCBDE73-4064-427D-858E-E7DEC79B086E}" type="presParOf" srcId="{B68218AA-C4A7-44D8-9BAD-3E7D780509F0}" destId="{19038856-5989-494E-9930-2B9FA73A5335}" srcOrd="0" destOrd="0" presId="urn:microsoft.com/office/officeart/2008/layout/LinedList"/>
    <dgm:cxn modelId="{D33D4E8A-AA68-41F4-81BF-CD612E9CCFFA}" type="presParOf" srcId="{B68218AA-C4A7-44D8-9BAD-3E7D780509F0}" destId="{497A7405-485E-4E12-B923-6895796E4653}" srcOrd="1" destOrd="0" presId="urn:microsoft.com/office/officeart/2008/layout/LinedList"/>
    <dgm:cxn modelId="{A314BE82-D01C-4003-B745-A8D2B3F094C0}" type="presParOf" srcId="{B68218AA-C4A7-44D8-9BAD-3E7D780509F0}" destId="{C535BC43-1AD2-43C3-A830-A7BA1737CAA3}" srcOrd="2" destOrd="0" presId="urn:microsoft.com/office/officeart/2008/layout/LinedList"/>
    <dgm:cxn modelId="{6FB92BA6-C6BB-437F-A2D1-8B2E98585F74}" type="presParOf" srcId="{07B18091-95AC-40CF-9885-A7A6C2E7D63A}" destId="{5C4CD05E-E642-44FD-9CBE-6E572ABE5CA3}" srcOrd="2" destOrd="0" presId="urn:microsoft.com/office/officeart/2008/layout/LinedList"/>
    <dgm:cxn modelId="{F032A6F5-3DDE-4796-8CB1-849B52B25967}" type="presParOf" srcId="{07B18091-95AC-40CF-9885-A7A6C2E7D63A}" destId="{BF75BAC5-17F7-4860-A458-131990D29120}" srcOrd="3" destOrd="0" presId="urn:microsoft.com/office/officeart/2008/layout/LinedList"/>
  </dgm:cxnLst>
  <dgm:bg/>
  <dgm:whole>
    <a:ln w="38100">
      <a:solidFill>
        <a:schemeClr val="tx2">
          <a:lumMod val="20000"/>
          <a:lumOff val="80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0F3F9B-0FBC-4CD7-951B-A79701AFA497}" type="doc">
      <dgm:prSet loTypeId="urn:microsoft.com/office/officeart/2005/8/layout/venn1" loCatId="relationship" qsTypeId="urn:microsoft.com/office/officeart/2005/8/quickstyle/simple4" qsCatId="simple" csTypeId="urn:microsoft.com/office/officeart/2005/8/colors/accent1_2" csCatId="accent1" phldr="1"/>
      <dgm:spPr/>
    </dgm:pt>
    <dgm:pt modelId="{2F8B4F88-6C2C-4DB1-9D85-25B587301130}">
      <dgm:prSet phldrT="[Text]" custT="1"/>
      <dgm:spPr>
        <a:solidFill>
          <a:srgbClr val="C6D9F1">
            <a:alpha val="70000"/>
          </a:srgbClr>
        </a:solidFill>
      </dgm:spPr>
      <dgm:t>
        <a:bodyPr/>
        <a:lstStyle/>
        <a:p>
          <a:pPr algn="ctr">
            <a:spcAft>
              <a:spcPts val="1200"/>
            </a:spcAft>
          </a:pPr>
          <a:endParaRPr lang="en-US" sz="1500" dirty="0" smtClean="0">
            <a:solidFill>
              <a:srgbClr val="004151"/>
            </a:solidFill>
            <a:latin typeface="Calibri" pitchFamily="34" charset="0"/>
            <a:cs typeface="Calibri" pitchFamily="34" charset="0"/>
          </a:endParaRPr>
        </a:p>
      </dgm:t>
    </dgm:pt>
    <dgm:pt modelId="{59E69902-12B8-4AEC-A2EA-3F27231CD3C5}" type="parTrans" cxnId="{4A8AB58E-D791-441B-9769-DB84278DCC24}">
      <dgm:prSet/>
      <dgm:spPr/>
      <dgm:t>
        <a:bodyPr/>
        <a:lstStyle/>
        <a:p>
          <a:endParaRPr lang="en-US" sz="1500"/>
        </a:p>
      </dgm:t>
    </dgm:pt>
    <dgm:pt modelId="{27EA9384-25B3-434C-912D-D77D476F7A70}" type="sibTrans" cxnId="{4A8AB58E-D791-441B-9769-DB84278DCC24}">
      <dgm:prSet/>
      <dgm:spPr/>
      <dgm:t>
        <a:bodyPr/>
        <a:lstStyle/>
        <a:p>
          <a:endParaRPr lang="en-US" sz="1500"/>
        </a:p>
      </dgm:t>
    </dgm:pt>
    <dgm:pt modelId="{E360A47D-2EA4-4BE9-BA9C-D0C9A5D34F29}">
      <dgm:prSet phldrT="[Text]" custT="1"/>
      <dgm:spPr>
        <a:solidFill>
          <a:srgbClr val="A6D86E">
            <a:alpha val="65000"/>
          </a:srgbClr>
        </a:solidFill>
      </dgm:spPr>
      <dgm:t>
        <a:bodyPr/>
        <a:lstStyle/>
        <a:p>
          <a:pPr marL="0" marR="0" indent="0" algn="l" defTabSz="914400" eaLnBrk="1" fontAlgn="auto" latinLnBrk="0" hangingPunct="1">
            <a:lnSpc>
              <a:spcPct val="100000"/>
            </a:lnSpc>
            <a:spcBef>
              <a:spcPts val="0"/>
            </a:spcBef>
            <a:spcAft>
              <a:spcPts val="1200"/>
            </a:spcAft>
            <a:buClrTx/>
            <a:buSzTx/>
            <a:buFontTx/>
            <a:buNone/>
            <a:tabLst/>
            <a:defRPr/>
          </a:pPr>
          <a:endParaRPr lang="en-US" sz="1500" dirty="0">
            <a:solidFill>
              <a:srgbClr val="004151"/>
            </a:solidFill>
            <a:latin typeface="Calibri" pitchFamily="34" charset="0"/>
            <a:cs typeface="Calibri" pitchFamily="34" charset="0"/>
          </a:endParaRPr>
        </a:p>
      </dgm:t>
    </dgm:pt>
    <dgm:pt modelId="{D29F348A-A19B-40B4-8CA6-4DB8D0095CFF}" type="parTrans" cxnId="{AC850154-CB78-473F-ACAD-99799489DCDA}">
      <dgm:prSet/>
      <dgm:spPr/>
      <dgm:t>
        <a:bodyPr/>
        <a:lstStyle/>
        <a:p>
          <a:endParaRPr lang="en-US" sz="1500"/>
        </a:p>
      </dgm:t>
    </dgm:pt>
    <dgm:pt modelId="{419DEE45-AFFA-4F43-BBAC-55C4E418B25D}" type="sibTrans" cxnId="{AC850154-CB78-473F-ACAD-99799489DCDA}">
      <dgm:prSet/>
      <dgm:spPr/>
      <dgm:t>
        <a:bodyPr/>
        <a:lstStyle/>
        <a:p>
          <a:endParaRPr lang="en-US" sz="1500"/>
        </a:p>
      </dgm:t>
    </dgm:pt>
    <dgm:pt modelId="{F2382483-B7C1-4D8A-B180-E1D4AF55897A}">
      <dgm:prSet phldrT="[Text]" custT="1"/>
      <dgm:spPr>
        <a:solidFill>
          <a:srgbClr val="D7AFFF">
            <a:alpha val="56863"/>
          </a:srgbClr>
        </a:solidFill>
      </dgm:spPr>
      <dgm:t>
        <a:bodyPr/>
        <a:lstStyle/>
        <a:p>
          <a:pPr marL="0" indent="0" algn="r" defTabSz="914400">
            <a:lnSpc>
              <a:spcPct val="100000"/>
            </a:lnSpc>
            <a:spcBef>
              <a:spcPts val="0"/>
            </a:spcBef>
            <a:spcAft>
              <a:spcPts val="1200"/>
            </a:spcAft>
            <a:buNone/>
          </a:pPr>
          <a:r>
            <a:rPr lang="en-US" sz="1500" dirty="0" smtClean="0">
              <a:latin typeface="Calibri" pitchFamily="34" charset="0"/>
              <a:cs typeface="Calibri" pitchFamily="34" charset="0"/>
            </a:rPr>
            <a:t> </a:t>
          </a:r>
          <a:endParaRPr lang="en-US" sz="1500" dirty="0">
            <a:latin typeface="Calibri" pitchFamily="34" charset="0"/>
            <a:cs typeface="Calibri" pitchFamily="34" charset="0"/>
          </a:endParaRPr>
        </a:p>
      </dgm:t>
    </dgm:pt>
    <dgm:pt modelId="{95CFE8D6-0B19-48B1-AFE6-90B429AF7A6B}" type="parTrans" cxnId="{69C199E9-697E-44B6-83D9-1401DC5181B1}">
      <dgm:prSet/>
      <dgm:spPr/>
      <dgm:t>
        <a:bodyPr/>
        <a:lstStyle/>
        <a:p>
          <a:endParaRPr lang="en-US"/>
        </a:p>
      </dgm:t>
    </dgm:pt>
    <dgm:pt modelId="{CE3F5A1C-489E-494B-B75D-2C00DC882AF9}" type="sibTrans" cxnId="{69C199E9-697E-44B6-83D9-1401DC5181B1}">
      <dgm:prSet/>
      <dgm:spPr/>
      <dgm:t>
        <a:bodyPr/>
        <a:lstStyle/>
        <a:p>
          <a:endParaRPr lang="en-US"/>
        </a:p>
      </dgm:t>
    </dgm:pt>
    <dgm:pt modelId="{51EE125C-DC2C-4711-94DD-3E61DE2031D6}">
      <dgm:prSet phldrT="[Text]" custT="1"/>
      <dgm:spPr>
        <a:solidFill>
          <a:srgbClr val="FBBE75">
            <a:alpha val="57000"/>
          </a:srgbClr>
        </a:solidFill>
      </dgm:spPr>
      <dgm:t>
        <a:bodyPr/>
        <a:lstStyle/>
        <a:p>
          <a:pPr marL="0" indent="0" algn="r" defTabSz="914400">
            <a:lnSpc>
              <a:spcPct val="100000"/>
            </a:lnSpc>
            <a:spcBef>
              <a:spcPts val="0"/>
            </a:spcBef>
            <a:spcAft>
              <a:spcPts val="1200"/>
            </a:spcAft>
            <a:buNone/>
          </a:pPr>
          <a:endParaRPr lang="en-US" sz="1500" dirty="0">
            <a:latin typeface="Calibri" pitchFamily="34" charset="0"/>
            <a:cs typeface="Calibri" pitchFamily="34" charset="0"/>
          </a:endParaRPr>
        </a:p>
      </dgm:t>
    </dgm:pt>
    <dgm:pt modelId="{E9CC0F28-B69A-432B-8CE6-AEC470ED1415}" type="parTrans" cxnId="{FE9F5944-128C-48C2-8575-984D78344C00}">
      <dgm:prSet/>
      <dgm:spPr/>
      <dgm:t>
        <a:bodyPr/>
        <a:lstStyle/>
        <a:p>
          <a:endParaRPr lang="en-US"/>
        </a:p>
      </dgm:t>
    </dgm:pt>
    <dgm:pt modelId="{868A1772-7253-419A-ADB3-BB794EC90F70}" type="sibTrans" cxnId="{FE9F5944-128C-48C2-8575-984D78344C00}">
      <dgm:prSet/>
      <dgm:spPr/>
      <dgm:t>
        <a:bodyPr/>
        <a:lstStyle/>
        <a:p>
          <a:endParaRPr lang="en-US"/>
        </a:p>
      </dgm:t>
    </dgm:pt>
    <dgm:pt modelId="{0159CE69-E4D3-4328-B3B2-C71D50A0ACC7}" type="pres">
      <dgm:prSet presAssocID="{630F3F9B-0FBC-4CD7-951B-A79701AFA497}" presName="compositeShape" presStyleCnt="0">
        <dgm:presLayoutVars>
          <dgm:chMax val="7"/>
          <dgm:dir/>
          <dgm:resizeHandles val="exact"/>
        </dgm:presLayoutVars>
      </dgm:prSet>
      <dgm:spPr/>
    </dgm:pt>
    <dgm:pt modelId="{ECE2CBF0-F82E-4399-93FC-79B360ED79A9}" type="pres">
      <dgm:prSet presAssocID="{2F8B4F88-6C2C-4DB1-9D85-25B587301130}" presName="circ1" presStyleLbl="vennNode1" presStyleIdx="0" presStyleCnt="4" custScaleX="104672" custScaleY="104672" custLinFactNeighborX="1602" custLinFactNeighborY="64"/>
      <dgm:spPr/>
      <dgm:t>
        <a:bodyPr/>
        <a:lstStyle/>
        <a:p>
          <a:endParaRPr lang="en-US"/>
        </a:p>
      </dgm:t>
    </dgm:pt>
    <dgm:pt modelId="{39B3D19D-1BC0-44AE-AC8C-183BD798A28F}" type="pres">
      <dgm:prSet presAssocID="{2F8B4F88-6C2C-4DB1-9D85-25B587301130}" presName="circ1Tx" presStyleLbl="revTx" presStyleIdx="0" presStyleCnt="0">
        <dgm:presLayoutVars>
          <dgm:chMax val="0"/>
          <dgm:chPref val="0"/>
          <dgm:bulletEnabled val="1"/>
        </dgm:presLayoutVars>
      </dgm:prSet>
      <dgm:spPr/>
      <dgm:t>
        <a:bodyPr/>
        <a:lstStyle/>
        <a:p>
          <a:endParaRPr lang="en-US"/>
        </a:p>
      </dgm:t>
    </dgm:pt>
    <dgm:pt modelId="{0B403962-006E-4C49-8564-FCB01A853836}" type="pres">
      <dgm:prSet presAssocID="{E360A47D-2EA4-4BE9-BA9C-D0C9A5D34F29}" presName="circ2" presStyleLbl="vennNode1" presStyleIdx="1" presStyleCnt="4" custScaleX="104672" custScaleY="104672" custLinFactNeighborX="10776" custLinFactNeighborY="-2679"/>
      <dgm:spPr/>
      <dgm:t>
        <a:bodyPr/>
        <a:lstStyle/>
        <a:p>
          <a:endParaRPr lang="en-US"/>
        </a:p>
      </dgm:t>
    </dgm:pt>
    <dgm:pt modelId="{53FCB2CC-FC41-4B14-8B47-9407A6E32095}" type="pres">
      <dgm:prSet presAssocID="{E360A47D-2EA4-4BE9-BA9C-D0C9A5D34F29}" presName="circ2Tx" presStyleLbl="revTx" presStyleIdx="0" presStyleCnt="0">
        <dgm:presLayoutVars>
          <dgm:chMax val="0"/>
          <dgm:chPref val="0"/>
          <dgm:bulletEnabled val="1"/>
        </dgm:presLayoutVars>
      </dgm:prSet>
      <dgm:spPr/>
      <dgm:t>
        <a:bodyPr/>
        <a:lstStyle/>
        <a:p>
          <a:endParaRPr lang="en-US"/>
        </a:p>
      </dgm:t>
    </dgm:pt>
    <dgm:pt modelId="{368B71F7-7892-46E1-BA05-6D90AC44908B}" type="pres">
      <dgm:prSet presAssocID="{F2382483-B7C1-4D8A-B180-E1D4AF55897A}" presName="circ3" presStyleLbl="vennNode1" presStyleIdx="2" presStyleCnt="4" custScaleX="104672" custScaleY="104672" custLinFactNeighborX="-2425" custLinFactNeighborY="-928"/>
      <dgm:spPr/>
      <dgm:t>
        <a:bodyPr/>
        <a:lstStyle/>
        <a:p>
          <a:endParaRPr lang="en-US"/>
        </a:p>
      </dgm:t>
    </dgm:pt>
    <dgm:pt modelId="{52FF5997-4907-40CE-BEBC-F58EC8BBBAE1}" type="pres">
      <dgm:prSet presAssocID="{F2382483-B7C1-4D8A-B180-E1D4AF55897A}" presName="circ3Tx" presStyleLbl="revTx" presStyleIdx="0" presStyleCnt="0">
        <dgm:presLayoutVars>
          <dgm:chMax val="0"/>
          <dgm:chPref val="0"/>
          <dgm:bulletEnabled val="1"/>
        </dgm:presLayoutVars>
      </dgm:prSet>
      <dgm:spPr/>
      <dgm:t>
        <a:bodyPr/>
        <a:lstStyle/>
        <a:p>
          <a:endParaRPr lang="en-US"/>
        </a:p>
      </dgm:t>
    </dgm:pt>
    <dgm:pt modelId="{C9838433-A755-4A24-8ED1-CF62FD4D047B}" type="pres">
      <dgm:prSet presAssocID="{51EE125C-DC2C-4711-94DD-3E61DE2031D6}" presName="circ4" presStyleLbl="vennNode1" presStyleIdx="3" presStyleCnt="4" custScaleX="104672" custScaleY="104672" custLinFactNeighborX="-11969" custLinFactNeighborY="-2664"/>
      <dgm:spPr/>
      <dgm:t>
        <a:bodyPr/>
        <a:lstStyle/>
        <a:p>
          <a:endParaRPr lang="en-US"/>
        </a:p>
      </dgm:t>
    </dgm:pt>
    <dgm:pt modelId="{77044A31-DF40-4956-B5FE-7BD57EA91F48}" type="pres">
      <dgm:prSet presAssocID="{51EE125C-DC2C-4711-94DD-3E61DE2031D6}" presName="circ4Tx" presStyleLbl="revTx" presStyleIdx="0" presStyleCnt="0">
        <dgm:presLayoutVars>
          <dgm:chMax val="0"/>
          <dgm:chPref val="0"/>
          <dgm:bulletEnabled val="1"/>
        </dgm:presLayoutVars>
      </dgm:prSet>
      <dgm:spPr/>
      <dgm:t>
        <a:bodyPr/>
        <a:lstStyle/>
        <a:p>
          <a:endParaRPr lang="en-US"/>
        </a:p>
      </dgm:t>
    </dgm:pt>
  </dgm:ptLst>
  <dgm:cxnLst>
    <dgm:cxn modelId="{7E80C014-CF7E-4B7A-A49D-AC6B3005FF18}" type="presOf" srcId="{F2382483-B7C1-4D8A-B180-E1D4AF55897A}" destId="{368B71F7-7892-46E1-BA05-6D90AC44908B}" srcOrd="0" destOrd="0" presId="urn:microsoft.com/office/officeart/2005/8/layout/venn1"/>
    <dgm:cxn modelId="{2D7FD977-7A83-4D1F-BB12-FE9E6E18778D}" type="presOf" srcId="{2F8B4F88-6C2C-4DB1-9D85-25B587301130}" destId="{ECE2CBF0-F82E-4399-93FC-79B360ED79A9}" srcOrd="0" destOrd="0" presId="urn:microsoft.com/office/officeart/2005/8/layout/venn1"/>
    <dgm:cxn modelId="{AC850154-CB78-473F-ACAD-99799489DCDA}" srcId="{630F3F9B-0FBC-4CD7-951B-A79701AFA497}" destId="{E360A47D-2EA4-4BE9-BA9C-D0C9A5D34F29}" srcOrd="1" destOrd="0" parTransId="{D29F348A-A19B-40B4-8CA6-4DB8D0095CFF}" sibTransId="{419DEE45-AFFA-4F43-BBAC-55C4E418B25D}"/>
    <dgm:cxn modelId="{51BCC9BA-FCCD-4223-AED6-4299F191A1F2}" type="presOf" srcId="{2F8B4F88-6C2C-4DB1-9D85-25B587301130}" destId="{39B3D19D-1BC0-44AE-AC8C-183BD798A28F}" srcOrd="1" destOrd="0" presId="urn:microsoft.com/office/officeart/2005/8/layout/venn1"/>
    <dgm:cxn modelId="{EF50AE9A-EA6E-424B-B703-F42C85155346}" type="presOf" srcId="{51EE125C-DC2C-4711-94DD-3E61DE2031D6}" destId="{C9838433-A755-4A24-8ED1-CF62FD4D047B}" srcOrd="0" destOrd="0" presId="urn:microsoft.com/office/officeart/2005/8/layout/venn1"/>
    <dgm:cxn modelId="{69C199E9-697E-44B6-83D9-1401DC5181B1}" srcId="{630F3F9B-0FBC-4CD7-951B-A79701AFA497}" destId="{F2382483-B7C1-4D8A-B180-E1D4AF55897A}" srcOrd="2" destOrd="0" parTransId="{95CFE8D6-0B19-48B1-AFE6-90B429AF7A6B}" sibTransId="{CE3F5A1C-489E-494B-B75D-2C00DC882AF9}"/>
    <dgm:cxn modelId="{28E1B49B-1A76-4B54-8D3A-B3EBD50F856F}" type="presOf" srcId="{E360A47D-2EA4-4BE9-BA9C-D0C9A5D34F29}" destId="{0B403962-006E-4C49-8564-FCB01A853836}" srcOrd="0" destOrd="0" presId="urn:microsoft.com/office/officeart/2005/8/layout/venn1"/>
    <dgm:cxn modelId="{37F1AF1F-0B95-404A-A807-B376D29ECCDC}" type="presOf" srcId="{51EE125C-DC2C-4711-94DD-3E61DE2031D6}" destId="{77044A31-DF40-4956-B5FE-7BD57EA91F48}" srcOrd="1" destOrd="0" presId="urn:microsoft.com/office/officeart/2005/8/layout/venn1"/>
    <dgm:cxn modelId="{DA81724E-09C7-45D6-A38B-2BA11364C5C4}" type="presOf" srcId="{F2382483-B7C1-4D8A-B180-E1D4AF55897A}" destId="{52FF5997-4907-40CE-BEBC-F58EC8BBBAE1}" srcOrd="1" destOrd="0" presId="urn:microsoft.com/office/officeart/2005/8/layout/venn1"/>
    <dgm:cxn modelId="{4A8AB58E-D791-441B-9769-DB84278DCC24}" srcId="{630F3F9B-0FBC-4CD7-951B-A79701AFA497}" destId="{2F8B4F88-6C2C-4DB1-9D85-25B587301130}" srcOrd="0" destOrd="0" parTransId="{59E69902-12B8-4AEC-A2EA-3F27231CD3C5}" sibTransId="{27EA9384-25B3-434C-912D-D77D476F7A70}"/>
    <dgm:cxn modelId="{FE9F5944-128C-48C2-8575-984D78344C00}" srcId="{630F3F9B-0FBC-4CD7-951B-A79701AFA497}" destId="{51EE125C-DC2C-4711-94DD-3E61DE2031D6}" srcOrd="3" destOrd="0" parTransId="{E9CC0F28-B69A-432B-8CE6-AEC470ED1415}" sibTransId="{868A1772-7253-419A-ADB3-BB794EC90F70}"/>
    <dgm:cxn modelId="{D7D979E9-F683-4C4F-B1CA-502FC03C9346}" type="presOf" srcId="{630F3F9B-0FBC-4CD7-951B-A79701AFA497}" destId="{0159CE69-E4D3-4328-B3B2-C71D50A0ACC7}" srcOrd="0" destOrd="0" presId="urn:microsoft.com/office/officeart/2005/8/layout/venn1"/>
    <dgm:cxn modelId="{AF83CBA3-511A-413B-9D4D-62F04AC3D388}" type="presOf" srcId="{E360A47D-2EA4-4BE9-BA9C-D0C9A5D34F29}" destId="{53FCB2CC-FC41-4B14-8B47-9407A6E32095}" srcOrd="1" destOrd="0" presId="urn:microsoft.com/office/officeart/2005/8/layout/venn1"/>
    <dgm:cxn modelId="{63E96773-5B1C-4739-B1CF-91829808D8DB}" type="presParOf" srcId="{0159CE69-E4D3-4328-B3B2-C71D50A0ACC7}" destId="{ECE2CBF0-F82E-4399-93FC-79B360ED79A9}" srcOrd="0" destOrd="0" presId="urn:microsoft.com/office/officeart/2005/8/layout/venn1"/>
    <dgm:cxn modelId="{9336BC6A-840D-4856-9A7B-2A539EE8684C}" type="presParOf" srcId="{0159CE69-E4D3-4328-B3B2-C71D50A0ACC7}" destId="{39B3D19D-1BC0-44AE-AC8C-183BD798A28F}" srcOrd="1" destOrd="0" presId="urn:microsoft.com/office/officeart/2005/8/layout/venn1"/>
    <dgm:cxn modelId="{931F5D8D-C320-45AB-816D-1B05EA4548A5}" type="presParOf" srcId="{0159CE69-E4D3-4328-B3B2-C71D50A0ACC7}" destId="{0B403962-006E-4C49-8564-FCB01A853836}" srcOrd="2" destOrd="0" presId="urn:microsoft.com/office/officeart/2005/8/layout/venn1"/>
    <dgm:cxn modelId="{9FBBDF09-62E5-47C6-98A3-42932A23D5C3}" type="presParOf" srcId="{0159CE69-E4D3-4328-B3B2-C71D50A0ACC7}" destId="{53FCB2CC-FC41-4B14-8B47-9407A6E32095}" srcOrd="3" destOrd="0" presId="urn:microsoft.com/office/officeart/2005/8/layout/venn1"/>
    <dgm:cxn modelId="{554F26ED-CDAE-47F9-9F8D-DD2F5B8B289F}" type="presParOf" srcId="{0159CE69-E4D3-4328-B3B2-C71D50A0ACC7}" destId="{368B71F7-7892-46E1-BA05-6D90AC44908B}" srcOrd="4" destOrd="0" presId="urn:microsoft.com/office/officeart/2005/8/layout/venn1"/>
    <dgm:cxn modelId="{4B8DCC90-22F1-4206-AE1C-4CB43B97120F}" type="presParOf" srcId="{0159CE69-E4D3-4328-B3B2-C71D50A0ACC7}" destId="{52FF5997-4907-40CE-BEBC-F58EC8BBBAE1}" srcOrd="5" destOrd="0" presId="urn:microsoft.com/office/officeart/2005/8/layout/venn1"/>
    <dgm:cxn modelId="{597FF603-333A-429A-AB82-1DA285A6DDDF}" type="presParOf" srcId="{0159CE69-E4D3-4328-B3B2-C71D50A0ACC7}" destId="{C9838433-A755-4A24-8ED1-CF62FD4D047B}" srcOrd="6" destOrd="0" presId="urn:microsoft.com/office/officeart/2005/8/layout/venn1"/>
    <dgm:cxn modelId="{66043AB0-20BA-43AA-9737-FE59A2798994}" type="presParOf" srcId="{0159CE69-E4D3-4328-B3B2-C71D50A0ACC7}" destId="{77044A31-DF40-4956-B5FE-7BD57EA91F48}" srcOrd="7" destOrd="0" presId="urn:microsoft.com/office/officeart/2005/8/layout/venn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3233FA-5076-4394-8A3B-FCA0A0EE43C3}"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490BB70D-B5B5-4FFE-A9DB-30F633EB10AA}">
      <dgm:prSet phldrT="[Text]" custT="1"/>
      <dgm:spPr/>
      <dgm:t>
        <a:bodyPr/>
        <a:lstStyle/>
        <a:p>
          <a:pPr algn="ctr">
            <a:spcAft>
              <a:spcPct val="35000"/>
            </a:spcAft>
          </a:pPr>
          <a:r>
            <a:rPr lang="en-US" sz="1800" b="1" dirty="0" smtClean="0">
              <a:solidFill>
                <a:srgbClr val="004151"/>
              </a:solidFill>
            </a:rPr>
            <a:t> </a:t>
          </a:r>
          <a:r>
            <a:rPr lang="en-US" sz="2000" b="1" dirty="0" err="1" smtClean="0">
              <a:solidFill>
                <a:srgbClr val="004151"/>
              </a:solidFill>
            </a:rPr>
            <a:t>CDISC</a:t>
          </a:r>
          <a:r>
            <a:rPr lang="en-US" sz="2000" b="1" dirty="0" smtClean="0">
              <a:solidFill>
                <a:srgbClr val="004151"/>
              </a:solidFill>
            </a:rPr>
            <a:t> –IMI </a:t>
          </a:r>
        </a:p>
        <a:p>
          <a:pPr algn="ctr">
            <a:spcAft>
              <a:spcPct val="35000"/>
            </a:spcAft>
          </a:pPr>
          <a:r>
            <a:rPr lang="en-US" sz="2000" b="1" dirty="0" smtClean="0">
              <a:solidFill>
                <a:srgbClr val="004151"/>
              </a:solidFill>
            </a:rPr>
            <a:t>Memorandum of understanding</a:t>
          </a:r>
        </a:p>
        <a:p>
          <a:pPr algn="ctr">
            <a:spcAft>
              <a:spcPct val="35000"/>
            </a:spcAft>
          </a:pPr>
          <a:r>
            <a:rPr lang="en-US" sz="2000" b="1" dirty="0" err="1" smtClean="0">
              <a:solidFill>
                <a:srgbClr val="004151"/>
              </a:solidFill>
            </a:rPr>
            <a:t>CDISC</a:t>
          </a:r>
          <a:r>
            <a:rPr lang="en-US" sz="2000" b="1" dirty="0" smtClean="0">
              <a:solidFill>
                <a:srgbClr val="004151"/>
              </a:solidFill>
            </a:rPr>
            <a:t> membership</a:t>
          </a:r>
        </a:p>
        <a:p>
          <a:pPr algn="ctr">
            <a:spcAft>
              <a:spcPct val="35000"/>
            </a:spcAft>
          </a:pPr>
          <a:r>
            <a:rPr lang="en-US" sz="2000" b="1" dirty="0" smtClean="0">
              <a:solidFill>
                <a:srgbClr val="004151"/>
              </a:solidFill>
            </a:rPr>
            <a:t>Standards work on project basis</a:t>
          </a:r>
        </a:p>
        <a:p>
          <a:pPr algn="ctr">
            <a:spcAft>
              <a:spcPct val="35000"/>
            </a:spcAft>
          </a:pPr>
          <a:endParaRPr lang="en-US" sz="1800" b="1" dirty="0" smtClean="0">
            <a:solidFill>
              <a:srgbClr val="004151"/>
            </a:solidFill>
          </a:endParaRPr>
        </a:p>
      </dgm:t>
    </dgm:pt>
    <dgm:pt modelId="{E2C67090-AB41-4AC1-8DBF-67C6C267B6C5}" type="parTrans" cxnId="{4F4BAA0E-43F5-481F-9CF2-4218B1F39B0C}">
      <dgm:prSet/>
      <dgm:spPr/>
      <dgm:t>
        <a:bodyPr/>
        <a:lstStyle/>
        <a:p>
          <a:endParaRPr lang="en-US" sz="1800"/>
        </a:p>
      </dgm:t>
    </dgm:pt>
    <dgm:pt modelId="{079F3060-BE16-4609-938C-CA23D2920590}" type="sibTrans" cxnId="{4F4BAA0E-43F5-481F-9CF2-4218B1F39B0C}">
      <dgm:prSet/>
      <dgm:spPr/>
      <dgm:t>
        <a:bodyPr/>
        <a:lstStyle/>
        <a:p>
          <a:endParaRPr lang="en-US" sz="1800"/>
        </a:p>
      </dgm:t>
    </dgm:pt>
    <dgm:pt modelId="{BDFFDB46-2364-4323-9183-D7A50427275F}">
      <dgm:prSet phldrT="[Text]" custT="1"/>
      <dgm:spPr/>
      <dgm:t>
        <a:bodyPr/>
        <a:lstStyle/>
        <a:p>
          <a:r>
            <a:rPr lang="en-US" sz="2000" b="1" dirty="0" err="1" smtClean="0">
              <a:solidFill>
                <a:srgbClr val="004151"/>
              </a:solidFill>
              <a:latin typeface="+mn-lt"/>
            </a:rPr>
            <a:t>CDISC</a:t>
          </a:r>
          <a:r>
            <a:rPr lang="en-US" sz="2000" b="1" dirty="0" smtClean="0">
              <a:solidFill>
                <a:srgbClr val="004151"/>
              </a:solidFill>
              <a:latin typeface="+mn-lt"/>
            </a:rPr>
            <a:t> membership</a:t>
          </a:r>
        </a:p>
        <a:p>
          <a:r>
            <a:rPr lang="en-US" sz="2000" b="1" dirty="0" smtClean="0">
              <a:solidFill>
                <a:srgbClr val="004151"/>
              </a:solidFill>
              <a:latin typeface="+mn-lt"/>
            </a:rPr>
            <a:t>Extends to IMI beneficiaries in IMI projects</a:t>
          </a:r>
        </a:p>
        <a:p>
          <a:r>
            <a:rPr lang="en-US" sz="2000" b="1" dirty="0" err="1" smtClean="0">
              <a:solidFill>
                <a:srgbClr val="004151"/>
              </a:solidFill>
              <a:latin typeface="+mn-lt"/>
            </a:rPr>
            <a:t>CDISC</a:t>
          </a:r>
          <a:r>
            <a:rPr lang="en-US" sz="2000" b="1" dirty="0" smtClean="0">
              <a:solidFill>
                <a:srgbClr val="004151"/>
              </a:solidFill>
              <a:latin typeface="+mn-lt"/>
            </a:rPr>
            <a:t> overview course</a:t>
          </a:r>
          <a:endParaRPr lang="en-US" sz="2000" b="1" dirty="0">
            <a:solidFill>
              <a:srgbClr val="004151"/>
            </a:solidFill>
            <a:latin typeface="+mn-lt"/>
          </a:endParaRPr>
        </a:p>
      </dgm:t>
    </dgm:pt>
    <dgm:pt modelId="{13F3E8DB-93D4-48CD-B3BA-BD7CCF55711D}" type="parTrans" cxnId="{2002C06D-44D2-4002-A568-5B1BF6C70161}">
      <dgm:prSet/>
      <dgm:spPr/>
      <dgm:t>
        <a:bodyPr/>
        <a:lstStyle/>
        <a:p>
          <a:endParaRPr lang="en-US" sz="1800"/>
        </a:p>
      </dgm:t>
    </dgm:pt>
    <dgm:pt modelId="{BAEDDA13-CA3D-426C-BF84-FBFC0BA1FA19}" type="sibTrans" cxnId="{2002C06D-44D2-4002-A568-5B1BF6C70161}">
      <dgm:prSet/>
      <dgm:spPr/>
      <dgm:t>
        <a:bodyPr/>
        <a:lstStyle/>
        <a:p>
          <a:endParaRPr lang="en-US" sz="1800"/>
        </a:p>
      </dgm:t>
    </dgm:pt>
    <dgm:pt modelId="{C65B8041-C6D0-4D37-B432-795B5FAF1138}">
      <dgm:prSet phldrT="[Text]" custT="1"/>
      <dgm:spPr/>
      <dgm:t>
        <a:bodyPr/>
        <a:lstStyle/>
        <a:p>
          <a:r>
            <a:rPr lang="en-US" sz="2000" b="1" dirty="0" smtClean="0"/>
            <a:t>BENEFITS</a:t>
          </a:r>
        </a:p>
        <a:p>
          <a:r>
            <a:rPr lang="en-US" sz="2000" dirty="0" err="1" smtClean="0"/>
            <a:t>Pharma</a:t>
          </a:r>
          <a:r>
            <a:rPr lang="en-US" sz="2000" dirty="0" smtClean="0"/>
            <a:t> and IMI beneficiaries use same standards </a:t>
          </a:r>
        </a:p>
        <a:p>
          <a:r>
            <a:rPr lang="en-US" sz="2000" dirty="0" smtClean="0"/>
            <a:t>Develop new standards where needed</a:t>
          </a:r>
        </a:p>
        <a:p>
          <a:r>
            <a:rPr lang="en-US" sz="2000" dirty="0" smtClean="0"/>
            <a:t>Preventing duplication of effort and resources</a:t>
          </a:r>
        </a:p>
        <a:p>
          <a:endParaRPr lang="en-US" sz="1800" b="0" u="none" dirty="0" smtClean="0"/>
        </a:p>
      </dgm:t>
    </dgm:pt>
    <dgm:pt modelId="{BB16EF1C-C699-4BB3-A250-97DD17D16051}" type="parTrans" cxnId="{9884190C-4675-4C63-B382-B9BA8E320B91}">
      <dgm:prSet/>
      <dgm:spPr/>
      <dgm:t>
        <a:bodyPr/>
        <a:lstStyle/>
        <a:p>
          <a:endParaRPr lang="en-US" sz="1800"/>
        </a:p>
      </dgm:t>
    </dgm:pt>
    <dgm:pt modelId="{820BA5BD-11A8-4131-B5A5-E79254895E6D}" type="sibTrans" cxnId="{9884190C-4675-4C63-B382-B9BA8E320B91}">
      <dgm:prSet/>
      <dgm:spPr/>
      <dgm:t>
        <a:bodyPr/>
        <a:lstStyle/>
        <a:p>
          <a:endParaRPr lang="en-US" sz="1800"/>
        </a:p>
      </dgm:t>
    </dgm:pt>
    <dgm:pt modelId="{D987803B-4282-4297-9678-A04C64909467}">
      <dgm:prSet custT="1"/>
      <dgm:spPr/>
      <dgm:t>
        <a:bodyPr/>
        <a:lstStyle/>
        <a:p>
          <a:r>
            <a:rPr lang="en-US" sz="2000" b="1" dirty="0" err="1" smtClean="0">
              <a:solidFill>
                <a:srgbClr val="004151"/>
              </a:solidFill>
              <a:latin typeface="+mj-lt"/>
            </a:rPr>
            <a:t>CDISC</a:t>
          </a:r>
          <a:r>
            <a:rPr lang="en-US" sz="2000" b="1" dirty="0" smtClean="0">
              <a:solidFill>
                <a:srgbClr val="004151"/>
              </a:solidFill>
              <a:latin typeface="+mj-lt"/>
            </a:rPr>
            <a:t> project participant</a:t>
          </a:r>
        </a:p>
        <a:p>
          <a:r>
            <a:rPr lang="en-US" sz="2000" b="1" dirty="0" smtClean="0">
              <a:solidFill>
                <a:srgbClr val="004151"/>
              </a:solidFill>
              <a:latin typeface="+mj-lt"/>
            </a:rPr>
            <a:t>EHR4CR</a:t>
          </a:r>
        </a:p>
        <a:p>
          <a:r>
            <a:rPr lang="en-US" sz="2000" b="1" dirty="0" err="1" smtClean="0">
              <a:solidFill>
                <a:srgbClr val="004151"/>
              </a:solidFill>
              <a:latin typeface="+mj-lt"/>
            </a:rPr>
            <a:t>BIOVAC</a:t>
          </a:r>
          <a:r>
            <a:rPr lang="en-US" sz="2000" b="1" dirty="0" smtClean="0">
              <a:solidFill>
                <a:srgbClr val="004151"/>
              </a:solidFill>
              <a:latin typeface="+mj-lt"/>
            </a:rPr>
            <a:t>-SAFE</a:t>
          </a:r>
        </a:p>
        <a:p>
          <a:r>
            <a:rPr lang="en-US" sz="2000" b="1" dirty="0" err="1" smtClean="0">
              <a:solidFill>
                <a:srgbClr val="004151"/>
              </a:solidFill>
              <a:latin typeface="+mj-lt"/>
            </a:rPr>
            <a:t>eTRIKS</a:t>
          </a:r>
          <a:endParaRPr lang="en-US" sz="2000" b="1" dirty="0" smtClean="0">
            <a:solidFill>
              <a:srgbClr val="004151"/>
            </a:solidFill>
            <a:latin typeface="+mj-lt"/>
          </a:endParaRPr>
        </a:p>
        <a:p>
          <a:r>
            <a:rPr lang="en-US" sz="2000" b="1" dirty="0" err="1" smtClean="0">
              <a:solidFill>
                <a:srgbClr val="004151"/>
              </a:solidFill>
              <a:latin typeface="+mj-lt"/>
            </a:rPr>
            <a:t>CDISC</a:t>
          </a:r>
          <a:r>
            <a:rPr lang="en-US" sz="2000" b="1" dirty="0" smtClean="0">
              <a:solidFill>
                <a:srgbClr val="004151"/>
              </a:solidFill>
              <a:latin typeface="+mj-lt"/>
            </a:rPr>
            <a:t> standards used in many</a:t>
          </a:r>
          <a:endParaRPr lang="en-US" sz="2000" b="0" dirty="0" smtClean="0">
            <a:solidFill>
              <a:srgbClr val="004151"/>
            </a:solidFill>
            <a:latin typeface="+mj-lt"/>
          </a:endParaRPr>
        </a:p>
      </dgm:t>
    </dgm:pt>
    <dgm:pt modelId="{7A804ED1-9560-48F1-BCD7-61A516E23E50}" type="parTrans" cxnId="{57553AB0-00B0-4F58-A41B-B082B1747F00}">
      <dgm:prSet/>
      <dgm:spPr/>
      <dgm:t>
        <a:bodyPr/>
        <a:lstStyle/>
        <a:p>
          <a:endParaRPr lang="en-US"/>
        </a:p>
      </dgm:t>
    </dgm:pt>
    <dgm:pt modelId="{B5EFB84C-7BD5-4EC8-A207-A4118E842D3F}" type="sibTrans" cxnId="{57553AB0-00B0-4F58-A41B-B082B1747F00}">
      <dgm:prSet/>
      <dgm:spPr/>
      <dgm:t>
        <a:bodyPr/>
        <a:lstStyle/>
        <a:p>
          <a:endParaRPr lang="en-US"/>
        </a:p>
      </dgm:t>
    </dgm:pt>
    <dgm:pt modelId="{F5BC4B32-8AF5-49FC-89F2-B5AE4DEA2945}" type="pres">
      <dgm:prSet presAssocID="{BF3233FA-5076-4394-8A3B-FCA0A0EE43C3}" presName="diagram" presStyleCnt="0">
        <dgm:presLayoutVars>
          <dgm:dir/>
          <dgm:resizeHandles val="exact"/>
        </dgm:presLayoutVars>
      </dgm:prSet>
      <dgm:spPr/>
      <dgm:t>
        <a:bodyPr/>
        <a:lstStyle/>
        <a:p>
          <a:endParaRPr lang="fr-BE"/>
        </a:p>
      </dgm:t>
    </dgm:pt>
    <dgm:pt modelId="{177E207C-9B14-48CF-A634-3D95E79C7D41}" type="pres">
      <dgm:prSet presAssocID="{490BB70D-B5B5-4FFE-A9DB-30F633EB10AA}" presName="node" presStyleLbl="node1" presStyleIdx="0" presStyleCnt="4" custScaleX="71226" custScaleY="108288" custLinFactNeighborX="2156" custLinFactNeighborY="8659">
        <dgm:presLayoutVars>
          <dgm:bulletEnabled val="1"/>
        </dgm:presLayoutVars>
      </dgm:prSet>
      <dgm:spPr/>
      <dgm:t>
        <a:bodyPr/>
        <a:lstStyle/>
        <a:p>
          <a:endParaRPr lang="en-US"/>
        </a:p>
      </dgm:t>
    </dgm:pt>
    <dgm:pt modelId="{6A1327A1-D565-49FB-AFE3-856041A65E4F}" type="pres">
      <dgm:prSet presAssocID="{079F3060-BE16-4609-938C-CA23D2920590}" presName="sibTrans" presStyleCnt="0"/>
      <dgm:spPr/>
    </dgm:pt>
    <dgm:pt modelId="{2AF4AF94-17D1-48D1-B883-DEEF5C5EC277}" type="pres">
      <dgm:prSet presAssocID="{BDFFDB46-2364-4323-9183-D7A50427275F}" presName="node" presStyleLbl="node1" presStyleIdx="1" presStyleCnt="4" custScaleX="71389" custScaleY="112254" custLinFactNeighborX="-646" custLinFactNeighborY="7683">
        <dgm:presLayoutVars>
          <dgm:bulletEnabled val="1"/>
        </dgm:presLayoutVars>
      </dgm:prSet>
      <dgm:spPr/>
      <dgm:t>
        <a:bodyPr/>
        <a:lstStyle/>
        <a:p>
          <a:endParaRPr lang="en-US"/>
        </a:p>
      </dgm:t>
    </dgm:pt>
    <dgm:pt modelId="{033DFEF2-CE8F-4F79-8313-71348EDDE772}" type="pres">
      <dgm:prSet presAssocID="{BAEDDA13-CA3D-426C-BF84-FBFC0BA1FA19}" presName="sibTrans" presStyleCnt="0"/>
      <dgm:spPr/>
    </dgm:pt>
    <dgm:pt modelId="{74BA3765-C8A0-4B74-8CE8-71D55B36D880}" type="pres">
      <dgm:prSet presAssocID="{D987803B-4282-4297-9678-A04C64909467}" presName="node" presStyleLbl="node1" presStyleIdx="2" presStyleCnt="4" custScaleX="71389" custScaleY="113319" custLinFactNeighborX="-2146" custLinFactNeighborY="7712">
        <dgm:presLayoutVars>
          <dgm:bulletEnabled val="1"/>
        </dgm:presLayoutVars>
      </dgm:prSet>
      <dgm:spPr/>
      <dgm:t>
        <a:bodyPr/>
        <a:lstStyle/>
        <a:p>
          <a:endParaRPr lang="en-US"/>
        </a:p>
      </dgm:t>
    </dgm:pt>
    <dgm:pt modelId="{5CCAE65B-934E-4CA8-84D2-840ED371ABB5}" type="pres">
      <dgm:prSet presAssocID="{B5EFB84C-7BD5-4EC8-A207-A4118E842D3F}" presName="sibTrans" presStyleCnt="0"/>
      <dgm:spPr/>
    </dgm:pt>
    <dgm:pt modelId="{C650DF81-1B66-42AB-B807-1AEA251EF595}" type="pres">
      <dgm:prSet presAssocID="{C65B8041-C6D0-4D37-B432-795B5FAF1138}" presName="node" presStyleLbl="node1" presStyleIdx="3" presStyleCnt="4" custScaleX="154537" custScaleY="79889" custLinFactNeighborX="-2387" custLinFactNeighborY="8259">
        <dgm:presLayoutVars>
          <dgm:bulletEnabled val="1"/>
        </dgm:presLayoutVars>
      </dgm:prSet>
      <dgm:spPr/>
      <dgm:t>
        <a:bodyPr/>
        <a:lstStyle/>
        <a:p>
          <a:endParaRPr lang="en-US"/>
        </a:p>
      </dgm:t>
    </dgm:pt>
  </dgm:ptLst>
  <dgm:cxnLst>
    <dgm:cxn modelId="{60F48AB5-F6E0-4950-9373-56BEAE5E7975}" type="presOf" srcId="{C65B8041-C6D0-4D37-B432-795B5FAF1138}" destId="{C650DF81-1B66-42AB-B807-1AEA251EF595}" srcOrd="0" destOrd="0" presId="urn:microsoft.com/office/officeart/2005/8/layout/default"/>
    <dgm:cxn modelId="{80543C8B-149B-44B8-9B34-36E4552A5AAA}" type="presOf" srcId="{490BB70D-B5B5-4FFE-A9DB-30F633EB10AA}" destId="{177E207C-9B14-48CF-A634-3D95E79C7D41}" srcOrd="0" destOrd="0" presId="urn:microsoft.com/office/officeart/2005/8/layout/default"/>
    <dgm:cxn modelId="{4F4BAA0E-43F5-481F-9CF2-4218B1F39B0C}" srcId="{BF3233FA-5076-4394-8A3B-FCA0A0EE43C3}" destId="{490BB70D-B5B5-4FFE-A9DB-30F633EB10AA}" srcOrd="0" destOrd="0" parTransId="{E2C67090-AB41-4AC1-8DBF-67C6C267B6C5}" sibTransId="{079F3060-BE16-4609-938C-CA23D2920590}"/>
    <dgm:cxn modelId="{4B14F908-EA72-4FE4-B283-EB635AFF51F0}" type="presOf" srcId="{BF3233FA-5076-4394-8A3B-FCA0A0EE43C3}" destId="{F5BC4B32-8AF5-49FC-89F2-B5AE4DEA2945}" srcOrd="0" destOrd="0" presId="urn:microsoft.com/office/officeart/2005/8/layout/default"/>
    <dgm:cxn modelId="{57553AB0-00B0-4F58-A41B-B082B1747F00}" srcId="{BF3233FA-5076-4394-8A3B-FCA0A0EE43C3}" destId="{D987803B-4282-4297-9678-A04C64909467}" srcOrd="2" destOrd="0" parTransId="{7A804ED1-9560-48F1-BCD7-61A516E23E50}" sibTransId="{B5EFB84C-7BD5-4EC8-A207-A4118E842D3F}"/>
    <dgm:cxn modelId="{6BBE6833-F039-4A2D-A5EC-50F168F9E479}" type="presOf" srcId="{BDFFDB46-2364-4323-9183-D7A50427275F}" destId="{2AF4AF94-17D1-48D1-B883-DEEF5C5EC277}" srcOrd="0" destOrd="0" presId="urn:microsoft.com/office/officeart/2005/8/layout/default"/>
    <dgm:cxn modelId="{2002C06D-44D2-4002-A568-5B1BF6C70161}" srcId="{BF3233FA-5076-4394-8A3B-FCA0A0EE43C3}" destId="{BDFFDB46-2364-4323-9183-D7A50427275F}" srcOrd="1" destOrd="0" parTransId="{13F3E8DB-93D4-48CD-B3BA-BD7CCF55711D}" sibTransId="{BAEDDA13-CA3D-426C-BF84-FBFC0BA1FA19}"/>
    <dgm:cxn modelId="{9884190C-4675-4C63-B382-B9BA8E320B91}" srcId="{BF3233FA-5076-4394-8A3B-FCA0A0EE43C3}" destId="{C65B8041-C6D0-4D37-B432-795B5FAF1138}" srcOrd="3" destOrd="0" parTransId="{BB16EF1C-C699-4BB3-A250-97DD17D16051}" sibTransId="{820BA5BD-11A8-4131-B5A5-E79254895E6D}"/>
    <dgm:cxn modelId="{901CF23D-C8E7-47AC-849B-289BD3A084FA}" type="presOf" srcId="{D987803B-4282-4297-9678-A04C64909467}" destId="{74BA3765-C8A0-4B74-8CE8-71D55B36D880}" srcOrd="0" destOrd="0" presId="urn:microsoft.com/office/officeart/2005/8/layout/default"/>
    <dgm:cxn modelId="{26EEE9EB-7A9B-470B-BE49-F7984425A4C5}" type="presParOf" srcId="{F5BC4B32-8AF5-49FC-89F2-B5AE4DEA2945}" destId="{177E207C-9B14-48CF-A634-3D95E79C7D41}" srcOrd="0" destOrd="0" presId="urn:microsoft.com/office/officeart/2005/8/layout/default"/>
    <dgm:cxn modelId="{8C02427A-1568-4BCF-AE5C-ACE650ACB945}" type="presParOf" srcId="{F5BC4B32-8AF5-49FC-89F2-B5AE4DEA2945}" destId="{6A1327A1-D565-49FB-AFE3-856041A65E4F}" srcOrd="1" destOrd="0" presId="urn:microsoft.com/office/officeart/2005/8/layout/default"/>
    <dgm:cxn modelId="{7535245B-C2F8-4CE3-AF48-4929111CB321}" type="presParOf" srcId="{F5BC4B32-8AF5-49FC-89F2-B5AE4DEA2945}" destId="{2AF4AF94-17D1-48D1-B883-DEEF5C5EC277}" srcOrd="2" destOrd="0" presId="urn:microsoft.com/office/officeart/2005/8/layout/default"/>
    <dgm:cxn modelId="{24936D8F-2D67-4E52-8D3C-42243A829C98}" type="presParOf" srcId="{F5BC4B32-8AF5-49FC-89F2-B5AE4DEA2945}" destId="{033DFEF2-CE8F-4F79-8313-71348EDDE772}" srcOrd="3" destOrd="0" presId="urn:microsoft.com/office/officeart/2005/8/layout/default"/>
    <dgm:cxn modelId="{F4B1FA78-FE76-4142-B0E2-3E0858B7C022}" type="presParOf" srcId="{F5BC4B32-8AF5-49FC-89F2-B5AE4DEA2945}" destId="{74BA3765-C8A0-4B74-8CE8-71D55B36D880}" srcOrd="4" destOrd="0" presId="urn:microsoft.com/office/officeart/2005/8/layout/default"/>
    <dgm:cxn modelId="{EF9E9E36-685E-4E96-A664-F4626B756D9C}" type="presParOf" srcId="{F5BC4B32-8AF5-49FC-89F2-B5AE4DEA2945}" destId="{5CCAE65B-934E-4CA8-84D2-840ED371ABB5}" srcOrd="5" destOrd="0" presId="urn:microsoft.com/office/officeart/2005/8/layout/default"/>
    <dgm:cxn modelId="{048C3E84-B231-440D-B5AB-D7A1BB655DCB}" type="presParOf" srcId="{F5BC4B32-8AF5-49FC-89F2-B5AE4DEA2945}" destId="{C650DF81-1B66-42AB-B807-1AEA251EF595}" srcOrd="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F3233FA-5076-4394-8A3B-FCA0A0EE43C3}"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490BB70D-B5B5-4FFE-A9DB-30F633EB10AA}">
      <dgm:prSet phldrT="[Text]" custT="1"/>
      <dgm:spPr/>
      <dgm:t>
        <a:bodyPr/>
        <a:lstStyle/>
        <a:p>
          <a:pPr algn="ctr"/>
          <a:r>
            <a:rPr lang="en-US" sz="1800" b="1" dirty="0" smtClean="0">
              <a:solidFill>
                <a:srgbClr val="004151"/>
              </a:solidFill>
            </a:rPr>
            <a:t>Elimination of inefficient pre-clinical models</a:t>
          </a:r>
        </a:p>
        <a:p>
          <a:pPr algn="ctr"/>
          <a:r>
            <a:rPr lang="en-US" sz="1800" dirty="0" smtClean="0">
              <a:solidFill>
                <a:srgbClr val="004151"/>
              </a:solidFill>
            </a:rPr>
            <a:t>in Alzheimer’s, chronic pain, schizophrenia, diabetes, asthma</a:t>
          </a:r>
          <a:endParaRPr lang="en-US" sz="1800" dirty="0">
            <a:solidFill>
              <a:srgbClr val="004151"/>
            </a:solidFill>
          </a:endParaRPr>
        </a:p>
      </dgm:t>
    </dgm:pt>
    <dgm:pt modelId="{E2C67090-AB41-4AC1-8DBF-67C6C267B6C5}" type="parTrans" cxnId="{4F4BAA0E-43F5-481F-9CF2-4218B1F39B0C}">
      <dgm:prSet/>
      <dgm:spPr/>
      <dgm:t>
        <a:bodyPr/>
        <a:lstStyle/>
        <a:p>
          <a:endParaRPr lang="en-US" sz="1800"/>
        </a:p>
      </dgm:t>
    </dgm:pt>
    <dgm:pt modelId="{079F3060-BE16-4609-938C-CA23D2920590}" type="sibTrans" cxnId="{4F4BAA0E-43F5-481F-9CF2-4218B1F39B0C}">
      <dgm:prSet/>
      <dgm:spPr/>
      <dgm:t>
        <a:bodyPr/>
        <a:lstStyle/>
        <a:p>
          <a:endParaRPr lang="en-US" sz="1800"/>
        </a:p>
      </dgm:t>
    </dgm:pt>
    <dgm:pt modelId="{BDFFDB46-2364-4323-9183-D7A50427275F}">
      <dgm:prSet phldrT="[Text]" custT="1"/>
      <dgm:spPr/>
      <dgm:t>
        <a:bodyPr/>
        <a:lstStyle/>
        <a:p>
          <a:r>
            <a:rPr lang="en-US" sz="1800" b="1" dirty="0" smtClean="0">
              <a:solidFill>
                <a:srgbClr val="004151"/>
              </a:solidFill>
            </a:rPr>
            <a:t>Developed reliable animal models for efficacy and safety assessment </a:t>
          </a:r>
        </a:p>
        <a:p>
          <a:r>
            <a:rPr lang="en-US" sz="1800" dirty="0" smtClean="0">
              <a:solidFill>
                <a:srgbClr val="004151"/>
              </a:solidFill>
            </a:rPr>
            <a:t>in Alzheimer’s, chronic pain, schizophrenia, diabetes, asthma</a:t>
          </a:r>
          <a:endParaRPr lang="en-US" sz="1800" dirty="0">
            <a:solidFill>
              <a:srgbClr val="004151"/>
            </a:solidFill>
          </a:endParaRPr>
        </a:p>
      </dgm:t>
    </dgm:pt>
    <dgm:pt modelId="{13F3E8DB-93D4-48CD-B3BA-BD7CCF55711D}" type="parTrans" cxnId="{2002C06D-44D2-4002-A568-5B1BF6C70161}">
      <dgm:prSet/>
      <dgm:spPr/>
      <dgm:t>
        <a:bodyPr/>
        <a:lstStyle/>
        <a:p>
          <a:endParaRPr lang="en-US" sz="1800"/>
        </a:p>
      </dgm:t>
    </dgm:pt>
    <dgm:pt modelId="{BAEDDA13-CA3D-426C-BF84-FBFC0BA1FA19}" type="sibTrans" cxnId="{2002C06D-44D2-4002-A568-5B1BF6C70161}">
      <dgm:prSet/>
      <dgm:spPr/>
      <dgm:t>
        <a:bodyPr/>
        <a:lstStyle/>
        <a:p>
          <a:endParaRPr lang="en-US" sz="1800"/>
        </a:p>
      </dgm:t>
    </dgm:pt>
    <dgm:pt modelId="{C65B8041-C6D0-4D37-B432-795B5FAF1138}">
      <dgm:prSet phldrT="[Text]" custT="1"/>
      <dgm:spPr/>
      <dgm:t>
        <a:bodyPr/>
        <a:lstStyle/>
        <a:p>
          <a:r>
            <a:rPr lang="en-US" sz="2000" b="1" dirty="0" smtClean="0"/>
            <a:t>BENEFITS</a:t>
          </a:r>
        </a:p>
        <a:p>
          <a:r>
            <a:rPr lang="en-US" sz="1800" dirty="0" err="1" smtClean="0"/>
            <a:t>Pharma</a:t>
          </a:r>
          <a:r>
            <a:rPr lang="en-US" sz="1800" dirty="0" smtClean="0"/>
            <a:t> and IMI beneficiaries use same standards </a:t>
          </a:r>
        </a:p>
        <a:p>
          <a:r>
            <a:rPr lang="en-US" sz="1800" dirty="0" smtClean="0"/>
            <a:t>Develop new standards where needed</a:t>
          </a:r>
        </a:p>
        <a:p>
          <a:r>
            <a:rPr lang="en-US" sz="1800" dirty="0" smtClean="0"/>
            <a:t>Preventing duplication of effort and resources</a:t>
          </a:r>
        </a:p>
        <a:p>
          <a:endParaRPr lang="en-US" sz="1800" dirty="0" smtClean="0"/>
        </a:p>
      </dgm:t>
    </dgm:pt>
    <dgm:pt modelId="{BB16EF1C-C699-4BB3-A250-97DD17D16051}" type="parTrans" cxnId="{9884190C-4675-4C63-B382-B9BA8E320B91}">
      <dgm:prSet/>
      <dgm:spPr/>
      <dgm:t>
        <a:bodyPr/>
        <a:lstStyle/>
        <a:p>
          <a:endParaRPr lang="en-US" sz="1800"/>
        </a:p>
      </dgm:t>
    </dgm:pt>
    <dgm:pt modelId="{820BA5BD-11A8-4131-B5A5-E79254895E6D}" type="sibTrans" cxnId="{9884190C-4675-4C63-B382-B9BA8E320B91}">
      <dgm:prSet/>
      <dgm:spPr/>
      <dgm:t>
        <a:bodyPr/>
        <a:lstStyle/>
        <a:p>
          <a:endParaRPr lang="en-US" sz="1800"/>
        </a:p>
      </dgm:t>
    </dgm:pt>
    <dgm:pt modelId="{F5BC4B32-8AF5-49FC-89F2-B5AE4DEA2945}" type="pres">
      <dgm:prSet presAssocID="{BF3233FA-5076-4394-8A3B-FCA0A0EE43C3}" presName="diagram" presStyleCnt="0">
        <dgm:presLayoutVars>
          <dgm:dir/>
          <dgm:resizeHandles val="exact"/>
        </dgm:presLayoutVars>
      </dgm:prSet>
      <dgm:spPr/>
      <dgm:t>
        <a:bodyPr/>
        <a:lstStyle/>
        <a:p>
          <a:endParaRPr lang="fr-BE"/>
        </a:p>
      </dgm:t>
    </dgm:pt>
    <dgm:pt modelId="{177E207C-9B14-48CF-A634-3D95E79C7D41}" type="pres">
      <dgm:prSet presAssocID="{490BB70D-B5B5-4FFE-A9DB-30F633EB10AA}" presName="node" presStyleLbl="node1" presStyleIdx="0" presStyleCnt="3" custScaleY="105960" custLinFactNeighborX="-26" custLinFactNeighborY="-4442">
        <dgm:presLayoutVars>
          <dgm:bulletEnabled val="1"/>
        </dgm:presLayoutVars>
      </dgm:prSet>
      <dgm:spPr/>
      <dgm:t>
        <a:bodyPr/>
        <a:lstStyle/>
        <a:p>
          <a:endParaRPr lang="en-US"/>
        </a:p>
      </dgm:t>
    </dgm:pt>
    <dgm:pt modelId="{6A1327A1-D565-49FB-AFE3-856041A65E4F}" type="pres">
      <dgm:prSet presAssocID="{079F3060-BE16-4609-938C-CA23D2920590}" presName="sibTrans" presStyleCnt="0"/>
      <dgm:spPr/>
    </dgm:pt>
    <dgm:pt modelId="{2AF4AF94-17D1-48D1-B883-DEEF5C5EC277}" type="pres">
      <dgm:prSet presAssocID="{BDFFDB46-2364-4323-9183-D7A50427275F}" presName="node" presStyleLbl="node1" presStyleIdx="1" presStyleCnt="3" custScaleY="106239" custLinFactNeighborX="-2485" custLinFactNeighborY="-4694">
        <dgm:presLayoutVars>
          <dgm:bulletEnabled val="1"/>
        </dgm:presLayoutVars>
      </dgm:prSet>
      <dgm:spPr/>
      <dgm:t>
        <a:bodyPr/>
        <a:lstStyle/>
        <a:p>
          <a:endParaRPr lang="en-US"/>
        </a:p>
      </dgm:t>
    </dgm:pt>
    <dgm:pt modelId="{033DFEF2-CE8F-4F79-8313-71348EDDE772}" type="pres">
      <dgm:prSet presAssocID="{BAEDDA13-CA3D-426C-BF84-FBFC0BA1FA19}" presName="sibTrans" presStyleCnt="0"/>
      <dgm:spPr/>
    </dgm:pt>
    <dgm:pt modelId="{C650DF81-1B66-42AB-B807-1AEA251EF595}" type="pres">
      <dgm:prSet presAssocID="{C65B8041-C6D0-4D37-B432-795B5FAF1138}" presName="node" presStyleLbl="node1" presStyleIdx="2" presStyleCnt="3" custScaleX="154537" custLinFactNeighborX="-267" custLinFactNeighborY="17343">
        <dgm:presLayoutVars>
          <dgm:bulletEnabled val="1"/>
        </dgm:presLayoutVars>
      </dgm:prSet>
      <dgm:spPr/>
      <dgm:t>
        <a:bodyPr/>
        <a:lstStyle/>
        <a:p>
          <a:endParaRPr lang="en-US"/>
        </a:p>
      </dgm:t>
    </dgm:pt>
  </dgm:ptLst>
  <dgm:cxnLst>
    <dgm:cxn modelId="{7227E732-95DE-40F1-8C8A-79EEBCF29EC4}" type="presOf" srcId="{BDFFDB46-2364-4323-9183-D7A50427275F}" destId="{2AF4AF94-17D1-48D1-B883-DEEF5C5EC277}" srcOrd="0" destOrd="0" presId="urn:microsoft.com/office/officeart/2005/8/layout/default"/>
    <dgm:cxn modelId="{551F43BC-1323-4E33-97FD-8BB0DAA6BBB6}" type="presOf" srcId="{490BB70D-B5B5-4FFE-A9DB-30F633EB10AA}" destId="{177E207C-9B14-48CF-A634-3D95E79C7D41}" srcOrd="0" destOrd="0" presId="urn:microsoft.com/office/officeart/2005/8/layout/default"/>
    <dgm:cxn modelId="{4F4BAA0E-43F5-481F-9CF2-4218B1F39B0C}" srcId="{BF3233FA-5076-4394-8A3B-FCA0A0EE43C3}" destId="{490BB70D-B5B5-4FFE-A9DB-30F633EB10AA}" srcOrd="0" destOrd="0" parTransId="{E2C67090-AB41-4AC1-8DBF-67C6C267B6C5}" sibTransId="{079F3060-BE16-4609-938C-CA23D2920590}"/>
    <dgm:cxn modelId="{2002C06D-44D2-4002-A568-5B1BF6C70161}" srcId="{BF3233FA-5076-4394-8A3B-FCA0A0EE43C3}" destId="{BDFFDB46-2364-4323-9183-D7A50427275F}" srcOrd="1" destOrd="0" parTransId="{13F3E8DB-93D4-48CD-B3BA-BD7CCF55711D}" sibTransId="{BAEDDA13-CA3D-426C-BF84-FBFC0BA1FA19}"/>
    <dgm:cxn modelId="{3D915063-5BC0-4EEC-B6A7-2A693341EFD8}" type="presOf" srcId="{BF3233FA-5076-4394-8A3B-FCA0A0EE43C3}" destId="{F5BC4B32-8AF5-49FC-89F2-B5AE4DEA2945}" srcOrd="0" destOrd="0" presId="urn:microsoft.com/office/officeart/2005/8/layout/default"/>
    <dgm:cxn modelId="{9884190C-4675-4C63-B382-B9BA8E320B91}" srcId="{BF3233FA-5076-4394-8A3B-FCA0A0EE43C3}" destId="{C65B8041-C6D0-4D37-B432-795B5FAF1138}" srcOrd="2" destOrd="0" parTransId="{BB16EF1C-C699-4BB3-A250-97DD17D16051}" sibTransId="{820BA5BD-11A8-4131-B5A5-E79254895E6D}"/>
    <dgm:cxn modelId="{10A69A22-0300-4CFD-B8A2-B55CC46A67BA}" type="presOf" srcId="{C65B8041-C6D0-4D37-B432-795B5FAF1138}" destId="{C650DF81-1B66-42AB-B807-1AEA251EF595}" srcOrd="0" destOrd="0" presId="urn:microsoft.com/office/officeart/2005/8/layout/default"/>
    <dgm:cxn modelId="{E26BA068-E357-446A-A202-874F8ED3A4B3}" type="presParOf" srcId="{F5BC4B32-8AF5-49FC-89F2-B5AE4DEA2945}" destId="{177E207C-9B14-48CF-A634-3D95E79C7D41}" srcOrd="0" destOrd="0" presId="urn:microsoft.com/office/officeart/2005/8/layout/default"/>
    <dgm:cxn modelId="{2E5635B4-1FC4-4B26-B164-86B338981FCF}" type="presParOf" srcId="{F5BC4B32-8AF5-49FC-89F2-B5AE4DEA2945}" destId="{6A1327A1-D565-49FB-AFE3-856041A65E4F}" srcOrd="1" destOrd="0" presId="urn:microsoft.com/office/officeart/2005/8/layout/default"/>
    <dgm:cxn modelId="{5432A43A-51EA-4FB3-9F4D-E8E2851B7B77}" type="presParOf" srcId="{F5BC4B32-8AF5-49FC-89F2-B5AE4DEA2945}" destId="{2AF4AF94-17D1-48D1-B883-DEEF5C5EC277}" srcOrd="2" destOrd="0" presId="urn:microsoft.com/office/officeart/2005/8/layout/default"/>
    <dgm:cxn modelId="{6CBFFCD5-D6ED-4F2A-B0F5-82A6AD77DF41}" type="presParOf" srcId="{F5BC4B32-8AF5-49FC-89F2-B5AE4DEA2945}" destId="{033DFEF2-CE8F-4F79-8313-71348EDDE772}" srcOrd="3" destOrd="0" presId="urn:microsoft.com/office/officeart/2005/8/layout/default"/>
    <dgm:cxn modelId="{DBD8F986-9D94-40D1-923C-92A9520DABF8}" type="presParOf" srcId="{F5BC4B32-8AF5-49FC-89F2-B5AE4DEA2945}" destId="{C650DF81-1B66-42AB-B807-1AEA251EF595}"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E97FE8-3A36-4A9C-A66B-98985B31269E}">
      <dsp:nvSpPr>
        <dsp:cNvPr id="0" name=""/>
        <dsp:cNvSpPr/>
      </dsp:nvSpPr>
      <dsp:spPr>
        <a:xfrm>
          <a:off x="2024864" y="230843"/>
          <a:ext cx="3715612" cy="1290383"/>
        </a:xfrm>
        <a:prstGeom prst="ellipse">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50E14A-08BB-469A-A592-E1C34ACF7AA3}">
      <dsp:nvSpPr>
        <dsp:cNvPr id="0" name=""/>
        <dsp:cNvSpPr/>
      </dsp:nvSpPr>
      <dsp:spPr>
        <a:xfrm>
          <a:off x="3523927" y="3440273"/>
          <a:ext cx="720080" cy="1068847"/>
        </a:xfrm>
        <a:prstGeom prst="downArrow">
          <a:avLst/>
        </a:prstGeom>
        <a:solidFill>
          <a:srgbClr val="B4DAD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91DDA0-0F59-403B-9A56-9856D949D85C}">
      <dsp:nvSpPr>
        <dsp:cNvPr id="0" name=""/>
        <dsp:cNvSpPr/>
      </dsp:nvSpPr>
      <dsp:spPr>
        <a:xfrm>
          <a:off x="-383935" y="3759235"/>
          <a:ext cx="8544734" cy="8640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2064" tIns="512064" rIns="512064" bIns="512064" numCol="1" spcCol="1270" anchor="ctr" anchorCtr="0">
          <a:noAutofit/>
        </a:bodyPr>
        <a:lstStyle/>
        <a:p>
          <a:pPr lvl="0" algn="ctr" defTabSz="3200400">
            <a:lnSpc>
              <a:spcPct val="90000"/>
            </a:lnSpc>
            <a:spcBef>
              <a:spcPct val="0"/>
            </a:spcBef>
            <a:spcAft>
              <a:spcPct val="35000"/>
            </a:spcAft>
          </a:pPr>
          <a:endParaRPr lang="en-US" sz="7200" kern="1200" dirty="0">
            <a:solidFill>
              <a:srgbClr val="004151"/>
            </a:solidFill>
          </a:endParaRPr>
        </a:p>
      </dsp:txBody>
      <dsp:txXfrm>
        <a:off x="-383935" y="3759235"/>
        <a:ext cx="8544734" cy="864096"/>
      </dsp:txXfrm>
    </dsp:sp>
    <dsp:sp modelId="{18F3EB7E-3DAF-4951-91A6-919FEB38DF81}">
      <dsp:nvSpPr>
        <dsp:cNvPr id="0" name=""/>
        <dsp:cNvSpPr/>
      </dsp:nvSpPr>
      <dsp:spPr>
        <a:xfrm>
          <a:off x="3280099" y="869168"/>
          <a:ext cx="1058184" cy="983501"/>
        </a:xfrm>
        <a:prstGeom prst="ellipse">
          <a:avLst/>
        </a:prstGeom>
        <a:solidFill>
          <a:srgbClr val="01B78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1" kern="1200" dirty="0" smtClean="0">
              <a:solidFill>
                <a:srgbClr val="004151"/>
              </a:solidFill>
            </a:rPr>
            <a:t>91 </a:t>
          </a:r>
          <a:r>
            <a:rPr lang="en-US" sz="1400" b="1" kern="1200" dirty="0" err="1" smtClean="0">
              <a:solidFill>
                <a:srgbClr val="004151"/>
              </a:solidFill>
            </a:rPr>
            <a:t>SMEs</a:t>
          </a:r>
          <a:endParaRPr lang="en-US" sz="1400" b="1" kern="1200" dirty="0">
            <a:solidFill>
              <a:srgbClr val="004151"/>
            </a:solidFill>
          </a:endParaRPr>
        </a:p>
      </dsp:txBody>
      <dsp:txXfrm>
        <a:off x="3435066" y="1013198"/>
        <a:ext cx="748250" cy="695441"/>
      </dsp:txXfrm>
    </dsp:sp>
    <dsp:sp modelId="{47F391AF-ACC3-4BBE-9196-2CF858A98E99}">
      <dsp:nvSpPr>
        <dsp:cNvPr id="0" name=""/>
        <dsp:cNvSpPr/>
      </dsp:nvSpPr>
      <dsp:spPr>
        <a:xfrm>
          <a:off x="2304244" y="232227"/>
          <a:ext cx="1253112" cy="1222276"/>
        </a:xfrm>
        <a:prstGeom prst="ellipse">
          <a:avLst/>
        </a:prstGeom>
        <a:solidFill>
          <a:srgbClr val="66BC2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1" kern="1200" dirty="0" smtClean="0">
              <a:solidFill>
                <a:srgbClr val="004151"/>
              </a:solidFill>
            </a:rPr>
            <a:t>514 Academic &amp; research teams</a:t>
          </a:r>
          <a:endParaRPr lang="en-US" sz="1400" b="1" kern="1200" dirty="0">
            <a:solidFill>
              <a:srgbClr val="004151"/>
            </a:solidFill>
          </a:endParaRPr>
        </a:p>
      </dsp:txBody>
      <dsp:txXfrm>
        <a:off x="2487758" y="411225"/>
        <a:ext cx="886084" cy="864280"/>
      </dsp:txXfrm>
    </dsp:sp>
    <dsp:sp modelId="{FD45C33C-1626-4F35-B2FE-D87C840494FA}">
      <dsp:nvSpPr>
        <dsp:cNvPr id="0" name=""/>
        <dsp:cNvSpPr/>
      </dsp:nvSpPr>
      <dsp:spPr>
        <a:xfrm>
          <a:off x="4098992" y="240207"/>
          <a:ext cx="1200177" cy="1190093"/>
        </a:xfrm>
        <a:prstGeom prst="ellipse">
          <a:avLst/>
        </a:prstGeom>
        <a:solidFill>
          <a:srgbClr val="FAB1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b="1" kern="1200" dirty="0" smtClean="0">
              <a:solidFill>
                <a:srgbClr val="004151"/>
              </a:solidFill>
            </a:rPr>
            <a:t>347 </a:t>
          </a:r>
          <a:r>
            <a:rPr lang="en-US" sz="1400" b="1" kern="1200" dirty="0" err="1" smtClean="0">
              <a:solidFill>
                <a:srgbClr val="004151"/>
              </a:solidFill>
            </a:rPr>
            <a:t>EFPIA</a:t>
          </a:r>
          <a:r>
            <a:rPr lang="en-US" sz="1400" b="1" kern="1200" dirty="0" smtClean="0">
              <a:solidFill>
                <a:srgbClr val="004151"/>
              </a:solidFill>
            </a:rPr>
            <a:t> teams</a:t>
          </a:r>
          <a:endParaRPr lang="en-US" sz="1400" b="1" kern="1200" dirty="0">
            <a:solidFill>
              <a:srgbClr val="004151"/>
            </a:solidFill>
          </a:endParaRPr>
        </a:p>
      </dsp:txBody>
      <dsp:txXfrm>
        <a:off x="4274754" y="414492"/>
        <a:ext cx="848653" cy="841523"/>
      </dsp:txXfrm>
    </dsp:sp>
    <dsp:sp modelId="{B06483FC-2D67-47E7-A1A2-099B59A25391}">
      <dsp:nvSpPr>
        <dsp:cNvPr id="0" name=""/>
        <dsp:cNvSpPr/>
      </dsp:nvSpPr>
      <dsp:spPr>
        <a:xfrm>
          <a:off x="898855" y="100927"/>
          <a:ext cx="5969474" cy="3400450"/>
        </a:xfrm>
        <a:prstGeom prst="funnel">
          <a:avLst/>
        </a:prstGeom>
        <a:solidFill>
          <a:schemeClr val="lt1">
            <a:alpha val="40000"/>
            <a:hueOff val="0"/>
            <a:satOff val="0"/>
            <a:lumOff val="0"/>
            <a:alphaOff val="0"/>
          </a:schemeClr>
        </a:solidFill>
        <a:ln w="9525" cap="flat" cmpd="sng" algn="ctr">
          <a:solidFill>
            <a:srgbClr val="8CADD4"/>
          </a:solidFill>
          <a:prstDash val="solid"/>
        </a:ln>
        <a:effectLst/>
      </dsp:spPr>
      <dsp:style>
        <a:lnRef idx="1">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7B68FD-7656-44B8-8EA1-130479DE3628}">
      <dsp:nvSpPr>
        <dsp:cNvPr id="0" name=""/>
        <dsp:cNvSpPr/>
      </dsp:nvSpPr>
      <dsp:spPr>
        <a:xfrm>
          <a:off x="0" y="959"/>
          <a:ext cx="7180981" cy="0"/>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sp>
    <dsp:sp modelId="{A1FA431A-142D-4C0C-A493-7DA99802B8CB}">
      <dsp:nvSpPr>
        <dsp:cNvPr id="0" name=""/>
        <dsp:cNvSpPr/>
      </dsp:nvSpPr>
      <dsp:spPr>
        <a:xfrm>
          <a:off x="0" y="959"/>
          <a:ext cx="1436196" cy="842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b="1" kern="1200" dirty="0" smtClean="0">
              <a:solidFill>
                <a:srgbClr val="00446A"/>
              </a:solidFill>
              <a:latin typeface="Calibri" pitchFamily="34" charset="0"/>
              <a:ea typeface="+mn-ea"/>
              <a:cs typeface="Calibri" pitchFamily="34" charset="0"/>
            </a:rPr>
            <a:t>Schizophrenia Depression</a:t>
          </a:r>
        </a:p>
      </dsp:txBody>
      <dsp:txXfrm>
        <a:off x="0" y="959"/>
        <a:ext cx="1436196" cy="842226"/>
      </dsp:txXfrm>
    </dsp:sp>
    <dsp:sp modelId="{DE4D72DF-C047-40FC-9F0C-56033FC6F36D}">
      <dsp:nvSpPr>
        <dsp:cNvPr id="0" name=""/>
        <dsp:cNvSpPr/>
      </dsp:nvSpPr>
      <dsp:spPr>
        <a:xfrm>
          <a:off x="1543910" y="44153"/>
          <a:ext cx="5637070" cy="3915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l" defTabSz="533400">
            <a:lnSpc>
              <a:spcPct val="90000"/>
            </a:lnSpc>
            <a:spcBef>
              <a:spcPct val="0"/>
            </a:spcBef>
            <a:spcAft>
              <a:spcPct val="35000"/>
            </a:spcAft>
          </a:pPr>
          <a:r>
            <a:rPr lang="en-GB" sz="1200" kern="1200" dirty="0" smtClean="0">
              <a:solidFill>
                <a:srgbClr val="00446A"/>
              </a:solidFill>
              <a:latin typeface="Calibri" pitchFamily="34" charset="0"/>
              <a:ea typeface="+mn-ea"/>
              <a:cs typeface="Calibri" pitchFamily="34" charset="0"/>
            </a:rPr>
            <a:t>combined data analysis of 23,401 schizophrenia patients</a:t>
          </a:r>
          <a:endParaRPr lang="en-US" sz="1200" b="1" kern="1200" dirty="0" smtClean="0">
            <a:solidFill>
              <a:srgbClr val="00446A"/>
            </a:solidFill>
            <a:latin typeface="Calibri" pitchFamily="34" charset="0"/>
            <a:ea typeface="+mn-ea"/>
            <a:cs typeface="Calibri" pitchFamily="34" charset="0"/>
          </a:endParaRPr>
        </a:p>
      </dsp:txBody>
      <dsp:txXfrm>
        <a:off x="1543910" y="44153"/>
        <a:ext cx="5637070" cy="391503"/>
      </dsp:txXfrm>
    </dsp:sp>
    <dsp:sp modelId="{3EF1FD85-03FC-47D7-84BE-F011B609654C}">
      <dsp:nvSpPr>
        <dsp:cNvPr id="0" name=""/>
        <dsp:cNvSpPr/>
      </dsp:nvSpPr>
      <dsp:spPr>
        <a:xfrm>
          <a:off x="1436196" y="412038"/>
          <a:ext cx="5744784" cy="0"/>
        </a:xfrm>
        <a:prstGeom prst="line">
          <a:avLst/>
        </a:prstGeom>
        <a:solidFill>
          <a:srgbClr val="4F81BD">
            <a:hueOff val="0"/>
            <a:satOff val="0"/>
            <a:lumOff val="0"/>
            <a:alphaOff val="0"/>
          </a:srgbClr>
        </a:solidFill>
        <a:ln w="25400" cap="flat" cmpd="sng" algn="ctr">
          <a:solidFill>
            <a:srgbClr val="1F497D">
              <a:lumMod val="20000"/>
              <a:lumOff val="80000"/>
            </a:srgbClr>
          </a:solidFill>
          <a:prstDash val="solid"/>
        </a:ln>
        <a:effectLst/>
      </dsp:spPr>
      <dsp:style>
        <a:lnRef idx="2">
          <a:scrgbClr r="0" g="0" b="0"/>
        </a:lnRef>
        <a:fillRef idx="1">
          <a:scrgbClr r="0" g="0" b="0"/>
        </a:fillRef>
        <a:effectRef idx="0">
          <a:scrgbClr r="0" g="0" b="0"/>
        </a:effectRef>
        <a:fontRef idx="minor"/>
      </dsp:style>
    </dsp:sp>
    <dsp:sp modelId="{3B52FB8B-0C2E-4B8D-88CE-12E8189A917C}">
      <dsp:nvSpPr>
        <dsp:cNvPr id="0" name=""/>
        <dsp:cNvSpPr/>
      </dsp:nvSpPr>
      <dsp:spPr>
        <a:xfrm>
          <a:off x="1543910" y="431613"/>
          <a:ext cx="5637070" cy="3915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l" defTabSz="533400">
            <a:lnSpc>
              <a:spcPct val="90000"/>
            </a:lnSpc>
            <a:spcBef>
              <a:spcPct val="0"/>
            </a:spcBef>
            <a:spcAft>
              <a:spcPct val="35000"/>
            </a:spcAft>
          </a:pPr>
          <a:r>
            <a:rPr lang="en-GB" sz="1200" kern="1200" dirty="0" smtClean="0">
              <a:solidFill>
                <a:srgbClr val="00446A"/>
              </a:solidFill>
              <a:latin typeface="Calibri" pitchFamily="34" charset="0"/>
              <a:ea typeface="+mn-ea"/>
              <a:cs typeface="Calibri" pitchFamily="34" charset="0"/>
            </a:rPr>
            <a:t>combined genetic data analysis on 2146 DNA samples</a:t>
          </a:r>
          <a:endParaRPr lang="en-US" sz="1200" b="1" kern="1200" dirty="0" smtClean="0">
            <a:solidFill>
              <a:srgbClr val="00446A"/>
            </a:solidFill>
            <a:latin typeface="Calibri" pitchFamily="34" charset="0"/>
            <a:ea typeface="+mn-ea"/>
            <a:cs typeface="Calibri" pitchFamily="34" charset="0"/>
          </a:endParaRPr>
        </a:p>
      </dsp:txBody>
      <dsp:txXfrm>
        <a:off x="1543910" y="431613"/>
        <a:ext cx="5637070" cy="391503"/>
      </dsp:txXfrm>
    </dsp:sp>
    <dsp:sp modelId="{694E3DCB-79AB-41E5-86B1-663A8833A877}">
      <dsp:nvSpPr>
        <dsp:cNvPr id="0" name=""/>
        <dsp:cNvSpPr/>
      </dsp:nvSpPr>
      <dsp:spPr>
        <a:xfrm>
          <a:off x="1436196" y="906735"/>
          <a:ext cx="5744784" cy="0"/>
        </a:xfrm>
        <a:prstGeom prst="line">
          <a:avLst/>
        </a:prstGeom>
        <a:solidFill>
          <a:srgbClr val="4F81BD">
            <a:hueOff val="0"/>
            <a:satOff val="0"/>
            <a:lumOff val="0"/>
            <a:alphaOff val="0"/>
          </a:srgbClr>
        </a:solidFill>
        <a:ln w="25400" cap="flat" cmpd="sng" algn="ctr">
          <a:solidFill>
            <a:srgbClr val="4F81BD">
              <a:tint val="50000"/>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0E20AC57-729E-482C-8B5E-6EA5BE65195E}">
      <dsp:nvSpPr>
        <dsp:cNvPr id="0" name=""/>
        <dsp:cNvSpPr/>
      </dsp:nvSpPr>
      <dsp:spPr>
        <a:xfrm>
          <a:off x="0" y="903219"/>
          <a:ext cx="7180981" cy="0"/>
        </a:xfrm>
        <a:prstGeom prst="line">
          <a:avLst/>
        </a:prstGeom>
        <a:solidFill>
          <a:srgbClr val="4F81BD">
            <a:hueOff val="0"/>
            <a:satOff val="0"/>
            <a:lumOff val="0"/>
            <a:alphaOff val="0"/>
          </a:srgbClr>
        </a:solidFill>
        <a:ln w="38100" cap="flat" cmpd="sng" algn="ctr">
          <a:solidFill>
            <a:srgbClr val="1F497D">
              <a:lumMod val="20000"/>
              <a:lumOff val="80000"/>
            </a:srgbClr>
          </a:solidFill>
          <a:prstDash val="solid"/>
        </a:ln>
        <a:effectLst/>
      </dsp:spPr>
      <dsp:style>
        <a:lnRef idx="2">
          <a:scrgbClr r="0" g="0" b="0"/>
        </a:lnRef>
        <a:fillRef idx="1">
          <a:scrgbClr r="0" g="0" b="0"/>
        </a:fillRef>
        <a:effectRef idx="0">
          <a:scrgbClr r="0" g="0" b="0"/>
        </a:effectRef>
        <a:fontRef idx="minor">
          <a:schemeClr val="lt1"/>
        </a:fontRef>
      </dsp:style>
    </dsp:sp>
    <dsp:sp modelId="{A060E55B-4442-4654-ABE7-A34496760524}">
      <dsp:nvSpPr>
        <dsp:cNvPr id="0" name=""/>
        <dsp:cNvSpPr/>
      </dsp:nvSpPr>
      <dsp:spPr>
        <a:xfrm>
          <a:off x="0" y="880707"/>
          <a:ext cx="1436196" cy="842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b="1" kern="1200" dirty="0" smtClean="0">
              <a:solidFill>
                <a:srgbClr val="00446A"/>
              </a:solidFill>
              <a:latin typeface="Calibri" pitchFamily="34" charset="0"/>
              <a:ea typeface="+mn-ea"/>
              <a:cs typeface="Calibri" pitchFamily="34" charset="0"/>
            </a:rPr>
            <a:t>Autism</a:t>
          </a:r>
        </a:p>
      </dsp:txBody>
      <dsp:txXfrm>
        <a:off x="0" y="880707"/>
        <a:ext cx="1436196" cy="842226"/>
      </dsp:txXfrm>
    </dsp:sp>
    <dsp:sp modelId="{579E67C8-0896-40C6-9D30-DB06C388539F}">
      <dsp:nvSpPr>
        <dsp:cNvPr id="0" name=""/>
        <dsp:cNvSpPr/>
      </dsp:nvSpPr>
      <dsp:spPr>
        <a:xfrm>
          <a:off x="1543910" y="915314"/>
          <a:ext cx="5637070" cy="329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lvl="0" algn="l" defTabSz="533400">
            <a:lnSpc>
              <a:spcPct val="90000"/>
            </a:lnSpc>
            <a:spcBef>
              <a:spcPct val="0"/>
            </a:spcBef>
            <a:spcAft>
              <a:spcPct val="35000"/>
            </a:spcAft>
          </a:pPr>
          <a:r>
            <a:rPr lang="en-GB" sz="1200" b="0" kern="1200" dirty="0" smtClean="0">
              <a:solidFill>
                <a:srgbClr val="00446A"/>
              </a:solidFill>
              <a:latin typeface="Calibri" pitchFamily="34" charset="0"/>
              <a:ea typeface="+mn-ea"/>
              <a:cs typeface="Calibri" pitchFamily="34" charset="0"/>
            </a:rPr>
            <a:t>sequenced 78 </a:t>
          </a:r>
          <a:r>
            <a:rPr lang="en-US" sz="1200" b="0" kern="1200" dirty="0" smtClean="0">
              <a:solidFill>
                <a:srgbClr val="00446A"/>
              </a:solidFill>
              <a:latin typeface="Calibri" pitchFamily="34" charset="0"/>
              <a:ea typeface="+mn-ea"/>
              <a:cs typeface="Calibri" pitchFamily="34" charset="0"/>
            </a:rPr>
            <a:t>Icelandic parent–offspring trios</a:t>
          </a:r>
          <a:r>
            <a:rPr lang="en-GB" sz="1200" b="0" kern="1200" dirty="0" smtClean="0">
              <a:solidFill>
                <a:srgbClr val="00446A"/>
              </a:solidFill>
              <a:latin typeface="Calibri" pitchFamily="34" charset="0"/>
              <a:ea typeface="+mn-ea"/>
              <a:cs typeface="Calibri" pitchFamily="34" charset="0"/>
            </a:rPr>
            <a:t>, a total of 219 distinct individuals (44 autistic, 21 schizophrenic offspring) and identified 4933 </a:t>
          </a:r>
          <a:r>
            <a:rPr lang="en-GB" sz="1200" b="0" i="1" kern="1200" dirty="0" smtClean="0">
              <a:solidFill>
                <a:srgbClr val="00446A"/>
              </a:solidFill>
              <a:latin typeface="Calibri" pitchFamily="34" charset="0"/>
              <a:ea typeface="+mn-ea"/>
              <a:cs typeface="Calibri" pitchFamily="34" charset="0"/>
            </a:rPr>
            <a:t>de novo </a:t>
          </a:r>
          <a:r>
            <a:rPr lang="en-GB" sz="1200" b="0" kern="1200" dirty="0" smtClean="0">
              <a:solidFill>
                <a:srgbClr val="00446A"/>
              </a:solidFill>
              <a:latin typeface="Calibri" pitchFamily="34" charset="0"/>
              <a:ea typeface="+mn-ea"/>
              <a:cs typeface="Calibri" pitchFamily="34" charset="0"/>
            </a:rPr>
            <a:t>mutations</a:t>
          </a:r>
          <a:endParaRPr lang="en-US" sz="1200" b="0" kern="1200" dirty="0" smtClean="0">
            <a:solidFill>
              <a:srgbClr val="00446A"/>
            </a:solidFill>
            <a:latin typeface="Calibri" pitchFamily="34" charset="0"/>
            <a:ea typeface="+mn-ea"/>
            <a:cs typeface="Calibri" pitchFamily="34" charset="0"/>
          </a:endParaRPr>
        </a:p>
      </dsp:txBody>
      <dsp:txXfrm>
        <a:off x="1543910" y="915314"/>
        <a:ext cx="5637070" cy="329967"/>
      </dsp:txXfrm>
    </dsp:sp>
    <dsp:sp modelId="{23B5975F-A7D3-4107-BF25-0638F25AF59C}">
      <dsp:nvSpPr>
        <dsp:cNvPr id="0" name=""/>
        <dsp:cNvSpPr/>
      </dsp:nvSpPr>
      <dsp:spPr>
        <a:xfrm>
          <a:off x="1436196" y="1472898"/>
          <a:ext cx="5744784" cy="0"/>
        </a:xfrm>
        <a:prstGeom prst="line">
          <a:avLst/>
        </a:prstGeom>
        <a:solidFill>
          <a:srgbClr val="4F81BD">
            <a:hueOff val="0"/>
            <a:satOff val="0"/>
            <a:lumOff val="0"/>
            <a:alphaOff val="0"/>
          </a:srgbClr>
        </a:solidFill>
        <a:ln w="25400" cap="flat" cmpd="sng" algn="ctr">
          <a:solidFill>
            <a:srgbClr val="4F81BD">
              <a:tint val="50000"/>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6FF23903-C5F9-4B83-B904-317784A8EB7E}">
      <dsp:nvSpPr>
        <dsp:cNvPr id="0" name=""/>
        <dsp:cNvSpPr/>
      </dsp:nvSpPr>
      <dsp:spPr>
        <a:xfrm>
          <a:off x="0" y="1462685"/>
          <a:ext cx="7180981" cy="0"/>
        </a:xfrm>
        <a:prstGeom prst="line">
          <a:avLst/>
        </a:prstGeom>
        <a:solidFill>
          <a:srgbClr val="4F81BD">
            <a:hueOff val="0"/>
            <a:satOff val="0"/>
            <a:lumOff val="0"/>
            <a:alphaOff val="0"/>
          </a:srgbClr>
        </a:solidFill>
        <a:ln w="38100" cap="flat" cmpd="sng" algn="ctr">
          <a:solidFill>
            <a:srgbClr val="1F497D">
              <a:lumMod val="20000"/>
              <a:lumOff val="80000"/>
            </a:srgbClr>
          </a:solidFill>
          <a:prstDash val="solid"/>
        </a:ln>
        <a:effectLst/>
      </dsp:spPr>
      <dsp:style>
        <a:lnRef idx="2">
          <a:scrgbClr r="0" g="0" b="0"/>
        </a:lnRef>
        <a:fillRef idx="1">
          <a:scrgbClr r="0" g="0" b="0"/>
        </a:fillRef>
        <a:effectRef idx="0">
          <a:scrgbClr r="0" g="0" b="0"/>
        </a:effectRef>
        <a:fontRef idx="minor">
          <a:schemeClr val="lt1"/>
        </a:fontRef>
      </dsp:style>
    </dsp:sp>
    <dsp:sp modelId="{6A8D9F99-D43F-4B78-84C2-22A4695A376C}">
      <dsp:nvSpPr>
        <dsp:cNvPr id="0" name=""/>
        <dsp:cNvSpPr/>
      </dsp:nvSpPr>
      <dsp:spPr>
        <a:xfrm>
          <a:off x="7525" y="1440147"/>
          <a:ext cx="1436196" cy="842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b="1" kern="1200" dirty="0" smtClean="0">
              <a:solidFill>
                <a:srgbClr val="00446A"/>
              </a:solidFill>
              <a:latin typeface="Calibri" pitchFamily="34" charset="0"/>
              <a:ea typeface="+mn-ea"/>
              <a:cs typeface="Calibri" pitchFamily="34" charset="0"/>
            </a:rPr>
            <a:t>Chronic Pain</a:t>
          </a:r>
        </a:p>
      </dsp:txBody>
      <dsp:txXfrm>
        <a:off x="7525" y="1440147"/>
        <a:ext cx="1436196" cy="842226"/>
      </dsp:txXfrm>
    </dsp:sp>
    <dsp:sp modelId="{F1BB8A6E-8D93-4D03-A361-5C67FED95243}">
      <dsp:nvSpPr>
        <dsp:cNvPr id="0" name=""/>
        <dsp:cNvSpPr/>
      </dsp:nvSpPr>
      <dsp:spPr>
        <a:xfrm>
          <a:off x="1543910" y="1557975"/>
          <a:ext cx="5637070" cy="384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l" defTabSz="533400">
            <a:lnSpc>
              <a:spcPct val="90000"/>
            </a:lnSpc>
            <a:spcBef>
              <a:spcPct val="0"/>
            </a:spcBef>
            <a:spcAft>
              <a:spcPct val="35000"/>
            </a:spcAft>
          </a:pPr>
          <a:r>
            <a:rPr lang="en-US" sz="1200" kern="1200" dirty="0" smtClean="0">
              <a:solidFill>
                <a:srgbClr val="00446A"/>
              </a:solidFill>
              <a:latin typeface="Calibri" pitchFamily="34" charset="0"/>
              <a:ea typeface="+mn-ea"/>
              <a:cs typeface="Calibri" pitchFamily="34" charset="0"/>
            </a:rPr>
            <a:t>pooled data from 43 past trials to understand the pain medicines mechanism of action and factors important in placebo response </a:t>
          </a:r>
          <a:endParaRPr lang="en-US" sz="1200" b="1" kern="1200" dirty="0" smtClean="0">
            <a:solidFill>
              <a:srgbClr val="00446A"/>
            </a:solidFill>
            <a:latin typeface="Calibri" pitchFamily="34" charset="0"/>
            <a:ea typeface="+mn-ea"/>
            <a:cs typeface="Calibri" pitchFamily="34" charset="0"/>
          </a:endParaRPr>
        </a:p>
      </dsp:txBody>
      <dsp:txXfrm>
        <a:off x="1543910" y="1557975"/>
        <a:ext cx="5637070" cy="384392"/>
      </dsp:txXfrm>
    </dsp:sp>
    <dsp:sp modelId="{21A27DD6-189B-475B-8B7F-8A1C053CB7AA}">
      <dsp:nvSpPr>
        <dsp:cNvPr id="0" name=""/>
        <dsp:cNvSpPr/>
      </dsp:nvSpPr>
      <dsp:spPr>
        <a:xfrm>
          <a:off x="1436196" y="2110169"/>
          <a:ext cx="5744784" cy="0"/>
        </a:xfrm>
        <a:prstGeom prst="line">
          <a:avLst/>
        </a:prstGeom>
        <a:solidFill>
          <a:srgbClr val="4F81BD">
            <a:hueOff val="0"/>
            <a:satOff val="0"/>
            <a:lumOff val="0"/>
            <a:alphaOff val="0"/>
          </a:srgbClr>
        </a:solidFill>
        <a:ln w="25400" cap="flat" cmpd="sng" algn="ctr">
          <a:solidFill>
            <a:srgbClr val="4F81BD">
              <a:tint val="50000"/>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2C95297C-0DC1-49CE-9484-7159DA947EC7}">
      <dsp:nvSpPr>
        <dsp:cNvPr id="0" name=""/>
        <dsp:cNvSpPr/>
      </dsp:nvSpPr>
      <dsp:spPr>
        <a:xfrm>
          <a:off x="0" y="2109982"/>
          <a:ext cx="7180981" cy="0"/>
        </a:xfrm>
        <a:prstGeom prst="line">
          <a:avLst/>
        </a:prstGeom>
        <a:solidFill>
          <a:srgbClr val="4F81BD">
            <a:hueOff val="0"/>
            <a:satOff val="0"/>
            <a:lumOff val="0"/>
            <a:alphaOff val="0"/>
          </a:srgbClr>
        </a:solidFill>
        <a:ln w="38100" cap="flat" cmpd="sng" algn="ctr">
          <a:solidFill>
            <a:srgbClr val="C6D9F1"/>
          </a:solidFill>
          <a:prstDash val="solid"/>
        </a:ln>
        <a:effectLst/>
      </dsp:spPr>
      <dsp:style>
        <a:lnRef idx="2">
          <a:scrgbClr r="0" g="0" b="0"/>
        </a:lnRef>
        <a:fillRef idx="1">
          <a:scrgbClr r="0" g="0" b="0"/>
        </a:fillRef>
        <a:effectRef idx="0">
          <a:scrgbClr r="0" g="0" b="0"/>
        </a:effectRef>
        <a:fontRef idx="minor">
          <a:schemeClr val="lt1"/>
        </a:fontRef>
      </dsp:style>
    </dsp:sp>
    <dsp:sp modelId="{FA3B4575-109C-4D5C-86A8-8610D1927FC9}">
      <dsp:nvSpPr>
        <dsp:cNvPr id="0" name=""/>
        <dsp:cNvSpPr/>
      </dsp:nvSpPr>
      <dsp:spPr>
        <a:xfrm>
          <a:off x="7525" y="2109338"/>
          <a:ext cx="1436196" cy="6330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b="1" kern="1200" dirty="0" smtClean="0">
              <a:solidFill>
                <a:srgbClr val="00446A"/>
              </a:solidFill>
              <a:latin typeface="Calibri" pitchFamily="34" charset="0"/>
              <a:ea typeface="+mn-ea"/>
              <a:cs typeface="Calibri" pitchFamily="34" charset="0"/>
            </a:rPr>
            <a:t>Safety</a:t>
          </a:r>
        </a:p>
      </dsp:txBody>
      <dsp:txXfrm>
        <a:off x="7525" y="2109338"/>
        <a:ext cx="1436196" cy="633051"/>
      </dsp:txXfrm>
    </dsp:sp>
    <dsp:sp modelId="{B854DDB7-152B-4CF7-8E8D-7A0A10713EA9}">
      <dsp:nvSpPr>
        <dsp:cNvPr id="0" name=""/>
        <dsp:cNvSpPr/>
      </dsp:nvSpPr>
      <dsp:spPr>
        <a:xfrm>
          <a:off x="1536413" y="2315759"/>
          <a:ext cx="5637070" cy="4247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l" defTabSz="533400">
            <a:lnSpc>
              <a:spcPct val="90000"/>
            </a:lnSpc>
            <a:spcBef>
              <a:spcPct val="0"/>
            </a:spcBef>
            <a:spcAft>
              <a:spcPct val="35000"/>
            </a:spcAft>
          </a:pPr>
          <a:r>
            <a:rPr lang="en-GB" sz="1200" b="0" kern="1200" dirty="0" smtClean="0">
              <a:solidFill>
                <a:srgbClr val="00446A"/>
              </a:solidFill>
              <a:latin typeface="Calibri" pitchFamily="34" charset="0"/>
              <a:ea typeface="+mn-ea"/>
              <a:cs typeface="Calibri" pitchFamily="34" charset="0"/>
            </a:rPr>
            <a:t>building a toxicology information database utilising toxicology legacy reports to develop better in </a:t>
          </a:r>
          <a:r>
            <a:rPr lang="en-GB" sz="1200" b="0" kern="1200" dirty="0" err="1" smtClean="0">
              <a:solidFill>
                <a:srgbClr val="00446A"/>
              </a:solidFill>
              <a:latin typeface="Calibri" pitchFamily="34" charset="0"/>
              <a:ea typeface="+mn-ea"/>
              <a:cs typeface="Calibri" pitchFamily="34" charset="0"/>
            </a:rPr>
            <a:t>silico</a:t>
          </a:r>
          <a:r>
            <a:rPr lang="en-GB" sz="1200" b="0" kern="1200" dirty="0" smtClean="0">
              <a:solidFill>
                <a:srgbClr val="00446A"/>
              </a:solidFill>
              <a:latin typeface="Calibri" pitchFamily="34" charset="0"/>
              <a:ea typeface="+mn-ea"/>
              <a:cs typeface="Calibri" pitchFamily="34" charset="0"/>
            </a:rPr>
            <a:t> tools for toxicology prediction of new chemical entities (1274 reports extracted so far, 2092 were cleared, 3564 are planned in total)</a:t>
          </a:r>
          <a:endParaRPr lang="en-US" sz="1200" b="0" kern="1200" dirty="0" smtClean="0">
            <a:solidFill>
              <a:srgbClr val="00446A"/>
            </a:solidFill>
            <a:latin typeface="Calibri" pitchFamily="34" charset="0"/>
            <a:ea typeface="+mn-ea"/>
            <a:cs typeface="Calibri" pitchFamily="34" charset="0"/>
          </a:endParaRPr>
        </a:p>
      </dsp:txBody>
      <dsp:txXfrm>
        <a:off x="1536413" y="2315759"/>
        <a:ext cx="5637070" cy="424761"/>
      </dsp:txXfrm>
    </dsp:sp>
    <dsp:sp modelId="{EA7380DE-D4D1-410F-814C-7771C86F118A}">
      <dsp:nvSpPr>
        <dsp:cNvPr id="0" name=""/>
        <dsp:cNvSpPr/>
      </dsp:nvSpPr>
      <dsp:spPr>
        <a:xfrm>
          <a:off x="1436196" y="2824332"/>
          <a:ext cx="5744784" cy="0"/>
        </a:xfrm>
        <a:prstGeom prst="line">
          <a:avLst/>
        </a:prstGeom>
        <a:solidFill>
          <a:srgbClr val="4F81BD">
            <a:hueOff val="0"/>
            <a:satOff val="0"/>
            <a:lumOff val="0"/>
            <a:alphaOff val="0"/>
          </a:srgbClr>
        </a:solidFill>
        <a:ln w="25400" cap="flat" cmpd="sng" algn="ctr">
          <a:solidFill>
            <a:srgbClr val="1F497D">
              <a:lumMod val="20000"/>
              <a:lumOff val="80000"/>
            </a:srgbClr>
          </a:solidFill>
          <a:prstDash val="solid"/>
        </a:ln>
        <a:effectLst/>
      </dsp:spPr>
      <dsp:style>
        <a:lnRef idx="2">
          <a:scrgbClr r="0" g="0" b="0"/>
        </a:lnRef>
        <a:fillRef idx="1">
          <a:scrgbClr r="0" g="0" b="0"/>
        </a:fillRef>
        <a:effectRef idx="0">
          <a:scrgbClr r="0" g="0" b="0"/>
        </a:effectRef>
        <a:fontRef idx="minor"/>
      </dsp:style>
    </dsp:sp>
    <dsp:sp modelId="{CE4AB685-3B02-409A-994C-5CA1963CF158}">
      <dsp:nvSpPr>
        <dsp:cNvPr id="0" name=""/>
        <dsp:cNvSpPr/>
      </dsp:nvSpPr>
      <dsp:spPr>
        <a:xfrm>
          <a:off x="1536413" y="2897092"/>
          <a:ext cx="5637070" cy="402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l" defTabSz="533400">
            <a:lnSpc>
              <a:spcPct val="90000"/>
            </a:lnSpc>
            <a:spcBef>
              <a:spcPct val="0"/>
            </a:spcBef>
            <a:spcAft>
              <a:spcPct val="35000"/>
            </a:spcAft>
          </a:pPr>
          <a:r>
            <a:rPr lang="en-US" sz="1200" b="0" kern="1200" dirty="0" smtClean="0">
              <a:solidFill>
                <a:srgbClr val="00446A"/>
              </a:solidFill>
              <a:latin typeface="Calibri" pitchFamily="34" charset="0"/>
              <a:ea typeface="+mn-ea"/>
              <a:cs typeface="Calibri" pitchFamily="34" charset="0"/>
            </a:rPr>
            <a:t>exploited </a:t>
          </a:r>
          <a:r>
            <a:rPr lang="en-US" sz="1200" b="0" kern="1200" dirty="0" err="1" smtClean="0">
              <a:solidFill>
                <a:srgbClr val="00446A"/>
              </a:solidFill>
              <a:latin typeface="Calibri" pitchFamily="34" charset="0"/>
              <a:ea typeface="+mn-ea"/>
              <a:cs typeface="Calibri" pitchFamily="34" charset="0"/>
            </a:rPr>
            <a:t>EFPIA</a:t>
          </a:r>
          <a:r>
            <a:rPr lang="en-US" sz="1200" b="0" kern="1200" dirty="0" smtClean="0">
              <a:solidFill>
                <a:srgbClr val="00446A"/>
              </a:solidFill>
              <a:latin typeface="Calibri" pitchFamily="34" charset="0"/>
              <a:ea typeface="+mn-ea"/>
              <a:cs typeface="Calibri" pitchFamily="34" charset="0"/>
            </a:rPr>
            <a:t> in vivo mouse and rat toxicology studies, tissue archives and molecular profiling data for &gt;30 reference compounds  to study NGC, </a:t>
          </a:r>
          <a:r>
            <a:rPr lang="en-US" sz="1200" b="0" kern="1200" dirty="0" err="1" smtClean="0">
              <a:solidFill>
                <a:srgbClr val="00446A"/>
              </a:solidFill>
              <a:latin typeface="Calibri" pitchFamily="34" charset="0"/>
              <a:ea typeface="+mn-ea"/>
              <a:cs typeface="Calibri" pitchFamily="34" charset="0"/>
            </a:rPr>
            <a:t>genotoxic</a:t>
          </a:r>
          <a:r>
            <a:rPr lang="en-US" sz="1200" b="0" kern="1200" dirty="0" smtClean="0">
              <a:solidFill>
                <a:srgbClr val="00446A"/>
              </a:solidFill>
              <a:latin typeface="Calibri" pitchFamily="34" charset="0"/>
              <a:ea typeface="+mn-ea"/>
              <a:cs typeface="Calibri" pitchFamily="34" charset="0"/>
            </a:rPr>
            <a:t> carcinogens and non-</a:t>
          </a:r>
          <a:r>
            <a:rPr lang="en-US" sz="1200" b="0" kern="1200" dirty="0" err="1" smtClean="0">
              <a:solidFill>
                <a:srgbClr val="00446A"/>
              </a:solidFill>
              <a:latin typeface="Calibri" pitchFamily="34" charset="0"/>
              <a:ea typeface="+mn-ea"/>
              <a:cs typeface="Calibri" pitchFamily="34" charset="0"/>
            </a:rPr>
            <a:t>hepatocarcinogen</a:t>
          </a:r>
          <a:r>
            <a:rPr lang="en-US" sz="1200" b="0" kern="1200" dirty="0" smtClean="0">
              <a:solidFill>
                <a:srgbClr val="00446A"/>
              </a:solidFill>
              <a:latin typeface="Calibri" pitchFamily="34" charset="0"/>
              <a:ea typeface="+mn-ea"/>
              <a:cs typeface="Calibri" pitchFamily="34" charset="0"/>
            </a:rPr>
            <a:t> controls</a:t>
          </a:r>
        </a:p>
      </dsp:txBody>
      <dsp:txXfrm>
        <a:off x="1536413" y="2897092"/>
        <a:ext cx="5637070" cy="402356"/>
      </dsp:txXfrm>
    </dsp:sp>
    <dsp:sp modelId="{7CD20AC0-A9AA-4B86-A485-AECD3C08AD9C}">
      <dsp:nvSpPr>
        <dsp:cNvPr id="0" name=""/>
        <dsp:cNvSpPr/>
      </dsp:nvSpPr>
      <dsp:spPr>
        <a:xfrm>
          <a:off x="1436196" y="3366613"/>
          <a:ext cx="5744784" cy="0"/>
        </a:xfrm>
        <a:prstGeom prst="line">
          <a:avLst/>
        </a:prstGeom>
        <a:solidFill>
          <a:srgbClr val="4F81BD">
            <a:hueOff val="0"/>
            <a:satOff val="0"/>
            <a:lumOff val="0"/>
            <a:alphaOff val="0"/>
          </a:srgbClr>
        </a:solidFill>
        <a:ln w="25400" cap="flat" cmpd="sng" algn="ctr">
          <a:solidFill>
            <a:srgbClr val="4F81BD">
              <a:tint val="50000"/>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96949830-2D46-4DDA-B09D-D7B82E2066D3}">
      <dsp:nvSpPr>
        <dsp:cNvPr id="0" name=""/>
        <dsp:cNvSpPr/>
      </dsp:nvSpPr>
      <dsp:spPr>
        <a:xfrm>
          <a:off x="0" y="3368975"/>
          <a:ext cx="7180981" cy="0"/>
        </a:xfrm>
        <a:prstGeom prst="line">
          <a:avLst/>
        </a:prstGeom>
        <a:solidFill>
          <a:schemeClr val="accent1">
            <a:hueOff val="0"/>
            <a:satOff val="0"/>
            <a:lumOff val="0"/>
            <a:alphaOff val="0"/>
          </a:schemeClr>
        </a:solidFill>
        <a:ln w="25400" cap="flat" cmpd="sng" algn="ctr">
          <a:solidFill>
            <a:srgbClr val="C6D9F1"/>
          </a:solidFill>
          <a:prstDash val="solid"/>
        </a:ln>
        <a:effectLst/>
      </dsp:spPr>
      <dsp:style>
        <a:lnRef idx="2">
          <a:scrgbClr r="0" g="0" b="0"/>
        </a:lnRef>
        <a:fillRef idx="1">
          <a:scrgbClr r="0" g="0" b="0"/>
        </a:fillRef>
        <a:effectRef idx="0">
          <a:scrgbClr r="0" g="0" b="0"/>
        </a:effectRef>
        <a:fontRef idx="minor">
          <a:schemeClr val="lt1"/>
        </a:fontRef>
      </dsp:style>
    </dsp:sp>
    <dsp:sp modelId="{09504033-0438-4AB8-A6A2-D8BD08703E98}">
      <dsp:nvSpPr>
        <dsp:cNvPr id="0" name=""/>
        <dsp:cNvSpPr/>
      </dsp:nvSpPr>
      <dsp:spPr>
        <a:xfrm>
          <a:off x="0" y="3368975"/>
          <a:ext cx="1436196" cy="8422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b="1" kern="1200" dirty="0" smtClean="0">
              <a:solidFill>
                <a:srgbClr val="00446A"/>
              </a:solidFill>
              <a:latin typeface="Calibri" pitchFamily="34" charset="0"/>
              <a:ea typeface="+mn-ea"/>
              <a:cs typeface="Calibri" pitchFamily="34" charset="0"/>
            </a:rPr>
            <a:t>Knowledge Management</a:t>
          </a:r>
        </a:p>
      </dsp:txBody>
      <dsp:txXfrm>
        <a:off x="0" y="3368975"/>
        <a:ext cx="1436196" cy="842226"/>
      </dsp:txXfrm>
    </dsp:sp>
    <dsp:sp modelId="{497A7405-485E-4E12-B923-6895796E4653}">
      <dsp:nvSpPr>
        <dsp:cNvPr id="0" name=""/>
        <dsp:cNvSpPr/>
      </dsp:nvSpPr>
      <dsp:spPr>
        <a:xfrm>
          <a:off x="1543910" y="3407220"/>
          <a:ext cx="5637070" cy="764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l" defTabSz="533400">
            <a:lnSpc>
              <a:spcPct val="90000"/>
            </a:lnSpc>
            <a:spcBef>
              <a:spcPct val="0"/>
            </a:spcBef>
            <a:spcAft>
              <a:spcPct val="35000"/>
            </a:spcAft>
          </a:pPr>
          <a:r>
            <a:rPr lang="en-US" sz="1200" b="0" kern="1200" dirty="0" smtClean="0">
              <a:solidFill>
                <a:srgbClr val="00446A"/>
              </a:solidFill>
              <a:latin typeface="Calibri" pitchFamily="34" charset="0"/>
              <a:ea typeface="+mn-ea"/>
              <a:cs typeface="Calibri" pitchFamily="34" charset="0"/>
            </a:rPr>
            <a:t>integrated 7 pharmacological information sources by providing a modular platform to query and analyze the linked data sources (&gt;450 M triples) and developed 4 example applications </a:t>
          </a:r>
        </a:p>
      </dsp:txBody>
      <dsp:txXfrm>
        <a:off x="1543910" y="3407220"/>
        <a:ext cx="5637070" cy="764912"/>
      </dsp:txXfrm>
    </dsp:sp>
    <dsp:sp modelId="{5C4CD05E-E642-44FD-9CBE-6E572ABE5CA3}">
      <dsp:nvSpPr>
        <dsp:cNvPr id="0" name=""/>
        <dsp:cNvSpPr/>
      </dsp:nvSpPr>
      <dsp:spPr>
        <a:xfrm>
          <a:off x="1436196" y="4212161"/>
          <a:ext cx="5744784"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E2CBF0-F82E-4399-93FC-79B360ED79A9}">
      <dsp:nvSpPr>
        <dsp:cNvPr id="0" name=""/>
        <dsp:cNvSpPr/>
      </dsp:nvSpPr>
      <dsp:spPr>
        <a:xfrm>
          <a:off x="2470144" y="-10800"/>
          <a:ext cx="3240006" cy="3240006"/>
        </a:xfrm>
        <a:prstGeom prst="ellipse">
          <a:avLst/>
        </a:prstGeom>
        <a:solidFill>
          <a:srgbClr val="C6D9F1">
            <a:alpha val="70000"/>
          </a:srgbClr>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666750">
            <a:lnSpc>
              <a:spcPct val="90000"/>
            </a:lnSpc>
            <a:spcBef>
              <a:spcPct val="0"/>
            </a:spcBef>
            <a:spcAft>
              <a:spcPts val="1200"/>
            </a:spcAft>
          </a:pPr>
          <a:endParaRPr lang="en-US" sz="1500" kern="1200" dirty="0" smtClean="0">
            <a:solidFill>
              <a:srgbClr val="004151"/>
            </a:solidFill>
            <a:latin typeface="Calibri" pitchFamily="34" charset="0"/>
            <a:cs typeface="Calibri" pitchFamily="34" charset="0"/>
          </a:endParaRPr>
        </a:p>
      </dsp:txBody>
      <dsp:txXfrm>
        <a:off x="2843990" y="425354"/>
        <a:ext cx="2492312" cy="1028078"/>
      </dsp:txXfrm>
    </dsp:sp>
    <dsp:sp modelId="{0B403962-006E-4C49-8564-FCB01A853836}">
      <dsp:nvSpPr>
        <dsp:cNvPr id="0" name=""/>
        <dsp:cNvSpPr/>
      </dsp:nvSpPr>
      <dsp:spPr>
        <a:xfrm>
          <a:off x="4123229" y="1273407"/>
          <a:ext cx="3240006" cy="3240006"/>
        </a:xfrm>
        <a:prstGeom prst="ellipse">
          <a:avLst/>
        </a:prstGeom>
        <a:solidFill>
          <a:srgbClr val="A6D86E">
            <a:alpha val="65000"/>
          </a:srgbClr>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marR="0" lvl="0" indent="0" algn="l" defTabSz="914400" eaLnBrk="1" fontAlgn="auto" latinLnBrk="0" hangingPunct="1">
            <a:lnSpc>
              <a:spcPct val="100000"/>
            </a:lnSpc>
            <a:spcBef>
              <a:spcPct val="0"/>
            </a:spcBef>
            <a:spcAft>
              <a:spcPts val="1200"/>
            </a:spcAft>
            <a:buClrTx/>
            <a:buSzTx/>
            <a:buFontTx/>
            <a:buNone/>
            <a:tabLst/>
            <a:defRPr/>
          </a:pPr>
          <a:endParaRPr lang="en-US" sz="1500" kern="1200" dirty="0">
            <a:solidFill>
              <a:srgbClr val="004151"/>
            </a:solidFill>
            <a:latin typeface="Calibri" pitchFamily="34" charset="0"/>
            <a:cs typeface="Calibri" pitchFamily="34" charset="0"/>
          </a:endParaRPr>
        </a:p>
      </dsp:txBody>
      <dsp:txXfrm>
        <a:off x="5867848" y="1647254"/>
        <a:ext cx="1246156" cy="2492312"/>
      </dsp:txXfrm>
    </dsp:sp>
    <dsp:sp modelId="{368B71F7-7892-46E1-BA05-6D90AC44908B}">
      <dsp:nvSpPr>
        <dsp:cNvPr id="0" name=""/>
        <dsp:cNvSpPr/>
      </dsp:nvSpPr>
      <dsp:spPr>
        <a:xfrm>
          <a:off x="2345492" y="2696722"/>
          <a:ext cx="3240006" cy="3240006"/>
        </a:xfrm>
        <a:prstGeom prst="ellipse">
          <a:avLst/>
        </a:prstGeom>
        <a:solidFill>
          <a:srgbClr val="D7AFFF">
            <a:alpha val="56863"/>
          </a:srgbClr>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r" defTabSz="914400">
            <a:lnSpc>
              <a:spcPct val="100000"/>
            </a:lnSpc>
            <a:spcBef>
              <a:spcPct val="0"/>
            </a:spcBef>
            <a:spcAft>
              <a:spcPts val="1200"/>
            </a:spcAft>
            <a:buNone/>
          </a:pPr>
          <a:r>
            <a:rPr lang="en-US" sz="1500" kern="1200" dirty="0" smtClean="0">
              <a:latin typeface="Calibri" pitchFamily="34" charset="0"/>
              <a:cs typeface="Calibri" pitchFamily="34" charset="0"/>
            </a:rPr>
            <a:t> </a:t>
          </a:r>
          <a:endParaRPr lang="en-US" sz="1500" kern="1200" dirty="0">
            <a:latin typeface="Calibri" pitchFamily="34" charset="0"/>
            <a:cs typeface="Calibri" pitchFamily="34" charset="0"/>
          </a:endParaRPr>
        </a:p>
      </dsp:txBody>
      <dsp:txXfrm>
        <a:off x="2719339" y="4472494"/>
        <a:ext cx="2492312" cy="1028078"/>
      </dsp:txXfrm>
    </dsp:sp>
    <dsp:sp modelId="{C9838433-A755-4A24-8ED1-CF62FD4D047B}">
      <dsp:nvSpPr>
        <dsp:cNvPr id="0" name=""/>
        <dsp:cNvSpPr/>
      </dsp:nvSpPr>
      <dsp:spPr>
        <a:xfrm>
          <a:off x="680954" y="1273871"/>
          <a:ext cx="3240006" cy="3240006"/>
        </a:xfrm>
        <a:prstGeom prst="ellipse">
          <a:avLst/>
        </a:prstGeom>
        <a:solidFill>
          <a:srgbClr val="FBBE75">
            <a:alpha val="57000"/>
          </a:srgbClr>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r" defTabSz="914400">
            <a:lnSpc>
              <a:spcPct val="100000"/>
            </a:lnSpc>
            <a:spcBef>
              <a:spcPct val="0"/>
            </a:spcBef>
            <a:spcAft>
              <a:spcPts val="1200"/>
            </a:spcAft>
            <a:buNone/>
          </a:pPr>
          <a:endParaRPr lang="en-US" sz="1500" kern="1200" dirty="0">
            <a:latin typeface="Calibri" pitchFamily="34" charset="0"/>
            <a:cs typeface="Calibri" pitchFamily="34" charset="0"/>
          </a:endParaRPr>
        </a:p>
      </dsp:txBody>
      <dsp:txXfrm>
        <a:off x="930185" y="1647718"/>
        <a:ext cx="1246156" cy="24923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E207C-9B14-48CF-A634-3D95E79C7D41}">
      <dsp:nvSpPr>
        <dsp:cNvPr id="0" name=""/>
        <dsp:cNvSpPr/>
      </dsp:nvSpPr>
      <dsp:spPr>
        <a:xfrm>
          <a:off x="81463" y="264115"/>
          <a:ext cx="2658472" cy="2425074"/>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solidFill>
                <a:srgbClr val="004151"/>
              </a:solidFill>
            </a:rPr>
            <a:t> </a:t>
          </a:r>
          <a:r>
            <a:rPr lang="en-US" sz="2000" b="1" kern="1200" dirty="0" err="1" smtClean="0">
              <a:solidFill>
                <a:srgbClr val="004151"/>
              </a:solidFill>
            </a:rPr>
            <a:t>CDISC</a:t>
          </a:r>
          <a:r>
            <a:rPr lang="en-US" sz="2000" b="1" kern="1200" dirty="0" smtClean="0">
              <a:solidFill>
                <a:srgbClr val="004151"/>
              </a:solidFill>
            </a:rPr>
            <a:t> –IMI </a:t>
          </a:r>
        </a:p>
        <a:p>
          <a:pPr lvl="0" algn="ctr" defTabSz="800100">
            <a:lnSpc>
              <a:spcPct val="90000"/>
            </a:lnSpc>
            <a:spcBef>
              <a:spcPct val="0"/>
            </a:spcBef>
            <a:spcAft>
              <a:spcPct val="35000"/>
            </a:spcAft>
          </a:pPr>
          <a:r>
            <a:rPr lang="en-US" sz="2000" b="1" kern="1200" dirty="0" smtClean="0">
              <a:solidFill>
                <a:srgbClr val="004151"/>
              </a:solidFill>
            </a:rPr>
            <a:t>Memorandum of understanding</a:t>
          </a:r>
        </a:p>
        <a:p>
          <a:pPr lvl="0" algn="ctr" defTabSz="800100">
            <a:lnSpc>
              <a:spcPct val="90000"/>
            </a:lnSpc>
            <a:spcBef>
              <a:spcPct val="0"/>
            </a:spcBef>
            <a:spcAft>
              <a:spcPct val="35000"/>
            </a:spcAft>
          </a:pPr>
          <a:r>
            <a:rPr lang="en-US" sz="2000" b="1" kern="1200" dirty="0" err="1" smtClean="0">
              <a:solidFill>
                <a:srgbClr val="004151"/>
              </a:solidFill>
            </a:rPr>
            <a:t>CDISC</a:t>
          </a:r>
          <a:r>
            <a:rPr lang="en-US" sz="2000" b="1" kern="1200" dirty="0" smtClean="0">
              <a:solidFill>
                <a:srgbClr val="004151"/>
              </a:solidFill>
            </a:rPr>
            <a:t> membership</a:t>
          </a:r>
        </a:p>
        <a:p>
          <a:pPr lvl="0" algn="ctr" defTabSz="800100">
            <a:lnSpc>
              <a:spcPct val="90000"/>
            </a:lnSpc>
            <a:spcBef>
              <a:spcPct val="0"/>
            </a:spcBef>
            <a:spcAft>
              <a:spcPct val="35000"/>
            </a:spcAft>
          </a:pPr>
          <a:r>
            <a:rPr lang="en-US" sz="2000" b="1" kern="1200" dirty="0" smtClean="0">
              <a:solidFill>
                <a:srgbClr val="004151"/>
              </a:solidFill>
            </a:rPr>
            <a:t>Standards work on project basis</a:t>
          </a:r>
        </a:p>
        <a:p>
          <a:pPr lvl="0" algn="ctr" defTabSz="800100">
            <a:lnSpc>
              <a:spcPct val="90000"/>
            </a:lnSpc>
            <a:spcBef>
              <a:spcPct val="0"/>
            </a:spcBef>
            <a:spcAft>
              <a:spcPct val="35000"/>
            </a:spcAft>
          </a:pPr>
          <a:endParaRPr lang="en-US" sz="1800" b="1" kern="1200" dirty="0" smtClean="0">
            <a:solidFill>
              <a:srgbClr val="004151"/>
            </a:solidFill>
          </a:endParaRPr>
        </a:p>
      </dsp:txBody>
      <dsp:txXfrm>
        <a:off x="81463" y="264115"/>
        <a:ext cx="2658472" cy="2425074"/>
      </dsp:txXfrm>
    </dsp:sp>
    <dsp:sp modelId="{2AF4AF94-17D1-48D1-B883-DEEF5C5EC277}">
      <dsp:nvSpPr>
        <dsp:cNvPr id="0" name=""/>
        <dsp:cNvSpPr/>
      </dsp:nvSpPr>
      <dsp:spPr>
        <a:xfrm>
          <a:off x="3008596" y="197849"/>
          <a:ext cx="2664556" cy="2513892"/>
        </a:xfrm>
        <a:prstGeom prst="rect">
          <a:avLst/>
        </a:prstGeom>
        <a:solidFill>
          <a:schemeClr val="accent5">
            <a:hueOff val="-4326688"/>
            <a:satOff val="2309"/>
            <a:lumOff val="-100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err="1" smtClean="0">
              <a:solidFill>
                <a:srgbClr val="004151"/>
              </a:solidFill>
              <a:latin typeface="+mn-lt"/>
            </a:rPr>
            <a:t>CDISC</a:t>
          </a:r>
          <a:r>
            <a:rPr lang="en-US" sz="2000" b="1" kern="1200" dirty="0" smtClean="0">
              <a:solidFill>
                <a:srgbClr val="004151"/>
              </a:solidFill>
              <a:latin typeface="+mn-lt"/>
            </a:rPr>
            <a:t> membership</a:t>
          </a:r>
        </a:p>
        <a:p>
          <a:pPr lvl="0" algn="ctr" defTabSz="889000">
            <a:lnSpc>
              <a:spcPct val="90000"/>
            </a:lnSpc>
            <a:spcBef>
              <a:spcPct val="0"/>
            </a:spcBef>
            <a:spcAft>
              <a:spcPct val="35000"/>
            </a:spcAft>
          </a:pPr>
          <a:r>
            <a:rPr lang="en-US" sz="2000" b="1" kern="1200" dirty="0" smtClean="0">
              <a:solidFill>
                <a:srgbClr val="004151"/>
              </a:solidFill>
              <a:latin typeface="+mn-lt"/>
            </a:rPr>
            <a:t>Extends to IMI beneficiaries in IMI projects</a:t>
          </a:r>
        </a:p>
        <a:p>
          <a:pPr lvl="0" algn="ctr" defTabSz="889000">
            <a:lnSpc>
              <a:spcPct val="90000"/>
            </a:lnSpc>
            <a:spcBef>
              <a:spcPct val="0"/>
            </a:spcBef>
            <a:spcAft>
              <a:spcPct val="35000"/>
            </a:spcAft>
          </a:pPr>
          <a:r>
            <a:rPr lang="en-US" sz="2000" b="1" kern="1200" dirty="0" err="1" smtClean="0">
              <a:solidFill>
                <a:srgbClr val="004151"/>
              </a:solidFill>
              <a:latin typeface="+mn-lt"/>
            </a:rPr>
            <a:t>CDISC</a:t>
          </a:r>
          <a:r>
            <a:rPr lang="en-US" sz="2000" b="1" kern="1200" dirty="0" smtClean="0">
              <a:solidFill>
                <a:srgbClr val="004151"/>
              </a:solidFill>
              <a:latin typeface="+mn-lt"/>
            </a:rPr>
            <a:t> overview course</a:t>
          </a:r>
          <a:endParaRPr lang="en-US" sz="2000" b="1" kern="1200" dirty="0">
            <a:solidFill>
              <a:srgbClr val="004151"/>
            </a:solidFill>
            <a:latin typeface="+mn-lt"/>
          </a:endParaRPr>
        </a:p>
      </dsp:txBody>
      <dsp:txXfrm>
        <a:off x="3008596" y="197849"/>
        <a:ext cx="2664556" cy="2513892"/>
      </dsp:txXfrm>
    </dsp:sp>
    <dsp:sp modelId="{74BA3765-C8A0-4B74-8CE8-71D55B36D880}">
      <dsp:nvSpPr>
        <dsp:cNvPr id="0" name=""/>
        <dsp:cNvSpPr/>
      </dsp:nvSpPr>
      <dsp:spPr>
        <a:xfrm>
          <a:off x="5990410" y="186573"/>
          <a:ext cx="2664556" cy="2537742"/>
        </a:xfrm>
        <a:prstGeom prst="rect">
          <a:avLst/>
        </a:prstGeom>
        <a:solidFill>
          <a:schemeClr val="accent5">
            <a:hueOff val="-8653377"/>
            <a:satOff val="4617"/>
            <a:lumOff val="-2013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err="1" smtClean="0">
              <a:solidFill>
                <a:srgbClr val="004151"/>
              </a:solidFill>
              <a:latin typeface="+mj-lt"/>
            </a:rPr>
            <a:t>CDISC</a:t>
          </a:r>
          <a:r>
            <a:rPr lang="en-US" sz="2000" b="1" kern="1200" dirty="0" smtClean="0">
              <a:solidFill>
                <a:srgbClr val="004151"/>
              </a:solidFill>
              <a:latin typeface="+mj-lt"/>
            </a:rPr>
            <a:t> project participant</a:t>
          </a:r>
        </a:p>
        <a:p>
          <a:pPr lvl="0" algn="ctr" defTabSz="889000">
            <a:lnSpc>
              <a:spcPct val="90000"/>
            </a:lnSpc>
            <a:spcBef>
              <a:spcPct val="0"/>
            </a:spcBef>
            <a:spcAft>
              <a:spcPct val="35000"/>
            </a:spcAft>
          </a:pPr>
          <a:r>
            <a:rPr lang="en-US" sz="2000" b="1" kern="1200" dirty="0" smtClean="0">
              <a:solidFill>
                <a:srgbClr val="004151"/>
              </a:solidFill>
              <a:latin typeface="+mj-lt"/>
            </a:rPr>
            <a:t>EHR4CR</a:t>
          </a:r>
        </a:p>
        <a:p>
          <a:pPr lvl="0" algn="ctr" defTabSz="889000">
            <a:lnSpc>
              <a:spcPct val="90000"/>
            </a:lnSpc>
            <a:spcBef>
              <a:spcPct val="0"/>
            </a:spcBef>
            <a:spcAft>
              <a:spcPct val="35000"/>
            </a:spcAft>
          </a:pPr>
          <a:r>
            <a:rPr lang="en-US" sz="2000" b="1" kern="1200" dirty="0" err="1" smtClean="0">
              <a:solidFill>
                <a:srgbClr val="004151"/>
              </a:solidFill>
              <a:latin typeface="+mj-lt"/>
            </a:rPr>
            <a:t>BIOVAC</a:t>
          </a:r>
          <a:r>
            <a:rPr lang="en-US" sz="2000" b="1" kern="1200" dirty="0" smtClean="0">
              <a:solidFill>
                <a:srgbClr val="004151"/>
              </a:solidFill>
              <a:latin typeface="+mj-lt"/>
            </a:rPr>
            <a:t>-SAFE</a:t>
          </a:r>
        </a:p>
        <a:p>
          <a:pPr lvl="0" algn="ctr" defTabSz="889000">
            <a:lnSpc>
              <a:spcPct val="90000"/>
            </a:lnSpc>
            <a:spcBef>
              <a:spcPct val="0"/>
            </a:spcBef>
            <a:spcAft>
              <a:spcPct val="35000"/>
            </a:spcAft>
          </a:pPr>
          <a:r>
            <a:rPr lang="en-US" sz="2000" b="1" kern="1200" dirty="0" err="1" smtClean="0">
              <a:solidFill>
                <a:srgbClr val="004151"/>
              </a:solidFill>
              <a:latin typeface="+mj-lt"/>
            </a:rPr>
            <a:t>eTRIKS</a:t>
          </a:r>
          <a:endParaRPr lang="en-US" sz="2000" b="1" kern="1200" dirty="0" smtClean="0">
            <a:solidFill>
              <a:srgbClr val="004151"/>
            </a:solidFill>
            <a:latin typeface="+mj-lt"/>
          </a:endParaRPr>
        </a:p>
        <a:p>
          <a:pPr lvl="0" algn="ctr" defTabSz="889000">
            <a:lnSpc>
              <a:spcPct val="90000"/>
            </a:lnSpc>
            <a:spcBef>
              <a:spcPct val="0"/>
            </a:spcBef>
            <a:spcAft>
              <a:spcPct val="35000"/>
            </a:spcAft>
          </a:pPr>
          <a:r>
            <a:rPr lang="en-US" sz="2000" b="1" kern="1200" dirty="0" err="1" smtClean="0">
              <a:solidFill>
                <a:srgbClr val="004151"/>
              </a:solidFill>
              <a:latin typeface="+mj-lt"/>
            </a:rPr>
            <a:t>CDISC</a:t>
          </a:r>
          <a:r>
            <a:rPr lang="en-US" sz="2000" b="1" kern="1200" dirty="0" smtClean="0">
              <a:solidFill>
                <a:srgbClr val="004151"/>
              </a:solidFill>
              <a:latin typeface="+mj-lt"/>
            </a:rPr>
            <a:t> standards used in many</a:t>
          </a:r>
          <a:endParaRPr lang="en-US" sz="2000" b="0" kern="1200" dirty="0" smtClean="0">
            <a:solidFill>
              <a:srgbClr val="004151"/>
            </a:solidFill>
            <a:latin typeface="+mj-lt"/>
          </a:endParaRPr>
        </a:p>
      </dsp:txBody>
      <dsp:txXfrm>
        <a:off x="5990410" y="186573"/>
        <a:ext cx="2664556" cy="2537742"/>
      </dsp:txXfrm>
    </dsp:sp>
    <dsp:sp modelId="{C650DF81-1B66-42AB-B807-1AEA251EF595}">
      <dsp:nvSpPr>
        <dsp:cNvPr id="0" name=""/>
        <dsp:cNvSpPr/>
      </dsp:nvSpPr>
      <dsp:spPr>
        <a:xfrm>
          <a:off x="1394929" y="2938718"/>
          <a:ext cx="5768010" cy="1789088"/>
        </a:xfrm>
        <a:prstGeom prst="rect">
          <a:avLst/>
        </a:prstGeom>
        <a:solidFill>
          <a:schemeClr val="accent5">
            <a:hueOff val="-12980065"/>
            <a:satOff val="6926"/>
            <a:lumOff val="-301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t>BENEFITS</a:t>
          </a:r>
        </a:p>
        <a:p>
          <a:pPr lvl="0" algn="ctr" defTabSz="889000">
            <a:lnSpc>
              <a:spcPct val="90000"/>
            </a:lnSpc>
            <a:spcBef>
              <a:spcPct val="0"/>
            </a:spcBef>
            <a:spcAft>
              <a:spcPct val="35000"/>
            </a:spcAft>
          </a:pPr>
          <a:r>
            <a:rPr lang="en-US" sz="2000" kern="1200" dirty="0" err="1" smtClean="0"/>
            <a:t>Pharma</a:t>
          </a:r>
          <a:r>
            <a:rPr lang="en-US" sz="2000" kern="1200" dirty="0" smtClean="0"/>
            <a:t> and IMI beneficiaries use same standards </a:t>
          </a:r>
        </a:p>
        <a:p>
          <a:pPr lvl="0" algn="ctr" defTabSz="889000">
            <a:lnSpc>
              <a:spcPct val="90000"/>
            </a:lnSpc>
            <a:spcBef>
              <a:spcPct val="0"/>
            </a:spcBef>
            <a:spcAft>
              <a:spcPct val="35000"/>
            </a:spcAft>
          </a:pPr>
          <a:r>
            <a:rPr lang="en-US" sz="2000" kern="1200" dirty="0" smtClean="0"/>
            <a:t>Develop new standards where needed</a:t>
          </a:r>
        </a:p>
        <a:p>
          <a:pPr lvl="0" algn="ctr" defTabSz="889000">
            <a:lnSpc>
              <a:spcPct val="90000"/>
            </a:lnSpc>
            <a:spcBef>
              <a:spcPct val="0"/>
            </a:spcBef>
            <a:spcAft>
              <a:spcPct val="35000"/>
            </a:spcAft>
          </a:pPr>
          <a:r>
            <a:rPr lang="en-US" sz="2000" kern="1200" dirty="0" smtClean="0"/>
            <a:t>Preventing duplication of effort and resources</a:t>
          </a:r>
        </a:p>
        <a:p>
          <a:pPr lvl="0" algn="ctr" defTabSz="889000">
            <a:lnSpc>
              <a:spcPct val="90000"/>
            </a:lnSpc>
            <a:spcBef>
              <a:spcPct val="0"/>
            </a:spcBef>
            <a:spcAft>
              <a:spcPct val="35000"/>
            </a:spcAft>
          </a:pPr>
          <a:endParaRPr lang="en-US" sz="1800" b="0" u="none" kern="1200" dirty="0" smtClean="0"/>
        </a:p>
      </dsp:txBody>
      <dsp:txXfrm>
        <a:off x="1394929" y="2938718"/>
        <a:ext cx="5768010" cy="17890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E207C-9B14-48CF-A634-3D95E79C7D41}">
      <dsp:nvSpPr>
        <dsp:cNvPr id="0" name=""/>
        <dsp:cNvSpPr/>
      </dsp:nvSpPr>
      <dsp:spPr>
        <a:xfrm>
          <a:off x="0" y="337612"/>
          <a:ext cx="2987454" cy="1899304"/>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solidFill>
                <a:srgbClr val="004151"/>
              </a:solidFill>
            </a:rPr>
            <a:t>Elimination of inefficient pre-clinical models</a:t>
          </a:r>
        </a:p>
        <a:p>
          <a:pPr lvl="0" algn="ctr" defTabSz="800100">
            <a:lnSpc>
              <a:spcPct val="90000"/>
            </a:lnSpc>
            <a:spcBef>
              <a:spcPct val="0"/>
            </a:spcBef>
            <a:spcAft>
              <a:spcPct val="35000"/>
            </a:spcAft>
          </a:pPr>
          <a:r>
            <a:rPr lang="en-US" sz="1800" kern="1200" dirty="0" smtClean="0">
              <a:solidFill>
                <a:srgbClr val="004151"/>
              </a:solidFill>
            </a:rPr>
            <a:t>in Alzheimer’s, chronic pain, schizophrenia, diabetes, asthma</a:t>
          </a:r>
          <a:endParaRPr lang="en-US" sz="1800" kern="1200" dirty="0">
            <a:solidFill>
              <a:srgbClr val="004151"/>
            </a:solidFill>
          </a:endParaRPr>
        </a:p>
      </dsp:txBody>
      <dsp:txXfrm>
        <a:off x="0" y="337612"/>
        <a:ext cx="2987454" cy="1899304"/>
      </dsp:txXfrm>
    </dsp:sp>
    <dsp:sp modelId="{2AF4AF94-17D1-48D1-B883-DEEF5C5EC277}">
      <dsp:nvSpPr>
        <dsp:cNvPr id="0" name=""/>
        <dsp:cNvSpPr/>
      </dsp:nvSpPr>
      <dsp:spPr>
        <a:xfrm>
          <a:off x="3212727" y="330594"/>
          <a:ext cx="2987454" cy="1904305"/>
        </a:xfrm>
        <a:prstGeom prst="rect">
          <a:avLst/>
        </a:prstGeom>
        <a:solidFill>
          <a:schemeClr val="accent5">
            <a:hueOff val="-6490032"/>
            <a:satOff val="3463"/>
            <a:lumOff val="-15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solidFill>
                <a:srgbClr val="004151"/>
              </a:solidFill>
            </a:rPr>
            <a:t>Developed reliable animal models for efficacy and safety assessment </a:t>
          </a:r>
        </a:p>
        <a:p>
          <a:pPr lvl="0" algn="ctr" defTabSz="800100">
            <a:lnSpc>
              <a:spcPct val="90000"/>
            </a:lnSpc>
            <a:spcBef>
              <a:spcPct val="0"/>
            </a:spcBef>
            <a:spcAft>
              <a:spcPct val="35000"/>
            </a:spcAft>
          </a:pPr>
          <a:r>
            <a:rPr lang="en-US" sz="1800" kern="1200" dirty="0" smtClean="0">
              <a:solidFill>
                <a:srgbClr val="004151"/>
              </a:solidFill>
            </a:rPr>
            <a:t>in Alzheimer’s, chronic pain, schizophrenia, diabetes, asthma</a:t>
          </a:r>
          <a:endParaRPr lang="en-US" sz="1800" kern="1200" dirty="0">
            <a:solidFill>
              <a:srgbClr val="004151"/>
            </a:solidFill>
          </a:endParaRPr>
        </a:p>
      </dsp:txBody>
      <dsp:txXfrm>
        <a:off x="3212727" y="330594"/>
        <a:ext cx="2987454" cy="1904305"/>
      </dsp:txXfrm>
    </dsp:sp>
    <dsp:sp modelId="{C650DF81-1B66-42AB-B807-1AEA251EF595}">
      <dsp:nvSpPr>
        <dsp:cNvPr id="0" name=""/>
        <dsp:cNvSpPr/>
      </dsp:nvSpPr>
      <dsp:spPr>
        <a:xfrm>
          <a:off x="821255" y="2928652"/>
          <a:ext cx="4616722" cy="1792472"/>
        </a:xfrm>
        <a:prstGeom prst="rect">
          <a:avLst/>
        </a:prstGeom>
        <a:solidFill>
          <a:schemeClr val="accent5">
            <a:hueOff val="-12980065"/>
            <a:satOff val="6926"/>
            <a:lumOff val="-301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smtClean="0"/>
            <a:t>BENEFITS</a:t>
          </a:r>
        </a:p>
        <a:p>
          <a:pPr lvl="0" algn="ctr" defTabSz="889000">
            <a:lnSpc>
              <a:spcPct val="90000"/>
            </a:lnSpc>
            <a:spcBef>
              <a:spcPct val="0"/>
            </a:spcBef>
            <a:spcAft>
              <a:spcPct val="35000"/>
            </a:spcAft>
          </a:pPr>
          <a:r>
            <a:rPr lang="en-US" sz="1800" kern="1200" dirty="0" err="1" smtClean="0"/>
            <a:t>Pharma</a:t>
          </a:r>
          <a:r>
            <a:rPr lang="en-US" sz="1800" kern="1200" dirty="0" smtClean="0"/>
            <a:t> and IMI beneficiaries use same standards </a:t>
          </a:r>
        </a:p>
        <a:p>
          <a:pPr lvl="0" algn="ctr" defTabSz="889000">
            <a:lnSpc>
              <a:spcPct val="90000"/>
            </a:lnSpc>
            <a:spcBef>
              <a:spcPct val="0"/>
            </a:spcBef>
            <a:spcAft>
              <a:spcPct val="35000"/>
            </a:spcAft>
          </a:pPr>
          <a:r>
            <a:rPr lang="en-US" sz="1800" kern="1200" dirty="0" smtClean="0"/>
            <a:t>Develop new standards where needed</a:t>
          </a:r>
        </a:p>
        <a:p>
          <a:pPr lvl="0" algn="ctr" defTabSz="889000">
            <a:lnSpc>
              <a:spcPct val="90000"/>
            </a:lnSpc>
            <a:spcBef>
              <a:spcPct val="0"/>
            </a:spcBef>
            <a:spcAft>
              <a:spcPct val="35000"/>
            </a:spcAft>
          </a:pPr>
          <a:r>
            <a:rPr lang="en-US" sz="1800" kern="1200" dirty="0" smtClean="0"/>
            <a:t>Preventing duplication of effort and resources</a:t>
          </a:r>
        </a:p>
        <a:p>
          <a:pPr lvl="0" algn="ctr" defTabSz="889000">
            <a:lnSpc>
              <a:spcPct val="90000"/>
            </a:lnSpc>
            <a:spcBef>
              <a:spcPct val="0"/>
            </a:spcBef>
            <a:spcAft>
              <a:spcPct val="35000"/>
            </a:spcAft>
          </a:pPr>
          <a:endParaRPr lang="en-US" sz="1800" kern="1200" dirty="0" smtClean="0"/>
        </a:p>
      </dsp:txBody>
      <dsp:txXfrm>
        <a:off x="821255" y="2928652"/>
        <a:ext cx="4616722" cy="1792472"/>
      </dsp:txXfrm>
    </dsp:sp>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image" Target="../media/image3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6411"/>
          </a:xfrm>
          <a:prstGeom prst="rect">
            <a:avLst/>
          </a:prstGeom>
        </p:spPr>
        <p:txBody>
          <a:bodyPr vert="horz" lIns="91747" tIns="45873" rIns="91747" bIns="45873" rtlCol="0"/>
          <a:lstStyle>
            <a:lvl1pPr algn="l">
              <a:defRPr sz="1200"/>
            </a:lvl1pPr>
          </a:lstStyle>
          <a:p>
            <a:endParaRPr lang="nl-BE"/>
          </a:p>
        </p:txBody>
      </p:sp>
      <p:sp>
        <p:nvSpPr>
          <p:cNvPr id="3" name="Date Placeholder 2"/>
          <p:cNvSpPr>
            <a:spLocks noGrp="1"/>
          </p:cNvSpPr>
          <p:nvPr>
            <p:ph type="dt" sz="quarter" idx="1"/>
          </p:nvPr>
        </p:nvSpPr>
        <p:spPr>
          <a:xfrm>
            <a:off x="3850443" y="0"/>
            <a:ext cx="2945659" cy="496411"/>
          </a:xfrm>
          <a:prstGeom prst="rect">
            <a:avLst/>
          </a:prstGeom>
        </p:spPr>
        <p:txBody>
          <a:bodyPr vert="horz" lIns="91747" tIns="45873" rIns="91747" bIns="45873" rtlCol="0"/>
          <a:lstStyle>
            <a:lvl1pPr algn="r">
              <a:defRPr sz="1200"/>
            </a:lvl1pPr>
          </a:lstStyle>
          <a:p>
            <a:fld id="{CBD97B2F-9CA8-4EFF-9F64-220FED992890}" type="datetimeFigureOut">
              <a:rPr lang="nl-BE" smtClean="0"/>
              <a:t>30/11/2012</a:t>
            </a:fld>
            <a:endParaRPr lang="nl-BE"/>
          </a:p>
        </p:txBody>
      </p:sp>
      <p:sp>
        <p:nvSpPr>
          <p:cNvPr id="4" name="Footer Placeholder 3"/>
          <p:cNvSpPr>
            <a:spLocks noGrp="1"/>
          </p:cNvSpPr>
          <p:nvPr>
            <p:ph type="ftr" sz="quarter" idx="2"/>
          </p:nvPr>
        </p:nvSpPr>
        <p:spPr>
          <a:xfrm>
            <a:off x="1" y="9430092"/>
            <a:ext cx="2945659" cy="496411"/>
          </a:xfrm>
          <a:prstGeom prst="rect">
            <a:avLst/>
          </a:prstGeom>
        </p:spPr>
        <p:txBody>
          <a:bodyPr vert="horz" lIns="91747" tIns="45873" rIns="91747" bIns="45873" rtlCol="0" anchor="b"/>
          <a:lstStyle>
            <a:lvl1pPr algn="l">
              <a:defRPr sz="1200"/>
            </a:lvl1pPr>
          </a:lstStyle>
          <a:p>
            <a:endParaRPr lang="nl-BE"/>
          </a:p>
        </p:txBody>
      </p:sp>
      <p:sp>
        <p:nvSpPr>
          <p:cNvPr id="5" name="Slide Number Placeholder 4"/>
          <p:cNvSpPr>
            <a:spLocks noGrp="1"/>
          </p:cNvSpPr>
          <p:nvPr>
            <p:ph type="sldNum" sz="quarter" idx="3"/>
          </p:nvPr>
        </p:nvSpPr>
        <p:spPr>
          <a:xfrm>
            <a:off x="3850443" y="9430092"/>
            <a:ext cx="2945659" cy="496411"/>
          </a:xfrm>
          <a:prstGeom prst="rect">
            <a:avLst/>
          </a:prstGeom>
        </p:spPr>
        <p:txBody>
          <a:bodyPr vert="horz" lIns="91747" tIns="45873" rIns="91747" bIns="45873" rtlCol="0" anchor="b"/>
          <a:lstStyle>
            <a:lvl1pPr algn="r">
              <a:defRPr sz="1200"/>
            </a:lvl1pPr>
          </a:lstStyle>
          <a:p>
            <a:fld id="{642AB66B-60FF-4EC3-850F-0EB5D4CE9FC2}" type="slidenum">
              <a:rPr lang="nl-BE" smtClean="0"/>
              <a:t>‹#›</a:t>
            </a:fld>
            <a:endParaRPr lang="nl-BE"/>
          </a:p>
        </p:txBody>
      </p:sp>
    </p:spTree>
    <p:extLst>
      <p:ext uri="{BB962C8B-B14F-4D97-AF65-F5344CB8AC3E}">
        <p14:creationId xmlns:p14="http://schemas.microsoft.com/office/powerpoint/2010/main" val="66779809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6411"/>
          </a:xfrm>
          <a:prstGeom prst="rect">
            <a:avLst/>
          </a:prstGeom>
        </p:spPr>
        <p:txBody>
          <a:bodyPr vert="horz" lIns="91747" tIns="45873" rIns="91747" bIns="45873" rtlCol="0"/>
          <a:lstStyle>
            <a:lvl1pPr algn="l">
              <a:defRPr sz="1200"/>
            </a:lvl1pPr>
          </a:lstStyle>
          <a:p>
            <a:endParaRPr lang="fr-BE"/>
          </a:p>
        </p:txBody>
      </p:sp>
      <p:sp>
        <p:nvSpPr>
          <p:cNvPr id="3" name="Date Placeholder 2"/>
          <p:cNvSpPr>
            <a:spLocks noGrp="1"/>
          </p:cNvSpPr>
          <p:nvPr>
            <p:ph type="dt" idx="1"/>
          </p:nvPr>
        </p:nvSpPr>
        <p:spPr>
          <a:xfrm>
            <a:off x="3850443" y="0"/>
            <a:ext cx="2945659" cy="496411"/>
          </a:xfrm>
          <a:prstGeom prst="rect">
            <a:avLst/>
          </a:prstGeom>
        </p:spPr>
        <p:txBody>
          <a:bodyPr vert="horz" lIns="91747" tIns="45873" rIns="91747" bIns="45873" rtlCol="0"/>
          <a:lstStyle>
            <a:lvl1pPr algn="r">
              <a:defRPr sz="1200"/>
            </a:lvl1pPr>
          </a:lstStyle>
          <a:p>
            <a:fld id="{827B3706-AC46-422B-BDD0-73315D744D40}" type="datetimeFigureOut">
              <a:rPr lang="fr-BE" smtClean="0"/>
              <a:t>30/11/2012</a:t>
            </a:fld>
            <a:endParaRPr lang="fr-BE"/>
          </a:p>
        </p:txBody>
      </p:sp>
      <p:sp>
        <p:nvSpPr>
          <p:cNvPr id="4" name="Slide Image Placeholder 3"/>
          <p:cNvSpPr>
            <a:spLocks noGrp="1" noRot="1" noChangeAspect="1"/>
          </p:cNvSpPr>
          <p:nvPr>
            <p:ph type="sldImg" idx="2"/>
          </p:nvPr>
        </p:nvSpPr>
        <p:spPr>
          <a:xfrm>
            <a:off x="919163" y="744538"/>
            <a:ext cx="4959350" cy="3721100"/>
          </a:xfrm>
          <a:prstGeom prst="rect">
            <a:avLst/>
          </a:prstGeom>
          <a:noFill/>
          <a:ln w="12700">
            <a:solidFill>
              <a:prstClr val="black"/>
            </a:solidFill>
          </a:ln>
        </p:spPr>
        <p:txBody>
          <a:bodyPr vert="horz" lIns="91747" tIns="45873" rIns="91747" bIns="45873" rtlCol="0" anchor="ctr"/>
          <a:lstStyle/>
          <a:p>
            <a:endParaRPr lang="fr-BE"/>
          </a:p>
        </p:txBody>
      </p:sp>
      <p:sp>
        <p:nvSpPr>
          <p:cNvPr id="5" name="Notes Placeholder 4"/>
          <p:cNvSpPr>
            <a:spLocks noGrp="1"/>
          </p:cNvSpPr>
          <p:nvPr>
            <p:ph type="body" sz="quarter" idx="3"/>
          </p:nvPr>
        </p:nvSpPr>
        <p:spPr>
          <a:xfrm>
            <a:off x="679768" y="4715908"/>
            <a:ext cx="5438140" cy="4467701"/>
          </a:xfrm>
          <a:prstGeom prst="rect">
            <a:avLst/>
          </a:prstGeom>
        </p:spPr>
        <p:txBody>
          <a:bodyPr vert="horz" lIns="91747" tIns="45873" rIns="91747" bIns="45873"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6" name="Footer Placeholder 5"/>
          <p:cNvSpPr>
            <a:spLocks noGrp="1"/>
          </p:cNvSpPr>
          <p:nvPr>
            <p:ph type="ftr" sz="quarter" idx="4"/>
          </p:nvPr>
        </p:nvSpPr>
        <p:spPr>
          <a:xfrm>
            <a:off x="1" y="9430092"/>
            <a:ext cx="2945659" cy="496411"/>
          </a:xfrm>
          <a:prstGeom prst="rect">
            <a:avLst/>
          </a:prstGeom>
        </p:spPr>
        <p:txBody>
          <a:bodyPr vert="horz" lIns="91747" tIns="45873" rIns="91747" bIns="45873" rtlCol="0" anchor="b"/>
          <a:lstStyle>
            <a:lvl1pPr algn="l">
              <a:defRPr sz="1200"/>
            </a:lvl1pPr>
          </a:lstStyle>
          <a:p>
            <a:endParaRPr lang="fr-BE"/>
          </a:p>
        </p:txBody>
      </p:sp>
      <p:sp>
        <p:nvSpPr>
          <p:cNvPr id="7" name="Slide Number Placeholder 6"/>
          <p:cNvSpPr>
            <a:spLocks noGrp="1"/>
          </p:cNvSpPr>
          <p:nvPr>
            <p:ph type="sldNum" sz="quarter" idx="5"/>
          </p:nvPr>
        </p:nvSpPr>
        <p:spPr>
          <a:xfrm>
            <a:off x="3850443" y="9430092"/>
            <a:ext cx="2945659" cy="496411"/>
          </a:xfrm>
          <a:prstGeom prst="rect">
            <a:avLst/>
          </a:prstGeom>
        </p:spPr>
        <p:txBody>
          <a:bodyPr vert="horz" lIns="91747" tIns="45873" rIns="91747" bIns="45873" rtlCol="0" anchor="b"/>
          <a:lstStyle>
            <a:lvl1pPr algn="r">
              <a:defRPr sz="1200"/>
            </a:lvl1pPr>
          </a:lstStyle>
          <a:p>
            <a:fld id="{6716B46C-4D34-4328-9EC1-DED601336448}" type="slidenum">
              <a:rPr lang="fr-BE" smtClean="0"/>
              <a:t>‹#›</a:t>
            </a:fld>
            <a:endParaRPr lang="fr-BE"/>
          </a:p>
        </p:txBody>
      </p:sp>
    </p:spTree>
    <p:extLst>
      <p:ext uri="{BB962C8B-B14F-4D97-AF65-F5344CB8AC3E}">
        <p14:creationId xmlns:p14="http://schemas.microsoft.com/office/powerpoint/2010/main" val="52395156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xfrm>
            <a:off x="922338" y="746125"/>
            <a:ext cx="4959350" cy="3721100"/>
          </a:xfrm>
          <a:ln/>
        </p:spPr>
      </p:sp>
      <p:sp>
        <p:nvSpPr>
          <p:cNvPr id="38915" name="Rectangle 3"/>
          <p:cNvSpPr>
            <a:spLocks noGrp="1" noChangeArrowheads="1"/>
          </p:cNvSpPr>
          <p:nvPr>
            <p:ph type="body" idx="1"/>
          </p:nvPr>
        </p:nvSpPr>
        <p:spPr>
          <a:xfrm>
            <a:off x="906465" y="4716467"/>
            <a:ext cx="4984751" cy="4465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11" tIns="46157" rIns="92311" bIns="46157"/>
          <a:lstStyle/>
          <a:p>
            <a:pPr eaLnBrk="1" hangingPunct="1"/>
            <a:endParaRPr lang="fr-FR" dirty="0" smtClean="0">
              <a:ea typeface="ヒラギノ角ゴ Pro W3" charset="-128"/>
            </a:endParaRPr>
          </a:p>
        </p:txBody>
      </p:sp>
      <p:sp>
        <p:nvSpPr>
          <p:cNvPr id="2" name="Date Placeholder 1"/>
          <p:cNvSpPr>
            <a:spLocks noGrp="1"/>
          </p:cNvSpPr>
          <p:nvPr>
            <p:ph type="dt" idx="10"/>
          </p:nvPr>
        </p:nvSpPr>
        <p:spPr/>
        <p:txBody>
          <a:bodyPr/>
          <a:lstStyle/>
          <a:p>
            <a:pPr>
              <a:defRPr/>
            </a:pPr>
            <a:fld id="{CBE13EBE-FCA5-4D4B-B245-6B48FC5810FC}" type="datetime1">
              <a:rPr lang="nl-BE" smtClean="0">
                <a:solidFill>
                  <a:prstClr val="black"/>
                </a:solidFill>
              </a:rPr>
              <a:pPr>
                <a:defRPr/>
              </a:pPr>
              <a:t>30/11/2012</a:t>
            </a:fld>
            <a:endParaRPr lang="en-US" dirty="0">
              <a:solidFill>
                <a:prstClr val="black"/>
              </a:solidFill>
            </a:endParaRPr>
          </a:p>
        </p:txBody>
      </p:sp>
      <p:sp>
        <p:nvSpPr>
          <p:cNvPr id="3" name="Header Placeholder 2"/>
          <p:cNvSpPr>
            <a:spLocks noGrp="1"/>
          </p:cNvSpPr>
          <p:nvPr>
            <p:ph type="hdr" sz="quarter" idx="11"/>
          </p:nvPr>
        </p:nvSpPr>
        <p:spPr/>
        <p:txBody>
          <a:bodyPr/>
          <a:lstStyle/>
          <a:p>
            <a:pPr>
              <a:defRPr/>
            </a:pPr>
            <a:r>
              <a:rPr lang="en-US" dirty="0" smtClean="0">
                <a:solidFill>
                  <a:prstClr val="black"/>
                </a:solidFill>
              </a:rPr>
              <a:t>SWAT4LS, November 2012</a:t>
            </a:r>
            <a:endParaRPr lang="en-US" dirty="0">
              <a:solidFill>
                <a:prstClr val="black"/>
              </a:solidFill>
            </a:endParaRPr>
          </a:p>
        </p:txBody>
      </p:sp>
      <p:sp>
        <p:nvSpPr>
          <p:cNvPr id="4" name="Footer Placeholder 3"/>
          <p:cNvSpPr>
            <a:spLocks noGrp="1"/>
          </p:cNvSpPr>
          <p:nvPr>
            <p:ph type="ftr" sz="quarter" idx="12"/>
          </p:nvPr>
        </p:nvSpPr>
        <p:spPr/>
        <p:txBody>
          <a:bodyPr/>
          <a:lstStyle/>
          <a:p>
            <a:pPr>
              <a:defRPr/>
            </a:pPr>
            <a:endParaRPr lang="en-US" dirty="0">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Espace réservé de l'image des diapositives 1"/>
          <p:cNvSpPr>
            <a:spLocks noGrp="1" noRot="1" noChangeAspect="1" noTextEdit="1"/>
          </p:cNvSpPr>
          <p:nvPr>
            <p:ph type="sldImg"/>
          </p:nvPr>
        </p:nvSpPr>
        <p:spPr>
          <a:xfrm>
            <a:off x="917575" y="744538"/>
            <a:ext cx="4962525" cy="3722687"/>
          </a:xfrm>
          <a:ln/>
        </p:spPr>
      </p:sp>
      <p:sp>
        <p:nvSpPr>
          <p:cNvPr id="4096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BE" smtClean="0">
              <a:ea typeface="ヒラギノ角ゴ Pro W3" charset="-128"/>
            </a:endParaRPr>
          </a:p>
        </p:txBody>
      </p:sp>
      <p:sp>
        <p:nvSpPr>
          <p:cNvPr id="4096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183">
              <a:defRPr>
                <a:solidFill>
                  <a:schemeClr val="tx1"/>
                </a:solidFill>
                <a:latin typeface="Arial" pitchFamily="34" charset="0"/>
                <a:ea typeface="ヒラギノ角ゴ Pro W3" charset="-128"/>
              </a:defRPr>
            </a:lvl1pPr>
            <a:lvl2pPr marL="745392" indent="-286688" defTabSz="922183">
              <a:defRPr>
                <a:solidFill>
                  <a:schemeClr val="tx1"/>
                </a:solidFill>
                <a:latin typeface="Arial" pitchFamily="34" charset="0"/>
                <a:ea typeface="ヒラギノ角ゴ Pro W3" charset="-128"/>
              </a:defRPr>
            </a:lvl2pPr>
            <a:lvl3pPr marL="1146756" indent="-229350" defTabSz="922183">
              <a:defRPr>
                <a:solidFill>
                  <a:schemeClr val="tx1"/>
                </a:solidFill>
                <a:latin typeface="Arial" pitchFamily="34" charset="0"/>
                <a:ea typeface="ヒラギノ角ゴ Pro W3" charset="-128"/>
              </a:defRPr>
            </a:lvl3pPr>
            <a:lvl4pPr marL="1605458" indent="-229350" defTabSz="922183">
              <a:defRPr>
                <a:solidFill>
                  <a:schemeClr val="tx1"/>
                </a:solidFill>
                <a:latin typeface="Arial" pitchFamily="34" charset="0"/>
                <a:ea typeface="ヒラギノ角ゴ Pro W3" charset="-128"/>
              </a:defRPr>
            </a:lvl4pPr>
            <a:lvl5pPr marL="2064160" indent="-229350" defTabSz="922183">
              <a:defRPr>
                <a:solidFill>
                  <a:schemeClr val="tx1"/>
                </a:solidFill>
                <a:latin typeface="Arial" pitchFamily="34" charset="0"/>
                <a:ea typeface="ヒラギノ角ゴ Pro W3" charset="-128"/>
              </a:defRPr>
            </a:lvl5pPr>
            <a:lvl6pPr marL="2522863" indent="-229350" defTabSz="922183" eaLnBrk="0" fontAlgn="base" hangingPunct="0">
              <a:spcBef>
                <a:spcPct val="0"/>
              </a:spcBef>
              <a:spcAft>
                <a:spcPct val="0"/>
              </a:spcAft>
              <a:defRPr>
                <a:solidFill>
                  <a:schemeClr val="tx1"/>
                </a:solidFill>
                <a:latin typeface="Arial" pitchFamily="34" charset="0"/>
                <a:ea typeface="ヒラギノ角ゴ Pro W3" charset="-128"/>
              </a:defRPr>
            </a:lvl6pPr>
            <a:lvl7pPr marL="2981565" indent="-229350" defTabSz="922183" eaLnBrk="0" fontAlgn="base" hangingPunct="0">
              <a:spcBef>
                <a:spcPct val="0"/>
              </a:spcBef>
              <a:spcAft>
                <a:spcPct val="0"/>
              </a:spcAft>
              <a:defRPr>
                <a:solidFill>
                  <a:schemeClr val="tx1"/>
                </a:solidFill>
                <a:latin typeface="Arial" pitchFamily="34" charset="0"/>
                <a:ea typeface="ヒラギノ角ゴ Pro W3" charset="-128"/>
              </a:defRPr>
            </a:lvl7pPr>
            <a:lvl8pPr marL="3440268" indent="-229350" defTabSz="922183" eaLnBrk="0" fontAlgn="base" hangingPunct="0">
              <a:spcBef>
                <a:spcPct val="0"/>
              </a:spcBef>
              <a:spcAft>
                <a:spcPct val="0"/>
              </a:spcAft>
              <a:defRPr>
                <a:solidFill>
                  <a:schemeClr val="tx1"/>
                </a:solidFill>
                <a:latin typeface="Arial" pitchFamily="34" charset="0"/>
                <a:ea typeface="ヒラギノ角ゴ Pro W3" charset="-128"/>
              </a:defRPr>
            </a:lvl8pPr>
            <a:lvl9pPr marL="3898971" indent="-229350" defTabSz="922183" eaLnBrk="0" fontAlgn="base" hangingPunct="0">
              <a:spcBef>
                <a:spcPct val="0"/>
              </a:spcBef>
              <a:spcAft>
                <a:spcPct val="0"/>
              </a:spcAft>
              <a:defRPr>
                <a:solidFill>
                  <a:schemeClr val="tx1"/>
                </a:solidFill>
                <a:latin typeface="Arial" pitchFamily="34" charset="0"/>
                <a:ea typeface="ヒラギノ角ゴ Pro W3" charset="-128"/>
              </a:defRPr>
            </a:lvl9pPr>
          </a:lstStyle>
          <a:p>
            <a:fld id="{A5E73AB2-7B01-4382-BBDA-67A2D86FD8F3}" type="slidenum">
              <a:rPr lang="fr-BE" smtClean="0">
                <a:solidFill>
                  <a:srgbClr val="000000"/>
                </a:solidFill>
              </a:rPr>
              <a:pPr/>
              <a:t>2</a:t>
            </a:fld>
            <a:endParaRPr lang="fr-BE" smtClean="0">
              <a:solidFill>
                <a:srgbClr val="000000"/>
              </a:solidFill>
            </a:endParaRPr>
          </a:p>
        </p:txBody>
      </p:sp>
      <p:sp>
        <p:nvSpPr>
          <p:cNvPr id="2" name="Date Placeholder 1"/>
          <p:cNvSpPr>
            <a:spLocks noGrp="1"/>
          </p:cNvSpPr>
          <p:nvPr>
            <p:ph type="dt" idx="10"/>
          </p:nvPr>
        </p:nvSpPr>
        <p:spPr/>
        <p:txBody>
          <a:bodyPr/>
          <a:lstStyle/>
          <a:p>
            <a:pPr>
              <a:defRPr/>
            </a:pPr>
            <a:fld id="{2B5478EB-41EA-47F2-AD11-53095AB47358}" type="datetime1">
              <a:rPr lang="nl-BE" smtClean="0">
                <a:solidFill>
                  <a:prstClr val="black"/>
                </a:solidFill>
              </a:rPr>
              <a:pPr>
                <a:defRPr/>
              </a:pPr>
              <a:t>30/11/2012</a:t>
            </a:fld>
            <a:endParaRPr lang="en-US" dirty="0">
              <a:solidFill>
                <a:prstClr val="black"/>
              </a:solidFill>
            </a:endParaRPr>
          </a:p>
        </p:txBody>
      </p:sp>
      <p:sp>
        <p:nvSpPr>
          <p:cNvPr id="3" name="Header Placeholder 2"/>
          <p:cNvSpPr>
            <a:spLocks noGrp="1"/>
          </p:cNvSpPr>
          <p:nvPr>
            <p:ph type="hdr" sz="quarter" idx="11"/>
          </p:nvPr>
        </p:nvSpPr>
        <p:spPr/>
        <p:txBody>
          <a:bodyPr/>
          <a:lstStyle/>
          <a:p>
            <a:pPr>
              <a:defRPr/>
            </a:pPr>
            <a:endParaRPr lang="en-US" dirty="0" smtClean="0">
              <a:solidFill>
                <a:prstClr val="black"/>
              </a:solidFill>
            </a:endParaRPr>
          </a:p>
          <a:p>
            <a:pPr>
              <a:defRPr/>
            </a:pPr>
            <a:endParaRPr lang="en-US" dirty="0">
              <a:solidFill>
                <a:prstClr val="black"/>
              </a:solidFill>
            </a:endParaRPr>
          </a:p>
        </p:txBody>
      </p:sp>
      <p:sp>
        <p:nvSpPr>
          <p:cNvPr id="4" name="Footer Placeholder 3"/>
          <p:cNvSpPr>
            <a:spLocks noGrp="1"/>
          </p:cNvSpPr>
          <p:nvPr>
            <p:ph type="ftr" sz="quarter" idx="12"/>
          </p:nvPr>
        </p:nvSpPr>
        <p:spPr/>
        <p:txBody>
          <a:bodyPr/>
          <a:lstStyle/>
          <a:p>
            <a:pPr>
              <a:defRPr/>
            </a:pPr>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922338" y="746125"/>
            <a:ext cx="4959350" cy="3721100"/>
          </a:xfrm>
          <a:ln/>
        </p:spPr>
      </p:sp>
      <p:sp>
        <p:nvSpPr>
          <p:cNvPr id="39939" name="Rectangle 3"/>
          <p:cNvSpPr>
            <a:spLocks noGrp="1" noChangeArrowheads="1"/>
          </p:cNvSpPr>
          <p:nvPr>
            <p:ph type="body" idx="1"/>
          </p:nvPr>
        </p:nvSpPr>
        <p:spPr>
          <a:xfrm>
            <a:off x="906465" y="4716467"/>
            <a:ext cx="4984751" cy="4465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11" tIns="46157" rIns="92311" bIns="46157"/>
          <a:lstStyle/>
          <a:p>
            <a:pPr eaLnBrk="1" hangingPunct="1"/>
            <a:endParaRPr lang="fr-FR" smtClean="0">
              <a:ea typeface="ヒラギノ角ゴ Pro W3" charset="-128"/>
            </a:endParaRPr>
          </a:p>
        </p:txBody>
      </p:sp>
      <p:sp>
        <p:nvSpPr>
          <p:cNvPr id="2" name="Date Placeholder 1"/>
          <p:cNvSpPr>
            <a:spLocks noGrp="1"/>
          </p:cNvSpPr>
          <p:nvPr>
            <p:ph type="dt" idx="10"/>
          </p:nvPr>
        </p:nvSpPr>
        <p:spPr/>
        <p:txBody>
          <a:bodyPr/>
          <a:lstStyle/>
          <a:p>
            <a:pPr>
              <a:defRPr/>
            </a:pPr>
            <a:fld id="{3C714408-4448-4E7E-9D68-EE93E10B08BB}" type="datetime1">
              <a:rPr lang="nl-BE" smtClean="0">
                <a:solidFill>
                  <a:prstClr val="black"/>
                </a:solidFill>
              </a:rPr>
              <a:pPr>
                <a:defRPr/>
              </a:pPr>
              <a:t>30/11/2012</a:t>
            </a:fld>
            <a:endParaRPr lang="en-US" dirty="0">
              <a:solidFill>
                <a:prstClr val="black"/>
              </a:solidFill>
            </a:endParaRPr>
          </a:p>
        </p:txBody>
      </p:sp>
      <p:sp>
        <p:nvSpPr>
          <p:cNvPr id="3" name="Header Placeholder 2"/>
          <p:cNvSpPr>
            <a:spLocks noGrp="1"/>
          </p:cNvSpPr>
          <p:nvPr>
            <p:ph type="hdr" sz="quarter" idx="11"/>
          </p:nvPr>
        </p:nvSpPr>
        <p:spPr/>
        <p:txBody>
          <a:bodyPr/>
          <a:lstStyle/>
          <a:p>
            <a:pPr>
              <a:defRPr/>
            </a:pPr>
            <a:endParaRPr lang="en-US" dirty="0">
              <a:solidFill>
                <a:prstClr val="black"/>
              </a:solidFill>
            </a:endParaRPr>
          </a:p>
        </p:txBody>
      </p:sp>
      <p:sp>
        <p:nvSpPr>
          <p:cNvPr id="4" name="Footer Placeholder 3"/>
          <p:cNvSpPr>
            <a:spLocks noGrp="1"/>
          </p:cNvSpPr>
          <p:nvPr>
            <p:ph type="ftr" sz="quarter" idx="12"/>
          </p:nvPr>
        </p:nvSpPr>
        <p:spPr/>
        <p:txBody>
          <a:bodyPr/>
          <a:lstStyle/>
          <a:p>
            <a:pPr>
              <a:defRPr/>
            </a:pPr>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xfrm>
            <a:off x="922338" y="746125"/>
            <a:ext cx="4959350" cy="3721100"/>
          </a:xfrm>
          <a:ln/>
        </p:spPr>
      </p:sp>
      <p:sp>
        <p:nvSpPr>
          <p:cNvPr id="41987" name="Rectangle 3"/>
          <p:cNvSpPr>
            <a:spLocks noGrp="1" noChangeArrowheads="1"/>
          </p:cNvSpPr>
          <p:nvPr>
            <p:ph type="body" idx="1"/>
          </p:nvPr>
        </p:nvSpPr>
        <p:spPr>
          <a:xfrm>
            <a:off x="906465" y="4716467"/>
            <a:ext cx="4984751" cy="4465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11" tIns="46157" rIns="92311" bIns="46157"/>
          <a:lstStyle/>
          <a:p>
            <a:pPr eaLnBrk="1" hangingPunct="1"/>
            <a:endParaRPr lang="fr-FR" smtClean="0">
              <a:ea typeface="ヒラギノ角ゴ Pro W3" charset="-128"/>
            </a:endParaRPr>
          </a:p>
        </p:txBody>
      </p:sp>
      <p:sp>
        <p:nvSpPr>
          <p:cNvPr id="2" name="Date Placeholder 1"/>
          <p:cNvSpPr>
            <a:spLocks noGrp="1"/>
          </p:cNvSpPr>
          <p:nvPr>
            <p:ph type="dt" idx="10"/>
          </p:nvPr>
        </p:nvSpPr>
        <p:spPr/>
        <p:txBody>
          <a:bodyPr/>
          <a:lstStyle/>
          <a:p>
            <a:pPr>
              <a:defRPr/>
            </a:pPr>
            <a:fld id="{C1887103-F19F-46A0-B4CB-B38B5A149F1C}" type="datetime1">
              <a:rPr lang="nl-BE" smtClean="0">
                <a:solidFill>
                  <a:prstClr val="black"/>
                </a:solidFill>
              </a:rPr>
              <a:pPr>
                <a:defRPr/>
              </a:pPr>
              <a:t>30/11/2012</a:t>
            </a:fld>
            <a:endParaRPr lang="en-US" dirty="0">
              <a:solidFill>
                <a:prstClr val="black"/>
              </a:solidFill>
            </a:endParaRPr>
          </a:p>
        </p:txBody>
      </p:sp>
      <p:sp>
        <p:nvSpPr>
          <p:cNvPr id="3" name="Header Placeholder 2"/>
          <p:cNvSpPr>
            <a:spLocks noGrp="1"/>
          </p:cNvSpPr>
          <p:nvPr>
            <p:ph type="hdr" sz="quarter" idx="11"/>
          </p:nvPr>
        </p:nvSpPr>
        <p:spPr/>
        <p:txBody>
          <a:bodyPr/>
          <a:lstStyle/>
          <a:p>
            <a:pPr>
              <a:defRPr/>
            </a:pPr>
            <a:endParaRPr lang="en-US" dirty="0">
              <a:solidFill>
                <a:prstClr val="black"/>
              </a:solidFill>
            </a:endParaRPr>
          </a:p>
        </p:txBody>
      </p:sp>
      <p:sp>
        <p:nvSpPr>
          <p:cNvPr id="4" name="Footer Placeholder 3"/>
          <p:cNvSpPr>
            <a:spLocks noGrp="1"/>
          </p:cNvSpPr>
          <p:nvPr>
            <p:ph type="ftr" sz="quarter" idx="12"/>
          </p:nvPr>
        </p:nvSpPr>
        <p:spPr/>
        <p:txBody>
          <a:bodyPr/>
          <a:lstStyle/>
          <a:p>
            <a:pPr>
              <a:defRPr/>
            </a:pPr>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Message: public-private partnerships need honest brokering. </a:t>
            </a:r>
            <a:endParaRPr lang="en-GB" dirty="0"/>
          </a:p>
        </p:txBody>
      </p:sp>
      <p:sp>
        <p:nvSpPr>
          <p:cNvPr id="4" name="Slide Number Placeholder 3"/>
          <p:cNvSpPr>
            <a:spLocks noGrp="1"/>
          </p:cNvSpPr>
          <p:nvPr>
            <p:ph type="sldNum" sz="quarter" idx="10"/>
          </p:nvPr>
        </p:nvSpPr>
        <p:spPr/>
        <p:txBody>
          <a:bodyPr/>
          <a:lstStyle/>
          <a:p>
            <a:fld id="{6716B46C-4D34-4328-9EC1-DED601336448}" type="slidenum">
              <a:rPr lang="fr-BE" smtClean="0"/>
              <a:t>5</a:t>
            </a:fld>
            <a:endParaRPr lang="fr-BE"/>
          </a:p>
        </p:txBody>
      </p:sp>
    </p:spTree>
    <p:extLst>
      <p:ext uri="{BB962C8B-B14F-4D97-AF65-F5344CB8AC3E}">
        <p14:creationId xmlns:p14="http://schemas.microsoft.com/office/powerpoint/2010/main" val="3618205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Message: many calls leading to 42 projects for a significant budget</a:t>
            </a:r>
            <a:endParaRPr lang="en-GB" dirty="0"/>
          </a:p>
        </p:txBody>
      </p:sp>
      <p:sp>
        <p:nvSpPr>
          <p:cNvPr id="4" name="Slide Number Placeholder 3"/>
          <p:cNvSpPr>
            <a:spLocks noGrp="1"/>
          </p:cNvSpPr>
          <p:nvPr>
            <p:ph type="sldNum" sz="quarter" idx="10"/>
          </p:nvPr>
        </p:nvSpPr>
        <p:spPr/>
        <p:txBody>
          <a:bodyPr/>
          <a:lstStyle/>
          <a:p>
            <a:fld id="{6716B46C-4D34-4328-9EC1-DED601336448}" type="slidenum">
              <a:rPr lang="fr-BE" smtClean="0"/>
              <a:t>6</a:t>
            </a:fld>
            <a:endParaRPr lang="fr-BE"/>
          </a:p>
        </p:txBody>
      </p:sp>
    </p:spTree>
    <p:extLst>
      <p:ext uri="{BB962C8B-B14F-4D97-AF65-F5344CB8AC3E}">
        <p14:creationId xmlns:p14="http://schemas.microsoft.com/office/powerpoint/2010/main" val="977086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smtClean="0"/>
              <a:t>Message: large program leading to R&amp;D productivity improvements. </a:t>
            </a:r>
            <a:endParaRPr lang="nl-BE" dirty="0"/>
          </a:p>
        </p:txBody>
      </p:sp>
      <p:sp>
        <p:nvSpPr>
          <p:cNvPr id="4" name="Slide Number Placeholder 3"/>
          <p:cNvSpPr>
            <a:spLocks noGrp="1"/>
          </p:cNvSpPr>
          <p:nvPr>
            <p:ph type="sldNum" sz="quarter" idx="10"/>
          </p:nvPr>
        </p:nvSpPr>
        <p:spPr/>
        <p:txBody>
          <a:bodyPr/>
          <a:lstStyle/>
          <a:p>
            <a:fld id="{6716B46C-4D34-4328-9EC1-DED601336448}" type="slidenum">
              <a:rPr lang="fr-BE" smtClean="0"/>
              <a:t>7</a:t>
            </a:fld>
            <a:endParaRPr lang="fr-BE"/>
          </a:p>
        </p:txBody>
      </p:sp>
    </p:spTree>
    <p:extLst>
      <p:ext uri="{BB962C8B-B14F-4D97-AF65-F5344CB8AC3E}">
        <p14:creationId xmlns:p14="http://schemas.microsoft.com/office/powerpoint/2010/main" val="636035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smtClean="0"/>
              <a:t>Message: EFPIA companies are truly working collaboratively on many topics.  </a:t>
            </a:r>
            <a:endParaRPr lang="nl-BE" dirty="0"/>
          </a:p>
        </p:txBody>
      </p:sp>
      <p:sp>
        <p:nvSpPr>
          <p:cNvPr id="4" name="Slide Number Placeholder 3"/>
          <p:cNvSpPr>
            <a:spLocks noGrp="1"/>
          </p:cNvSpPr>
          <p:nvPr>
            <p:ph type="sldNum" sz="quarter" idx="10"/>
          </p:nvPr>
        </p:nvSpPr>
        <p:spPr/>
        <p:txBody>
          <a:bodyPr/>
          <a:lstStyle/>
          <a:p>
            <a:fld id="{6716B46C-4D34-4328-9EC1-DED601336448}" type="slidenum">
              <a:rPr lang="fr-BE" smtClean="0"/>
              <a:t>8</a:t>
            </a:fld>
            <a:endParaRPr lang="fr-BE"/>
          </a:p>
        </p:txBody>
      </p:sp>
    </p:spTree>
    <p:extLst>
      <p:ext uri="{BB962C8B-B14F-4D97-AF65-F5344CB8AC3E}">
        <p14:creationId xmlns:p14="http://schemas.microsoft.com/office/powerpoint/2010/main" val="4262975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smtClean="0"/>
              <a:t>All projects are addressing the hurdles of knowledge fragmentation and data, knowledge integration.</a:t>
            </a:r>
            <a:endParaRPr lang="nl-BE" dirty="0"/>
          </a:p>
        </p:txBody>
      </p:sp>
      <p:sp>
        <p:nvSpPr>
          <p:cNvPr id="4" name="Slide Number Placeholder 3"/>
          <p:cNvSpPr>
            <a:spLocks noGrp="1"/>
          </p:cNvSpPr>
          <p:nvPr>
            <p:ph type="sldNum" sz="quarter" idx="10"/>
          </p:nvPr>
        </p:nvSpPr>
        <p:spPr/>
        <p:txBody>
          <a:bodyPr/>
          <a:lstStyle/>
          <a:p>
            <a:fld id="{6716B46C-4D34-4328-9EC1-DED601336448}" type="slidenum">
              <a:rPr lang="fr-BE" smtClean="0"/>
              <a:t>9</a:t>
            </a:fld>
            <a:endParaRPr lang="fr-BE"/>
          </a:p>
        </p:txBody>
      </p:sp>
    </p:spTree>
    <p:extLst>
      <p:ext uri="{BB962C8B-B14F-4D97-AF65-F5344CB8AC3E}">
        <p14:creationId xmlns:p14="http://schemas.microsoft.com/office/powerpoint/2010/main" val="31796746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smtClean="0"/>
              <a:t>Based on the midterm review (mainly Call 1) </a:t>
            </a:r>
          </a:p>
          <a:p>
            <a:r>
              <a:rPr lang="nl-BE" dirty="0" smtClean="0"/>
              <a:t>Schizophrenia / depression (NEWMEDS)</a:t>
            </a:r>
          </a:p>
          <a:p>
            <a:r>
              <a:rPr lang="nl-BE" dirty="0" smtClean="0"/>
              <a:t>Autism  (EUAIMS)</a:t>
            </a:r>
          </a:p>
          <a:p>
            <a:r>
              <a:rPr lang="nl-BE" dirty="0" smtClean="0"/>
              <a:t>Chroinic Pain (EUROPAIN)</a:t>
            </a:r>
          </a:p>
          <a:p>
            <a:r>
              <a:rPr lang="nl-BE" dirty="0" smtClean="0"/>
              <a:t>Safety (eTOX, MARCAR)</a:t>
            </a:r>
          </a:p>
          <a:p>
            <a:r>
              <a:rPr lang="nl-BE" dirty="0" smtClean="0"/>
              <a:t>KM (Open PHACTS)</a:t>
            </a:r>
            <a:endParaRPr lang="nl-BE" dirty="0"/>
          </a:p>
          <a:p>
            <a:r>
              <a:rPr lang="nl-BE" dirty="0" smtClean="0"/>
              <a:t> </a:t>
            </a:r>
            <a:endParaRPr lang="nl-BE" dirty="0"/>
          </a:p>
        </p:txBody>
      </p:sp>
      <p:sp>
        <p:nvSpPr>
          <p:cNvPr id="4" name="Slide Number Placeholder 3"/>
          <p:cNvSpPr>
            <a:spLocks noGrp="1"/>
          </p:cNvSpPr>
          <p:nvPr>
            <p:ph type="sldNum" sz="quarter" idx="10"/>
          </p:nvPr>
        </p:nvSpPr>
        <p:spPr/>
        <p:txBody>
          <a:bodyPr/>
          <a:lstStyle/>
          <a:p>
            <a:fld id="{6716B46C-4D34-4328-9EC1-DED601336448}" type="slidenum">
              <a:rPr lang="fr-BE" smtClean="0"/>
              <a:t>10</a:t>
            </a:fld>
            <a:endParaRPr lang="fr-BE"/>
          </a:p>
        </p:txBody>
      </p:sp>
    </p:spTree>
    <p:extLst>
      <p:ext uri="{BB962C8B-B14F-4D97-AF65-F5344CB8AC3E}">
        <p14:creationId xmlns:p14="http://schemas.microsoft.com/office/powerpoint/2010/main" val="2950779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10"/>
          </p:nvPr>
        </p:nvSpPr>
        <p:spPr/>
        <p:txBody>
          <a:bodyPr/>
          <a:lstStyle/>
          <a:p>
            <a:fld id="{6716B46C-4D34-4328-9EC1-DED601336448}" type="slidenum">
              <a:rPr lang="fr-BE" smtClean="0"/>
              <a:t>11</a:t>
            </a:fld>
            <a:endParaRPr lang="fr-BE"/>
          </a:p>
        </p:txBody>
      </p:sp>
    </p:spTree>
    <p:extLst>
      <p:ext uri="{BB962C8B-B14F-4D97-AF65-F5344CB8AC3E}">
        <p14:creationId xmlns:p14="http://schemas.microsoft.com/office/powerpoint/2010/main" val="1608948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smtClean="0"/>
              <a:t>Source Mid Term review slides</a:t>
            </a:r>
            <a:endParaRPr lang="nl-BE" dirty="0"/>
          </a:p>
        </p:txBody>
      </p:sp>
      <p:sp>
        <p:nvSpPr>
          <p:cNvPr id="4" name="Slide Number Placeholder 3"/>
          <p:cNvSpPr>
            <a:spLocks noGrp="1"/>
          </p:cNvSpPr>
          <p:nvPr>
            <p:ph type="sldNum" sz="quarter" idx="10"/>
          </p:nvPr>
        </p:nvSpPr>
        <p:spPr/>
        <p:txBody>
          <a:bodyPr/>
          <a:lstStyle/>
          <a:p>
            <a:fld id="{6716B46C-4D34-4328-9EC1-DED601336448}" type="slidenum">
              <a:rPr lang="fr-BE" smtClean="0"/>
              <a:t>12</a:t>
            </a:fld>
            <a:endParaRPr lang="fr-BE"/>
          </a:p>
        </p:txBody>
      </p:sp>
    </p:spTree>
    <p:extLst>
      <p:ext uri="{BB962C8B-B14F-4D97-AF65-F5344CB8AC3E}">
        <p14:creationId xmlns:p14="http://schemas.microsoft.com/office/powerpoint/2010/main" val="3021439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4577" eaLnBrk="0" hangingPunct="0">
              <a:defRPr sz="2400">
                <a:solidFill>
                  <a:schemeClr val="tx1"/>
                </a:solidFill>
                <a:latin typeface="Arial" pitchFamily="34" charset="0"/>
                <a:ea typeface="MS PGothic" pitchFamily="34" charset="-128"/>
              </a:defRPr>
            </a:lvl1pPr>
            <a:lvl2pPr marL="756620" indent="-291008" defTabSz="984577" eaLnBrk="0" hangingPunct="0">
              <a:defRPr sz="2400">
                <a:solidFill>
                  <a:schemeClr val="tx1"/>
                </a:solidFill>
                <a:latin typeface="Arial" pitchFamily="34" charset="0"/>
                <a:ea typeface="MS PGothic" pitchFamily="34" charset="-128"/>
              </a:defRPr>
            </a:lvl2pPr>
            <a:lvl3pPr marL="1164031" indent="-232806" defTabSz="984577" eaLnBrk="0" hangingPunct="0">
              <a:defRPr sz="2400">
                <a:solidFill>
                  <a:schemeClr val="tx1"/>
                </a:solidFill>
                <a:latin typeface="Arial" pitchFamily="34" charset="0"/>
                <a:ea typeface="MS PGothic" pitchFamily="34" charset="-128"/>
              </a:defRPr>
            </a:lvl3pPr>
            <a:lvl4pPr marL="1629644" indent="-232806" defTabSz="984577" eaLnBrk="0" hangingPunct="0">
              <a:defRPr sz="2400">
                <a:solidFill>
                  <a:schemeClr val="tx1"/>
                </a:solidFill>
                <a:latin typeface="Arial" pitchFamily="34" charset="0"/>
                <a:ea typeface="MS PGothic" pitchFamily="34" charset="-128"/>
              </a:defRPr>
            </a:lvl4pPr>
            <a:lvl5pPr marL="2095256" indent="-232806" defTabSz="984577" eaLnBrk="0" hangingPunct="0">
              <a:defRPr sz="2400">
                <a:solidFill>
                  <a:schemeClr val="tx1"/>
                </a:solidFill>
                <a:latin typeface="Arial" pitchFamily="34" charset="0"/>
                <a:ea typeface="MS PGothic" pitchFamily="34" charset="-128"/>
              </a:defRPr>
            </a:lvl5pPr>
            <a:lvl6pPr marL="2560869" indent="-232806" defTabSz="984577" eaLnBrk="0" fontAlgn="base" hangingPunct="0">
              <a:spcBef>
                <a:spcPct val="0"/>
              </a:spcBef>
              <a:spcAft>
                <a:spcPct val="0"/>
              </a:spcAft>
              <a:defRPr sz="2400">
                <a:solidFill>
                  <a:schemeClr val="tx1"/>
                </a:solidFill>
                <a:latin typeface="Arial" pitchFamily="34" charset="0"/>
                <a:ea typeface="MS PGothic" pitchFamily="34" charset="-128"/>
              </a:defRPr>
            </a:lvl6pPr>
            <a:lvl7pPr marL="3026481" indent="-232806" defTabSz="984577" eaLnBrk="0" fontAlgn="base" hangingPunct="0">
              <a:spcBef>
                <a:spcPct val="0"/>
              </a:spcBef>
              <a:spcAft>
                <a:spcPct val="0"/>
              </a:spcAft>
              <a:defRPr sz="2400">
                <a:solidFill>
                  <a:schemeClr val="tx1"/>
                </a:solidFill>
                <a:latin typeface="Arial" pitchFamily="34" charset="0"/>
                <a:ea typeface="MS PGothic" pitchFamily="34" charset="-128"/>
              </a:defRPr>
            </a:lvl7pPr>
            <a:lvl8pPr marL="3492094" indent="-232806" defTabSz="984577" eaLnBrk="0" fontAlgn="base" hangingPunct="0">
              <a:spcBef>
                <a:spcPct val="0"/>
              </a:spcBef>
              <a:spcAft>
                <a:spcPct val="0"/>
              </a:spcAft>
              <a:defRPr sz="2400">
                <a:solidFill>
                  <a:schemeClr val="tx1"/>
                </a:solidFill>
                <a:latin typeface="Arial" pitchFamily="34" charset="0"/>
                <a:ea typeface="MS PGothic" pitchFamily="34" charset="-128"/>
              </a:defRPr>
            </a:lvl8pPr>
            <a:lvl9pPr marL="3957706" indent="-232806" defTabSz="984577" eaLnBrk="0" fontAlgn="base" hangingPunct="0">
              <a:spcBef>
                <a:spcPct val="0"/>
              </a:spcBef>
              <a:spcAft>
                <a:spcPct val="0"/>
              </a:spcAft>
              <a:defRPr sz="2400">
                <a:solidFill>
                  <a:schemeClr val="tx1"/>
                </a:solidFill>
                <a:latin typeface="Arial" pitchFamily="34" charset="0"/>
                <a:ea typeface="MS PGothic" pitchFamily="34" charset="-128"/>
              </a:defRPr>
            </a:lvl9pPr>
          </a:lstStyle>
          <a:p>
            <a:fld id="{15BC3F09-4871-46D3-882E-82E57BFFE0E9}" type="slidenum">
              <a:rPr lang="en-US" sz="1300"/>
              <a:pPr/>
              <a:t>13</a:t>
            </a:fld>
            <a:endParaRPr lang="en-US" sz="1300"/>
          </a:p>
        </p:txBody>
      </p:sp>
      <p:sp>
        <p:nvSpPr>
          <p:cNvPr id="52227" name="Rectangle 7"/>
          <p:cNvSpPr txBox="1">
            <a:spLocks noGrp="1" noChangeArrowheads="1"/>
          </p:cNvSpPr>
          <p:nvPr/>
        </p:nvSpPr>
        <p:spPr bwMode="auto">
          <a:xfrm>
            <a:off x="3851722" y="9432472"/>
            <a:ext cx="2945954" cy="495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440" tIns="49220" rIns="98440" bIns="49220" anchor="b"/>
          <a:lstStyle>
            <a:lvl1pPr defTabSz="966788" eaLnBrk="0" hangingPunct="0">
              <a:defRPr sz="2400">
                <a:solidFill>
                  <a:schemeClr val="tx1"/>
                </a:solidFill>
                <a:latin typeface="Arial" pitchFamily="34" charset="0"/>
                <a:ea typeface="MS PGothic" pitchFamily="34" charset="-128"/>
              </a:defRPr>
            </a:lvl1pPr>
            <a:lvl2pPr marL="742950" indent="-285750" defTabSz="966788" eaLnBrk="0" hangingPunct="0">
              <a:defRPr sz="2400">
                <a:solidFill>
                  <a:schemeClr val="tx1"/>
                </a:solidFill>
                <a:latin typeface="Arial" pitchFamily="34" charset="0"/>
                <a:ea typeface="MS PGothic" pitchFamily="34" charset="-128"/>
              </a:defRPr>
            </a:lvl2pPr>
            <a:lvl3pPr marL="1143000" indent="-228600" defTabSz="966788" eaLnBrk="0" hangingPunct="0">
              <a:defRPr sz="2400">
                <a:solidFill>
                  <a:schemeClr val="tx1"/>
                </a:solidFill>
                <a:latin typeface="Arial" pitchFamily="34" charset="0"/>
                <a:ea typeface="MS PGothic" pitchFamily="34" charset="-128"/>
              </a:defRPr>
            </a:lvl3pPr>
            <a:lvl4pPr marL="1600200" indent="-228600" defTabSz="966788" eaLnBrk="0" hangingPunct="0">
              <a:defRPr sz="2400">
                <a:solidFill>
                  <a:schemeClr val="tx1"/>
                </a:solidFill>
                <a:latin typeface="Arial" pitchFamily="34" charset="0"/>
                <a:ea typeface="MS PGothic" pitchFamily="34" charset="-128"/>
              </a:defRPr>
            </a:lvl4pPr>
            <a:lvl5pPr marL="2057400" indent="-228600" defTabSz="966788" eaLnBrk="0" hangingPunct="0">
              <a:defRPr sz="2400">
                <a:solidFill>
                  <a:schemeClr val="tx1"/>
                </a:solidFill>
                <a:latin typeface="Arial" pitchFamily="34" charset="0"/>
                <a:ea typeface="MS PGothic" pitchFamily="34" charset="-128"/>
              </a:defRPr>
            </a:lvl5pPr>
            <a:lvl6pPr marL="2514600" indent="-228600" defTabSz="966788"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defTabSz="966788"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defTabSz="966788"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defTabSz="966788"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r"/>
            <a:fld id="{F0585FFD-1178-4902-83B7-EB892179676C}" type="slidenum">
              <a:rPr lang="en-US" sz="1300"/>
              <a:pPr algn="r"/>
              <a:t>13</a:t>
            </a:fld>
            <a:endParaRPr lang="en-US" sz="1300"/>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32806" indent="-232806"/>
            <a:r>
              <a:rPr lang="de-CH" b="1" smtClean="0"/>
              <a:t>Common ontology</a:t>
            </a:r>
          </a:p>
          <a:p>
            <a:pPr marL="232806" indent="-232806">
              <a:spcBef>
                <a:spcPct val="20000"/>
              </a:spcBef>
              <a:buFontTx/>
              <a:buChar char="•"/>
            </a:pPr>
            <a:r>
              <a:rPr lang="en-US" smtClean="0">
                <a:solidFill>
                  <a:schemeClr val="bg1"/>
                </a:solidFill>
              </a:rPr>
              <a:t>Describing all components of pharmacometric and systems biology modelling </a:t>
            </a:r>
          </a:p>
          <a:p>
            <a:pPr marL="232806" indent="-232806">
              <a:spcBef>
                <a:spcPct val="20000"/>
              </a:spcBef>
            </a:pPr>
            <a:r>
              <a:rPr lang="de-CH" b="1" smtClean="0">
                <a:solidFill>
                  <a:schemeClr val="bg1"/>
                </a:solidFill>
              </a:rPr>
              <a:t>Modelling library</a:t>
            </a:r>
          </a:p>
          <a:p>
            <a:pPr marL="232806" indent="-232806">
              <a:buFontTx/>
              <a:buChar char="•"/>
            </a:pPr>
            <a:r>
              <a:rPr lang="en-US" smtClean="0">
                <a:solidFill>
                  <a:schemeClr val="bg1"/>
                </a:solidFill>
              </a:rPr>
              <a:t>easily shareable among all stakeholders within pharmaceutical industry, </a:t>
            </a:r>
            <a:br>
              <a:rPr lang="en-US" smtClean="0">
                <a:solidFill>
                  <a:schemeClr val="bg1"/>
                </a:solidFill>
              </a:rPr>
            </a:br>
            <a:r>
              <a:rPr lang="en-US" smtClean="0">
                <a:solidFill>
                  <a:schemeClr val="bg1"/>
                </a:solidFill>
              </a:rPr>
              <a:t>public bodies and SMEs;</a:t>
            </a:r>
          </a:p>
          <a:p>
            <a:pPr marL="232806" indent="-232806">
              <a:buFontTx/>
              <a:buChar char="•"/>
            </a:pPr>
            <a:r>
              <a:rPr lang="en-US" smtClean="0">
                <a:solidFill>
                  <a:schemeClr val="bg1"/>
                </a:solidFill>
              </a:rPr>
              <a:t>facilitating and promoting the qualification, evaluation and application of models in a quantitative drug/development context</a:t>
            </a:r>
            <a:endParaRPr lang="de-CH" smtClean="0">
              <a:solidFill>
                <a:schemeClr val="bg1"/>
              </a:solidFill>
            </a:endParaRPr>
          </a:p>
          <a:p>
            <a:pPr marL="232806" indent="-232806">
              <a:spcBef>
                <a:spcPct val="20000"/>
              </a:spcBef>
            </a:pPr>
            <a:r>
              <a:rPr lang="de-CH" b="1" smtClean="0">
                <a:solidFill>
                  <a:schemeClr val="bg1"/>
                </a:solidFill>
              </a:rPr>
              <a:t>Specific disease models</a:t>
            </a:r>
          </a:p>
          <a:p>
            <a:pPr marL="232806" indent="-232806">
              <a:spcBef>
                <a:spcPct val="20000"/>
              </a:spcBef>
              <a:buFontTx/>
              <a:buChar char="•"/>
            </a:pPr>
            <a:r>
              <a:rPr lang="en-US" smtClean="0">
                <a:solidFill>
                  <a:schemeClr val="bg1"/>
                </a:solidFill>
              </a:rPr>
              <a:t>to exemplify concept (Type II diabetes, oncology, etc.); </a:t>
            </a:r>
          </a:p>
          <a:p>
            <a:pPr marL="232806" indent="-232806">
              <a:spcBef>
                <a:spcPct val="20000"/>
              </a:spcBef>
              <a:buFontTx/>
              <a:buChar char="•"/>
            </a:pPr>
            <a:r>
              <a:rPr lang="en-US" smtClean="0">
                <a:solidFill>
                  <a:schemeClr val="bg1"/>
                </a:solidFill>
              </a:rPr>
              <a:t>from high priority therapeutic areas</a:t>
            </a:r>
            <a:endParaRPr lang="de-CH" smtClean="0">
              <a:solidFill>
                <a:schemeClr val="bg1"/>
              </a:solidFill>
            </a:endParaRPr>
          </a:p>
          <a:p>
            <a:pPr marL="232806" indent="-232806">
              <a:spcBef>
                <a:spcPct val="20000"/>
              </a:spcBef>
            </a:pPr>
            <a:r>
              <a:rPr lang="de-CH" b="1" smtClean="0">
                <a:solidFill>
                  <a:schemeClr val="bg1"/>
                </a:solidFill>
              </a:rPr>
              <a:t>Modelling framework</a:t>
            </a:r>
          </a:p>
          <a:p>
            <a:pPr marL="232806" indent="-232806">
              <a:buFontTx/>
              <a:buChar char="•"/>
            </a:pPr>
            <a:r>
              <a:rPr lang="en-US" smtClean="0">
                <a:solidFill>
                  <a:schemeClr val="bg1"/>
                </a:solidFill>
              </a:rPr>
              <a:t>Qualified and supported, robust, auditable, flexible and scaleable;</a:t>
            </a:r>
          </a:p>
          <a:p>
            <a:pPr marL="232806" indent="-232806">
              <a:buFontTx/>
              <a:buChar char="•"/>
            </a:pPr>
            <a:r>
              <a:rPr lang="en-US" smtClean="0">
                <a:solidFill>
                  <a:schemeClr val="bg1"/>
                </a:solidFill>
              </a:rPr>
              <a:t>to effectively integrate and </a:t>
            </a:r>
            <a:br>
              <a:rPr lang="en-US" smtClean="0">
                <a:solidFill>
                  <a:schemeClr val="bg1"/>
                </a:solidFill>
              </a:rPr>
            </a:br>
            <a:r>
              <a:rPr lang="en-US" smtClean="0">
                <a:solidFill>
                  <a:schemeClr val="bg1"/>
                </a:solidFill>
              </a:rPr>
              <a:t>reuse previous data and accurately interpret efficacy and safety findings to reduce cost and cycle time to employ “state-of-the-art” methodology; </a:t>
            </a:r>
          </a:p>
          <a:p>
            <a:pPr marL="232806" indent="-232806">
              <a:buFontTx/>
              <a:buChar char="•"/>
            </a:pPr>
            <a:r>
              <a:rPr lang="en-US" smtClean="0">
                <a:solidFill>
                  <a:schemeClr val="bg1"/>
                </a:solidFill>
              </a:rPr>
              <a:t>to enable better clinical trial design by effective use of all modelling and simulation components</a:t>
            </a:r>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3 year project 16,3 m€ start march 2011</a:t>
            </a:r>
          </a:p>
          <a:p>
            <a:endParaRPr lang="en-GB" dirty="0" smtClean="0"/>
          </a:p>
          <a:p>
            <a:r>
              <a:rPr lang="en-GB" dirty="0" smtClean="0"/>
              <a:t>Message: each company is accessing and integrating the information sources. Objective do it collaboratively and allow academic drug discovery teams to benefit from the knowledge integration. </a:t>
            </a:r>
            <a:endParaRPr lang="en-GB" dirty="0"/>
          </a:p>
        </p:txBody>
      </p:sp>
      <p:sp>
        <p:nvSpPr>
          <p:cNvPr id="4" name="Slide Number Placeholder 3"/>
          <p:cNvSpPr>
            <a:spLocks noGrp="1"/>
          </p:cNvSpPr>
          <p:nvPr>
            <p:ph type="sldNum" sz="quarter" idx="10"/>
          </p:nvPr>
        </p:nvSpPr>
        <p:spPr/>
        <p:txBody>
          <a:bodyPr/>
          <a:lstStyle/>
          <a:p>
            <a:fld id="{6716B46C-4D34-4328-9EC1-DED601336448}" type="slidenum">
              <a:rPr lang="fr-BE" smtClean="0"/>
              <a:t>14</a:t>
            </a:fld>
            <a:endParaRPr lang="fr-BE"/>
          </a:p>
        </p:txBody>
      </p:sp>
    </p:spTree>
    <p:extLst>
      <p:ext uri="{BB962C8B-B14F-4D97-AF65-F5344CB8AC3E}">
        <p14:creationId xmlns:p14="http://schemas.microsoft.com/office/powerpoint/2010/main" val="23226729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10"/>
          </p:nvPr>
        </p:nvSpPr>
        <p:spPr/>
        <p:txBody>
          <a:bodyPr/>
          <a:lstStyle/>
          <a:p>
            <a:fld id="{6716B46C-4D34-4328-9EC1-DED601336448}" type="slidenum">
              <a:rPr lang="fr-BE" smtClean="0"/>
              <a:t>15</a:t>
            </a:fld>
            <a:endParaRPr lang="fr-BE"/>
          </a:p>
        </p:txBody>
      </p:sp>
    </p:spTree>
    <p:extLst>
      <p:ext uri="{BB962C8B-B14F-4D97-AF65-F5344CB8AC3E}">
        <p14:creationId xmlns:p14="http://schemas.microsoft.com/office/powerpoint/2010/main" val="31066313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10"/>
          </p:nvPr>
        </p:nvSpPr>
        <p:spPr/>
        <p:txBody>
          <a:bodyPr/>
          <a:lstStyle/>
          <a:p>
            <a:fld id="{6716B46C-4D34-4328-9EC1-DED601336448}" type="slidenum">
              <a:rPr lang="fr-BE" smtClean="0"/>
              <a:t>16</a:t>
            </a:fld>
            <a:endParaRPr lang="fr-BE"/>
          </a:p>
        </p:txBody>
      </p:sp>
    </p:spTree>
    <p:extLst>
      <p:ext uri="{BB962C8B-B14F-4D97-AF65-F5344CB8AC3E}">
        <p14:creationId xmlns:p14="http://schemas.microsoft.com/office/powerpoint/2010/main" val="33917402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10"/>
          </p:nvPr>
        </p:nvSpPr>
        <p:spPr/>
        <p:txBody>
          <a:bodyPr/>
          <a:lstStyle/>
          <a:p>
            <a:fld id="{6716B46C-4D34-4328-9EC1-DED601336448}" type="slidenum">
              <a:rPr lang="fr-BE" smtClean="0"/>
              <a:t>17</a:t>
            </a:fld>
            <a:endParaRPr lang="fr-BE"/>
          </a:p>
        </p:txBody>
      </p:sp>
    </p:spTree>
    <p:extLst>
      <p:ext uri="{BB962C8B-B14F-4D97-AF65-F5344CB8AC3E}">
        <p14:creationId xmlns:p14="http://schemas.microsoft.com/office/powerpoint/2010/main" val="10314280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sv-SE" dirty="0" smtClean="0"/>
          </a:p>
        </p:txBody>
      </p:sp>
      <p:sp>
        <p:nvSpPr>
          <p:cNvPr id="5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4300">
                <a:solidFill>
                  <a:srgbClr val="000000"/>
                </a:solidFill>
                <a:latin typeface="Gill Sans"/>
                <a:ea typeface="ヒラギノ角ゴ ProN W3"/>
                <a:cs typeface="ヒラギノ角ゴ ProN W3"/>
                <a:sym typeface="Gill Sans"/>
              </a:defRPr>
            </a:lvl1pPr>
            <a:lvl2pPr marL="759295" indent="-292037" eaLnBrk="0" hangingPunct="0">
              <a:defRPr sz="4300">
                <a:solidFill>
                  <a:srgbClr val="000000"/>
                </a:solidFill>
                <a:latin typeface="Gill Sans"/>
                <a:ea typeface="ヒラギノ角ゴ ProN W3"/>
                <a:cs typeface="ヒラギノ角ゴ ProN W3"/>
                <a:sym typeface="Gill Sans"/>
              </a:defRPr>
            </a:lvl2pPr>
            <a:lvl3pPr marL="1168146" indent="-233629" eaLnBrk="0" hangingPunct="0">
              <a:defRPr sz="4300">
                <a:solidFill>
                  <a:srgbClr val="000000"/>
                </a:solidFill>
                <a:latin typeface="Gill Sans"/>
                <a:ea typeface="ヒラギノ角ゴ ProN W3"/>
                <a:cs typeface="ヒラギノ角ゴ ProN W3"/>
                <a:sym typeface="Gill Sans"/>
              </a:defRPr>
            </a:lvl3pPr>
            <a:lvl4pPr marL="1635404" indent="-233629" eaLnBrk="0" hangingPunct="0">
              <a:defRPr sz="4300">
                <a:solidFill>
                  <a:srgbClr val="000000"/>
                </a:solidFill>
                <a:latin typeface="Gill Sans"/>
                <a:ea typeface="ヒラギノ角ゴ ProN W3"/>
                <a:cs typeface="ヒラギノ角ゴ ProN W3"/>
                <a:sym typeface="Gill Sans"/>
              </a:defRPr>
            </a:lvl4pPr>
            <a:lvl5pPr marL="2102663" indent="-233629" eaLnBrk="0" hangingPunct="0">
              <a:defRPr sz="4300">
                <a:solidFill>
                  <a:srgbClr val="000000"/>
                </a:solidFill>
                <a:latin typeface="Gill Sans"/>
                <a:ea typeface="ヒラギノ角ゴ ProN W3"/>
                <a:cs typeface="ヒラギノ角ゴ ProN W3"/>
                <a:sym typeface="Gill Sans"/>
              </a:defRPr>
            </a:lvl5pPr>
            <a:lvl6pPr marL="2569921" indent="-233629" eaLnBrk="0" fontAlgn="base" hangingPunct="0">
              <a:spcBef>
                <a:spcPct val="0"/>
              </a:spcBef>
              <a:spcAft>
                <a:spcPct val="0"/>
              </a:spcAft>
              <a:defRPr sz="4300">
                <a:solidFill>
                  <a:srgbClr val="000000"/>
                </a:solidFill>
                <a:latin typeface="Gill Sans"/>
                <a:ea typeface="ヒラギノ角ゴ ProN W3"/>
                <a:cs typeface="ヒラギノ角ゴ ProN W3"/>
                <a:sym typeface="Gill Sans"/>
              </a:defRPr>
            </a:lvl6pPr>
            <a:lvl7pPr marL="3037180" indent="-233629" eaLnBrk="0" fontAlgn="base" hangingPunct="0">
              <a:spcBef>
                <a:spcPct val="0"/>
              </a:spcBef>
              <a:spcAft>
                <a:spcPct val="0"/>
              </a:spcAft>
              <a:defRPr sz="4300">
                <a:solidFill>
                  <a:srgbClr val="000000"/>
                </a:solidFill>
                <a:latin typeface="Gill Sans"/>
                <a:ea typeface="ヒラギノ角ゴ ProN W3"/>
                <a:cs typeface="ヒラギノ角ゴ ProN W3"/>
                <a:sym typeface="Gill Sans"/>
              </a:defRPr>
            </a:lvl7pPr>
            <a:lvl8pPr marL="3504438" indent="-233629" eaLnBrk="0" fontAlgn="base" hangingPunct="0">
              <a:spcBef>
                <a:spcPct val="0"/>
              </a:spcBef>
              <a:spcAft>
                <a:spcPct val="0"/>
              </a:spcAft>
              <a:defRPr sz="4300">
                <a:solidFill>
                  <a:srgbClr val="000000"/>
                </a:solidFill>
                <a:latin typeface="Gill Sans"/>
                <a:ea typeface="ヒラギノ角ゴ ProN W3"/>
                <a:cs typeface="ヒラギノ角ゴ ProN W3"/>
                <a:sym typeface="Gill Sans"/>
              </a:defRPr>
            </a:lvl8pPr>
            <a:lvl9pPr marL="3971696" indent="-233629" eaLnBrk="0" fontAlgn="base" hangingPunct="0">
              <a:spcBef>
                <a:spcPct val="0"/>
              </a:spcBef>
              <a:spcAft>
                <a:spcPct val="0"/>
              </a:spcAft>
              <a:defRPr sz="4300">
                <a:solidFill>
                  <a:srgbClr val="000000"/>
                </a:solidFill>
                <a:latin typeface="Gill Sans"/>
                <a:ea typeface="ヒラギノ角ゴ ProN W3"/>
                <a:cs typeface="ヒラギノ角ゴ ProN W3"/>
                <a:sym typeface="Gill Sans"/>
              </a:defRPr>
            </a:lvl9pPr>
          </a:lstStyle>
          <a:p>
            <a:pPr eaLnBrk="1" hangingPunct="1"/>
            <a:fld id="{8B782447-8D37-43EC-8747-27B37A5B42A5}" type="slidenum">
              <a:rPr lang="en-US" sz="1200"/>
              <a:pPr eaLnBrk="1" hangingPunct="1"/>
              <a:t>19</a:t>
            </a:fld>
            <a:endParaRPr 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smtClean="0"/>
              <a:t>Starting 1 january 2013 budget  </a:t>
            </a:r>
          </a:p>
          <a:p>
            <a:endParaRPr lang="nl-BE" dirty="0"/>
          </a:p>
          <a:p>
            <a:r>
              <a:rPr lang="nl-BE" dirty="0" smtClean="0"/>
              <a:t>Access to large pools patient level data.</a:t>
            </a:r>
          </a:p>
          <a:p>
            <a:endParaRPr lang="nl-BE" dirty="0" smtClean="0"/>
          </a:p>
          <a:p>
            <a:r>
              <a:rPr lang="nl-BE" dirty="0" smtClean="0"/>
              <a:t>Information / KM layer is intended to be reusable accross different research projects. </a:t>
            </a:r>
            <a:endParaRPr lang="nl-BE" dirty="0"/>
          </a:p>
        </p:txBody>
      </p:sp>
      <p:sp>
        <p:nvSpPr>
          <p:cNvPr id="4" name="Slide Number Placeholder 3"/>
          <p:cNvSpPr>
            <a:spLocks noGrp="1"/>
          </p:cNvSpPr>
          <p:nvPr>
            <p:ph type="sldNum" sz="quarter" idx="10"/>
          </p:nvPr>
        </p:nvSpPr>
        <p:spPr/>
        <p:txBody>
          <a:bodyPr/>
          <a:lstStyle/>
          <a:p>
            <a:fld id="{6716B46C-4D34-4328-9EC1-DED601336448}" type="slidenum">
              <a:rPr lang="fr-BE" smtClean="0"/>
              <a:t>20</a:t>
            </a:fld>
            <a:endParaRPr lang="fr-BE" dirty="0"/>
          </a:p>
        </p:txBody>
      </p:sp>
    </p:spTree>
    <p:extLst>
      <p:ext uri="{BB962C8B-B14F-4D97-AF65-F5344CB8AC3E}">
        <p14:creationId xmlns:p14="http://schemas.microsoft.com/office/powerpoint/2010/main" val="15528238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smtClean="0"/>
              <a:t>Starting 1 November 2012 Budget: 16M€</a:t>
            </a:r>
            <a:endParaRPr lang="nl-BE" dirty="0"/>
          </a:p>
        </p:txBody>
      </p:sp>
      <p:sp>
        <p:nvSpPr>
          <p:cNvPr id="4" name="Slide Number Placeholder 3"/>
          <p:cNvSpPr>
            <a:spLocks noGrp="1"/>
          </p:cNvSpPr>
          <p:nvPr>
            <p:ph type="sldNum" sz="quarter" idx="10"/>
          </p:nvPr>
        </p:nvSpPr>
        <p:spPr/>
        <p:txBody>
          <a:bodyPr/>
          <a:lstStyle/>
          <a:p>
            <a:fld id="{6716B46C-4D34-4328-9EC1-DED601336448}" type="slidenum">
              <a:rPr lang="fr-BE" smtClean="0"/>
              <a:t>21</a:t>
            </a:fld>
            <a:endParaRPr lang="fr-BE"/>
          </a:p>
        </p:txBody>
      </p:sp>
    </p:spTree>
    <p:extLst>
      <p:ext uri="{BB962C8B-B14F-4D97-AF65-F5344CB8AC3E}">
        <p14:creationId xmlns:p14="http://schemas.microsoft.com/office/powerpoint/2010/main" val="21673953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10"/>
          </p:nvPr>
        </p:nvSpPr>
        <p:spPr/>
        <p:txBody>
          <a:bodyPr/>
          <a:lstStyle/>
          <a:p>
            <a:fld id="{6716B46C-4D34-4328-9EC1-DED601336448}" type="slidenum">
              <a:rPr lang="fr-BE" smtClean="0"/>
              <a:t>22</a:t>
            </a:fld>
            <a:endParaRPr lang="fr-BE"/>
          </a:p>
        </p:txBody>
      </p:sp>
    </p:spTree>
    <p:extLst>
      <p:ext uri="{BB962C8B-B14F-4D97-AF65-F5344CB8AC3E}">
        <p14:creationId xmlns:p14="http://schemas.microsoft.com/office/powerpoint/2010/main" val="23229168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716B46C-4D34-4328-9EC1-DED601336448}" type="slidenum">
              <a:rPr lang="fr-BE" smtClean="0"/>
              <a:t>23</a:t>
            </a:fld>
            <a:endParaRPr lang="fr-BE"/>
          </a:p>
        </p:txBody>
      </p:sp>
    </p:spTree>
    <p:extLst>
      <p:ext uri="{BB962C8B-B14F-4D97-AF65-F5344CB8AC3E}">
        <p14:creationId xmlns:p14="http://schemas.microsoft.com/office/powerpoint/2010/main" val="3981990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10"/>
          </p:nvPr>
        </p:nvSpPr>
        <p:spPr/>
        <p:txBody>
          <a:bodyPr/>
          <a:lstStyle/>
          <a:p>
            <a:fld id="{6716B46C-4D34-4328-9EC1-DED601336448}" type="slidenum">
              <a:rPr lang="fr-BE" smtClean="0"/>
              <a:t>24</a:t>
            </a:fld>
            <a:endParaRPr lang="fr-BE"/>
          </a:p>
        </p:txBody>
      </p:sp>
    </p:spTree>
    <p:extLst>
      <p:ext uri="{BB962C8B-B14F-4D97-AF65-F5344CB8AC3E}">
        <p14:creationId xmlns:p14="http://schemas.microsoft.com/office/powerpoint/2010/main" val="39446240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922338" y="746125"/>
            <a:ext cx="4959350" cy="3719513"/>
          </a:xfrm>
          <a:ln/>
        </p:spPr>
      </p:sp>
      <p:sp>
        <p:nvSpPr>
          <p:cNvPr id="583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smtClean="0"/>
          </a:p>
        </p:txBody>
      </p:sp>
      <p:sp>
        <p:nvSpPr>
          <p:cNvPr id="2" name="Footer Placeholder 1"/>
          <p:cNvSpPr>
            <a:spLocks noGrp="1"/>
          </p:cNvSpPr>
          <p:nvPr>
            <p:ph type="ftr" sz="quarter" idx="10"/>
          </p:nvPr>
        </p:nvSpPr>
        <p:spPr/>
        <p:txBody>
          <a:bodyPr/>
          <a:lstStyle/>
          <a:p>
            <a:pPr>
              <a:defRPr/>
            </a:pP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rot="5400000">
            <a:off x="683443" y="4712886"/>
            <a:ext cx="5430791" cy="4473746"/>
          </a:xfrm>
        </p:spPr>
        <p:txBody>
          <a:bodyPr/>
          <a:lstStyle/>
          <a:p>
            <a:r>
              <a:rPr lang="nl-BE" dirty="0" smtClean="0"/>
              <a:t>About 3000 toxicity reports curate the results in a high qulaity database.</a:t>
            </a:r>
          </a:p>
          <a:p>
            <a:endParaRPr lang="nl-BE" dirty="0"/>
          </a:p>
        </p:txBody>
      </p:sp>
      <p:sp>
        <p:nvSpPr>
          <p:cNvPr id="4" name="Slide Number Placeholder 3"/>
          <p:cNvSpPr>
            <a:spLocks noGrp="1"/>
          </p:cNvSpPr>
          <p:nvPr>
            <p:ph type="sldNum" sz="quarter" idx="10"/>
          </p:nvPr>
        </p:nvSpPr>
        <p:spPr/>
        <p:txBody>
          <a:bodyPr/>
          <a:lstStyle/>
          <a:p>
            <a:fld id="{6716B46C-4D34-4328-9EC1-DED601336448}" type="slidenum">
              <a:rPr lang="fr-BE" smtClean="0"/>
              <a:t>26</a:t>
            </a:fld>
            <a:endParaRPr lang="fr-BE"/>
          </a:p>
        </p:txBody>
      </p:sp>
    </p:spTree>
    <p:extLst>
      <p:ext uri="{BB962C8B-B14F-4D97-AF65-F5344CB8AC3E}">
        <p14:creationId xmlns:p14="http://schemas.microsoft.com/office/powerpoint/2010/main" val="27845162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smtClean="0"/>
              <a:t>On the basis of the charateristics of the molecules predict the preclinical toxicities</a:t>
            </a:r>
            <a:endParaRPr lang="nl-BE" dirty="0"/>
          </a:p>
        </p:txBody>
      </p:sp>
      <p:sp>
        <p:nvSpPr>
          <p:cNvPr id="4" name="Slide Number Placeholder 3"/>
          <p:cNvSpPr>
            <a:spLocks noGrp="1"/>
          </p:cNvSpPr>
          <p:nvPr>
            <p:ph type="sldNum" sz="quarter" idx="10"/>
          </p:nvPr>
        </p:nvSpPr>
        <p:spPr/>
        <p:txBody>
          <a:bodyPr/>
          <a:lstStyle/>
          <a:p>
            <a:fld id="{6716B46C-4D34-4328-9EC1-DED601336448}" type="slidenum">
              <a:rPr lang="fr-BE" smtClean="0"/>
              <a:t>27</a:t>
            </a:fld>
            <a:endParaRPr lang="fr-BE"/>
          </a:p>
        </p:txBody>
      </p:sp>
    </p:spTree>
    <p:extLst>
      <p:ext uri="{BB962C8B-B14F-4D97-AF65-F5344CB8AC3E}">
        <p14:creationId xmlns:p14="http://schemas.microsoft.com/office/powerpoint/2010/main" val="16899238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a:xfrm>
            <a:off x="3851098" y="9429671"/>
            <a:ext cx="2944958" cy="496967"/>
          </a:xfrm>
          <a:prstGeom prst="rect">
            <a:avLst/>
          </a:prstGeom>
        </p:spPr>
        <p:txBody>
          <a:bodyPr/>
          <a:lstStyle/>
          <a:p>
            <a:pPr>
              <a:defRPr/>
            </a:pPr>
            <a:fld id="{DD116BD2-5D56-4BE3-93C0-C99BD1746558}" type="slidenum">
              <a:rPr lang="en-US" smtClean="0"/>
              <a:pPr>
                <a:defRPr/>
              </a:pPr>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716B46C-4D34-4328-9EC1-DED601336448}" type="slidenum">
              <a:rPr lang="fr-BE" smtClean="0"/>
              <a:t>29</a:t>
            </a:fld>
            <a:endParaRPr lang="fr-BE"/>
          </a:p>
        </p:txBody>
      </p:sp>
    </p:spTree>
    <p:extLst>
      <p:ext uri="{BB962C8B-B14F-4D97-AF65-F5344CB8AC3E}">
        <p14:creationId xmlns:p14="http://schemas.microsoft.com/office/powerpoint/2010/main" val="28651582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716B46C-4D34-4328-9EC1-DED601336448}" type="slidenum">
              <a:rPr lang="fr-BE" smtClean="0"/>
              <a:t>30</a:t>
            </a:fld>
            <a:endParaRPr lang="fr-BE"/>
          </a:p>
        </p:txBody>
      </p:sp>
    </p:spTree>
    <p:extLst>
      <p:ext uri="{BB962C8B-B14F-4D97-AF65-F5344CB8AC3E}">
        <p14:creationId xmlns:p14="http://schemas.microsoft.com/office/powerpoint/2010/main" val="35853434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716B46C-4D34-4328-9EC1-DED601336448}" type="slidenum">
              <a:rPr lang="fr-BE" smtClean="0"/>
              <a:t>31</a:t>
            </a:fld>
            <a:endParaRPr lang="fr-BE"/>
          </a:p>
        </p:txBody>
      </p:sp>
    </p:spTree>
    <p:extLst>
      <p:ext uri="{BB962C8B-B14F-4D97-AF65-F5344CB8AC3E}">
        <p14:creationId xmlns:p14="http://schemas.microsoft.com/office/powerpoint/2010/main" val="34251102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b="1" u="sng" dirty="0"/>
              <a:t>May 2011 ARCH2POCM archipelago to proof of concept mechanism. </a:t>
            </a:r>
            <a:endParaRPr lang="en-GB" b="1" u="sng" dirty="0"/>
          </a:p>
          <a:p>
            <a:endParaRPr lang="en-GB" dirty="0"/>
          </a:p>
          <a:p>
            <a:r>
              <a:rPr lang="en-GB" dirty="0"/>
              <a:t>in light of the 90% attrition rate that the so-called pioneer targets (2) experience during phase II trials (the</a:t>
            </a:r>
          </a:p>
          <a:p>
            <a:r>
              <a:rPr lang="en-GB" dirty="0"/>
              <a:t> first point at which POCM is evaluated in humans).</a:t>
            </a:r>
          </a:p>
          <a:p>
            <a:r>
              <a:rPr lang="en-GB" dirty="0"/>
              <a:t>with a precompetitive drug discovery effort in place, it should be possible to rapidly disseminate negative POCM information in order to protect patient safety and minimize the costly redundancy of having multiple pharmaceutical companies pursuing the same disease targets in isolation of</a:t>
            </a:r>
          </a:p>
          <a:p>
            <a:r>
              <a:rPr lang="en-GB" dirty="0"/>
              <a:t>One another.</a:t>
            </a:r>
          </a:p>
          <a:p>
            <a:r>
              <a:rPr lang="en-GB" dirty="0"/>
              <a:t>such that</a:t>
            </a:r>
          </a:p>
          <a:p>
            <a:r>
              <a:rPr lang="en-GB" dirty="0"/>
              <a:t>all resulting data are made publicly available</a:t>
            </a:r>
          </a:p>
          <a:p>
            <a:r>
              <a:rPr lang="en-GB" dirty="0"/>
              <a:t>with no intellectual property (IP) generated</a:t>
            </a:r>
          </a:p>
          <a:p>
            <a:r>
              <a:rPr lang="en-GB" dirty="0"/>
              <a:t>through the POCM stage; such an </a:t>
            </a:r>
            <a:r>
              <a:rPr lang="en-GB" dirty="0" err="1"/>
              <a:t>openaccess</a:t>
            </a:r>
            <a:endParaRPr lang="en-GB" dirty="0"/>
          </a:p>
          <a:p>
            <a:r>
              <a:rPr lang="en-GB" dirty="0"/>
              <a:t>model would unleash truly translational,</a:t>
            </a:r>
          </a:p>
          <a:p>
            <a:r>
              <a:rPr lang="en-GB" dirty="0"/>
              <a:t>mechanism-based research and would</a:t>
            </a:r>
          </a:p>
          <a:p>
            <a:r>
              <a:rPr lang="en-GB" dirty="0"/>
              <a:t>foster rapid clinical validation of pioneer</a:t>
            </a:r>
          </a:p>
          <a:p>
            <a:r>
              <a:rPr lang="en-GB" dirty="0"/>
              <a:t>targets in a manner that (</a:t>
            </a:r>
            <a:r>
              <a:rPr lang="en-GB" dirty="0" err="1"/>
              <a:t>i</a:t>
            </a:r>
            <a:r>
              <a:rPr lang="en-GB" dirty="0"/>
              <a:t>) maximizes patient</a:t>
            </a:r>
          </a:p>
          <a:p>
            <a:r>
              <a:rPr lang="en-GB" dirty="0"/>
              <a:t>safety and (ii) rapidly informs the </a:t>
            </a:r>
            <a:r>
              <a:rPr lang="en-GB" dirty="0" err="1"/>
              <a:t>drugdevelopment</a:t>
            </a:r>
            <a:endParaRPr lang="en-GB" dirty="0"/>
          </a:p>
          <a:p>
            <a:r>
              <a:rPr lang="en-GB" dirty="0"/>
              <a:t>industry about those targets</a:t>
            </a:r>
          </a:p>
          <a:p>
            <a:r>
              <a:rPr lang="en-GB" dirty="0"/>
              <a:t>for which POCM has been successfully</a:t>
            </a:r>
          </a:p>
          <a:p>
            <a:r>
              <a:rPr lang="en-GB" dirty="0"/>
              <a:t>demonstrated.</a:t>
            </a:r>
          </a:p>
          <a:p>
            <a:r>
              <a:rPr lang="en-GB" dirty="0"/>
              <a:t>􀀀 is</a:t>
            </a:r>
          </a:p>
          <a:p>
            <a:r>
              <a:rPr lang="en-GB" dirty="0"/>
              <a:t>open-access, integrated e ort</a:t>
            </a:r>
          </a:p>
          <a:p>
            <a:r>
              <a:rPr lang="en-GB" dirty="0"/>
              <a:t>to validate disease mechanisms</a:t>
            </a:r>
          </a:p>
          <a:p>
            <a:r>
              <a:rPr lang="en-GB" dirty="0"/>
              <a:t>and therapeutic targets has the</a:t>
            </a:r>
          </a:p>
          <a:p>
            <a:r>
              <a:rPr lang="en-GB" dirty="0"/>
              <a:t>potential to increase return on</a:t>
            </a:r>
          </a:p>
          <a:p>
            <a:r>
              <a:rPr lang="en-GB" dirty="0" err="1"/>
              <a:t>investmen</a:t>
            </a:r>
            <a:endParaRPr lang="nl-BE" dirty="0"/>
          </a:p>
          <a:p>
            <a:endParaRPr lang="en-GB" dirty="0"/>
          </a:p>
        </p:txBody>
      </p:sp>
      <p:sp>
        <p:nvSpPr>
          <p:cNvPr id="4" name="Slide Number Placeholder 3"/>
          <p:cNvSpPr>
            <a:spLocks noGrp="1"/>
          </p:cNvSpPr>
          <p:nvPr>
            <p:ph type="sldNum" sz="quarter" idx="10"/>
          </p:nvPr>
        </p:nvSpPr>
        <p:spPr/>
        <p:txBody>
          <a:bodyPr/>
          <a:lstStyle/>
          <a:p>
            <a:fld id="{6716B46C-4D34-4328-9EC1-DED601336448}" type="slidenum">
              <a:rPr lang="fr-BE" smtClean="0"/>
              <a:t>32</a:t>
            </a:fld>
            <a:endParaRPr lang="fr-BE"/>
          </a:p>
        </p:txBody>
      </p:sp>
    </p:spTree>
    <p:extLst>
      <p:ext uri="{BB962C8B-B14F-4D97-AF65-F5344CB8AC3E}">
        <p14:creationId xmlns:p14="http://schemas.microsoft.com/office/powerpoint/2010/main" val="23672424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716B46C-4D34-4328-9EC1-DED601336448}" type="slidenum">
              <a:rPr lang="fr-BE" smtClean="0"/>
              <a:t>33</a:t>
            </a:fld>
            <a:endParaRPr lang="fr-BE"/>
          </a:p>
        </p:txBody>
      </p:sp>
    </p:spTree>
    <p:extLst>
      <p:ext uri="{BB962C8B-B14F-4D97-AF65-F5344CB8AC3E}">
        <p14:creationId xmlns:p14="http://schemas.microsoft.com/office/powerpoint/2010/main" val="40327483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716B46C-4D34-4328-9EC1-DED601336448}" type="slidenum">
              <a:rPr lang="fr-BE" smtClean="0"/>
              <a:t>34</a:t>
            </a:fld>
            <a:endParaRPr lang="fr-BE"/>
          </a:p>
        </p:txBody>
      </p:sp>
    </p:spTree>
    <p:extLst>
      <p:ext uri="{BB962C8B-B14F-4D97-AF65-F5344CB8AC3E}">
        <p14:creationId xmlns:p14="http://schemas.microsoft.com/office/powerpoint/2010/main" val="10108693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716B46C-4D34-4328-9EC1-DED601336448}" type="slidenum">
              <a:rPr lang="fr-BE" smtClean="0"/>
              <a:t>35</a:t>
            </a:fld>
            <a:endParaRPr lang="fr-BE"/>
          </a:p>
        </p:txBody>
      </p:sp>
    </p:spTree>
    <p:extLst>
      <p:ext uri="{BB962C8B-B14F-4D97-AF65-F5344CB8AC3E}">
        <p14:creationId xmlns:p14="http://schemas.microsoft.com/office/powerpoint/2010/main" val="35449187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716B46C-4D34-4328-9EC1-DED601336448}" type="slidenum">
              <a:rPr lang="fr-BE" smtClean="0"/>
              <a:t>36</a:t>
            </a:fld>
            <a:endParaRPr lang="fr-BE"/>
          </a:p>
        </p:txBody>
      </p:sp>
    </p:spTree>
    <p:extLst>
      <p:ext uri="{BB962C8B-B14F-4D97-AF65-F5344CB8AC3E}">
        <p14:creationId xmlns:p14="http://schemas.microsoft.com/office/powerpoint/2010/main" val="3796638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716B46C-4D34-4328-9EC1-DED601336448}" type="slidenum">
              <a:rPr lang="fr-BE" smtClean="0"/>
              <a:t>37</a:t>
            </a:fld>
            <a:endParaRPr lang="fr-BE"/>
          </a:p>
        </p:txBody>
      </p:sp>
    </p:spTree>
    <p:extLst>
      <p:ext uri="{BB962C8B-B14F-4D97-AF65-F5344CB8AC3E}">
        <p14:creationId xmlns:p14="http://schemas.microsoft.com/office/powerpoint/2010/main" val="4243204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0.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20.xml"/><Relationship Id="rId5" Type="http://schemas.openxmlformats.org/officeDocument/2006/relationships/image" Target="../media/image12.jpeg"/><Relationship Id="rId4" Type="http://schemas.openxmlformats.org/officeDocument/2006/relationships/image" Target="../media/image11.jpe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0.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Master" Target="../slideMasters/slideMaster20.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0.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589"/>
            <a:ext cx="7772400" cy="1470025"/>
          </a:xfrm>
        </p:spPr>
        <p:txBody>
          <a:bodyPr/>
          <a:lstStyle/>
          <a:p>
            <a:r>
              <a:rPr lang="en-US" smtClean="0"/>
              <a:t>Click to edit Master title style</a:t>
            </a:r>
            <a:endParaRPr lang="fr-B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BE"/>
          </a:p>
        </p:txBody>
      </p:sp>
      <p:sp>
        <p:nvSpPr>
          <p:cNvPr id="4" name="Date Placeholder 3"/>
          <p:cNvSpPr>
            <a:spLocks noGrp="1"/>
          </p:cNvSpPr>
          <p:nvPr>
            <p:ph type="dt" sz="half" idx="10"/>
          </p:nvPr>
        </p:nvSpPr>
        <p:spPr/>
        <p:txBody>
          <a:bodyPr/>
          <a:lstStyle/>
          <a:p>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806B5BAE-E9D5-4D7D-84D0-C917AEFCCB22}" type="slidenum">
              <a:rPr lang="fr-BE" smtClean="0"/>
              <a:t>‹#›</a:t>
            </a:fld>
            <a:endParaRPr lang="fr-BE"/>
          </a:p>
        </p:txBody>
      </p:sp>
    </p:spTree>
    <p:extLst>
      <p:ext uri="{BB962C8B-B14F-4D97-AF65-F5344CB8AC3E}">
        <p14:creationId xmlns:p14="http://schemas.microsoft.com/office/powerpoint/2010/main" val="1593625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BE"/>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Date Placeholder 3"/>
          <p:cNvSpPr>
            <a:spLocks noGrp="1"/>
          </p:cNvSpPr>
          <p:nvPr>
            <p:ph type="dt" sz="half" idx="10"/>
          </p:nvPr>
        </p:nvSpPr>
        <p:spPr/>
        <p:txBody>
          <a:bodyPr/>
          <a:lstStyle/>
          <a:p>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806B5BAE-E9D5-4D7D-84D0-C917AEFCCB22}" type="slidenum">
              <a:rPr lang="fr-BE" smtClean="0"/>
              <a:t>‹#›</a:t>
            </a:fld>
            <a:endParaRPr lang="fr-BE"/>
          </a:p>
        </p:txBody>
      </p:sp>
    </p:spTree>
    <p:extLst>
      <p:ext uri="{BB962C8B-B14F-4D97-AF65-F5344CB8AC3E}">
        <p14:creationId xmlns:p14="http://schemas.microsoft.com/office/powerpoint/2010/main" val="374002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7063"/>
            <a:ext cx="7772400" cy="1362075"/>
          </a:xfrm>
        </p:spPr>
        <p:txBody>
          <a:bodyPr anchor="t"/>
          <a:lstStyle>
            <a:lvl1pPr algn="l">
              <a:defRPr sz="4000" b="1" cap="all"/>
            </a:lvl1pPr>
          </a:lstStyle>
          <a:p>
            <a:r>
              <a:rPr lang="en-US" smtClean="0"/>
              <a:t>Click to edit Master title style</a:t>
            </a:r>
            <a:endParaRPr lang="fr-B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806B5BAE-E9D5-4D7D-84D0-C917AEFCCB22}" type="slidenum">
              <a:rPr lang="fr-BE" smtClean="0"/>
              <a:t>‹#›</a:t>
            </a:fld>
            <a:endParaRPr lang="fr-BE"/>
          </a:p>
        </p:txBody>
      </p:sp>
    </p:spTree>
    <p:extLst>
      <p:ext uri="{BB962C8B-B14F-4D97-AF65-F5344CB8AC3E}">
        <p14:creationId xmlns:p14="http://schemas.microsoft.com/office/powerpoint/2010/main" val="4009368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BE"/>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5" name="Date Placeholder 4"/>
          <p:cNvSpPr>
            <a:spLocks noGrp="1"/>
          </p:cNvSpPr>
          <p:nvPr>
            <p:ph type="dt" sz="half" idx="10"/>
          </p:nvPr>
        </p:nvSpPr>
        <p:spPr/>
        <p:txBody>
          <a:bodyPr/>
          <a:lstStyle/>
          <a:p>
            <a:endParaRPr lang="fr-BE"/>
          </a:p>
        </p:txBody>
      </p:sp>
      <p:sp>
        <p:nvSpPr>
          <p:cNvPr id="6" name="Footer Placeholder 5"/>
          <p:cNvSpPr>
            <a:spLocks noGrp="1"/>
          </p:cNvSpPr>
          <p:nvPr>
            <p:ph type="ftr" sz="quarter" idx="11"/>
          </p:nvPr>
        </p:nvSpPr>
        <p:spPr/>
        <p:txBody>
          <a:bodyPr/>
          <a:lstStyle/>
          <a:p>
            <a:endParaRPr lang="fr-BE"/>
          </a:p>
        </p:txBody>
      </p:sp>
      <p:sp>
        <p:nvSpPr>
          <p:cNvPr id="7" name="Slide Number Placeholder 6"/>
          <p:cNvSpPr>
            <a:spLocks noGrp="1"/>
          </p:cNvSpPr>
          <p:nvPr>
            <p:ph type="sldNum" sz="quarter" idx="12"/>
          </p:nvPr>
        </p:nvSpPr>
        <p:spPr/>
        <p:txBody>
          <a:bodyPr/>
          <a:lstStyle/>
          <a:p>
            <a:fld id="{806B5BAE-E9D5-4D7D-84D0-C917AEFCCB22}" type="slidenum">
              <a:rPr lang="fr-BE" smtClean="0"/>
              <a:t>‹#›</a:t>
            </a:fld>
            <a:endParaRPr lang="fr-BE"/>
          </a:p>
        </p:txBody>
      </p:sp>
    </p:spTree>
    <p:extLst>
      <p:ext uri="{BB962C8B-B14F-4D97-AF65-F5344CB8AC3E}">
        <p14:creationId xmlns:p14="http://schemas.microsoft.com/office/powerpoint/2010/main" val="2316128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fr-BE"/>
          </a:p>
        </p:txBody>
      </p:sp>
      <p:sp>
        <p:nvSpPr>
          <p:cNvPr id="3" name="Text Placeholder 2"/>
          <p:cNvSpPr>
            <a:spLocks noGrp="1"/>
          </p:cNvSpPr>
          <p:nvPr>
            <p:ph type="body" idx="1"/>
          </p:nvPr>
        </p:nvSpPr>
        <p:spPr>
          <a:xfrm>
            <a:off x="457200" y="1535117"/>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5" name="Text Placeholder 4"/>
          <p:cNvSpPr>
            <a:spLocks noGrp="1"/>
          </p:cNvSpPr>
          <p:nvPr>
            <p:ph type="body" sz="quarter" idx="3"/>
          </p:nvPr>
        </p:nvSpPr>
        <p:spPr>
          <a:xfrm>
            <a:off x="4645031" y="1535117"/>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1"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7" name="Date Placeholder 6"/>
          <p:cNvSpPr>
            <a:spLocks noGrp="1"/>
          </p:cNvSpPr>
          <p:nvPr>
            <p:ph type="dt" sz="half" idx="10"/>
          </p:nvPr>
        </p:nvSpPr>
        <p:spPr/>
        <p:txBody>
          <a:bodyPr/>
          <a:lstStyle/>
          <a:p>
            <a:endParaRPr lang="fr-BE"/>
          </a:p>
        </p:txBody>
      </p:sp>
      <p:sp>
        <p:nvSpPr>
          <p:cNvPr id="8" name="Footer Placeholder 7"/>
          <p:cNvSpPr>
            <a:spLocks noGrp="1"/>
          </p:cNvSpPr>
          <p:nvPr>
            <p:ph type="ftr" sz="quarter" idx="11"/>
          </p:nvPr>
        </p:nvSpPr>
        <p:spPr/>
        <p:txBody>
          <a:bodyPr/>
          <a:lstStyle/>
          <a:p>
            <a:endParaRPr lang="fr-BE"/>
          </a:p>
        </p:txBody>
      </p:sp>
      <p:sp>
        <p:nvSpPr>
          <p:cNvPr id="9" name="Slide Number Placeholder 8"/>
          <p:cNvSpPr>
            <a:spLocks noGrp="1"/>
          </p:cNvSpPr>
          <p:nvPr>
            <p:ph type="sldNum" sz="quarter" idx="12"/>
          </p:nvPr>
        </p:nvSpPr>
        <p:spPr/>
        <p:txBody>
          <a:bodyPr/>
          <a:lstStyle/>
          <a:p>
            <a:fld id="{806B5BAE-E9D5-4D7D-84D0-C917AEFCCB22}" type="slidenum">
              <a:rPr lang="fr-BE" smtClean="0"/>
              <a:t>‹#›</a:t>
            </a:fld>
            <a:endParaRPr lang="fr-BE"/>
          </a:p>
        </p:txBody>
      </p:sp>
    </p:spTree>
    <p:extLst>
      <p:ext uri="{BB962C8B-B14F-4D97-AF65-F5344CB8AC3E}">
        <p14:creationId xmlns:p14="http://schemas.microsoft.com/office/powerpoint/2010/main" val="188619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BE"/>
          </a:p>
        </p:txBody>
      </p:sp>
      <p:sp>
        <p:nvSpPr>
          <p:cNvPr id="3" name="Date Placeholder 2"/>
          <p:cNvSpPr>
            <a:spLocks noGrp="1"/>
          </p:cNvSpPr>
          <p:nvPr>
            <p:ph type="dt" sz="half" idx="10"/>
          </p:nvPr>
        </p:nvSpPr>
        <p:spPr/>
        <p:txBody>
          <a:bodyPr/>
          <a:lstStyle/>
          <a:p>
            <a:endParaRPr lang="fr-BE"/>
          </a:p>
        </p:txBody>
      </p:sp>
      <p:sp>
        <p:nvSpPr>
          <p:cNvPr id="4" name="Footer Placeholder 3"/>
          <p:cNvSpPr>
            <a:spLocks noGrp="1"/>
          </p:cNvSpPr>
          <p:nvPr>
            <p:ph type="ftr" sz="quarter" idx="11"/>
          </p:nvPr>
        </p:nvSpPr>
        <p:spPr/>
        <p:txBody>
          <a:bodyPr/>
          <a:lstStyle/>
          <a:p>
            <a:endParaRPr lang="fr-BE"/>
          </a:p>
        </p:txBody>
      </p:sp>
      <p:sp>
        <p:nvSpPr>
          <p:cNvPr id="5" name="Slide Number Placeholder 4"/>
          <p:cNvSpPr>
            <a:spLocks noGrp="1"/>
          </p:cNvSpPr>
          <p:nvPr>
            <p:ph type="sldNum" sz="quarter" idx="12"/>
          </p:nvPr>
        </p:nvSpPr>
        <p:spPr/>
        <p:txBody>
          <a:bodyPr/>
          <a:lstStyle/>
          <a:p>
            <a:fld id="{806B5BAE-E9D5-4D7D-84D0-C917AEFCCB22}" type="slidenum">
              <a:rPr lang="fr-BE" smtClean="0"/>
              <a:t>‹#›</a:t>
            </a:fld>
            <a:endParaRPr lang="fr-BE"/>
          </a:p>
        </p:txBody>
      </p:sp>
    </p:spTree>
    <p:extLst>
      <p:ext uri="{BB962C8B-B14F-4D97-AF65-F5344CB8AC3E}">
        <p14:creationId xmlns:p14="http://schemas.microsoft.com/office/powerpoint/2010/main" val="481409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fr-BE"/>
          </a:p>
        </p:txBody>
      </p:sp>
      <p:sp>
        <p:nvSpPr>
          <p:cNvPr id="3" name="Footer Placeholder 2"/>
          <p:cNvSpPr>
            <a:spLocks noGrp="1"/>
          </p:cNvSpPr>
          <p:nvPr>
            <p:ph type="ftr" sz="quarter" idx="11"/>
          </p:nvPr>
        </p:nvSpPr>
        <p:spPr/>
        <p:txBody>
          <a:bodyPr/>
          <a:lstStyle/>
          <a:p>
            <a:endParaRPr lang="fr-BE"/>
          </a:p>
        </p:txBody>
      </p:sp>
      <p:sp>
        <p:nvSpPr>
          <p:cNvPr id="4" name="Slide Number Placeholder 3"/>
          <p:cNvSpPr>
            <a:spLocks noGrp="1"/>
          </p:cNvSpPr>
          <p:nvPr>
            <p:ph type="sldNum" sz="quarter" idx="12"/>
          </p:nvPr>
        </p:nvSpPr>
        <p:spPr/>
        <p:txBody>
          <a:bodyPr/>
          <a:lstStyle/>
          <a:p>
            <a:fld id="{806B5BAE-E9D5-4D7D-84D0-C917AEFCCB22}" type="slidenum">
              <a:rPr lang="fr-BE" smtClean="0"/>
              <a:t>‹#›</a:t>
            </a:fld>
            <a:endParaRPr lang="fr-BE"/>
          </a:p>
        </p:txBody>
      </p:sp>
    </p:spTree>
    <p:extLst>
      <p:ext uri="{BB962C8B-B14F-4D97-AF65-F5344CB8AC3E}">
        <p14:creationId xmlns:p14="http://schemas.microsoft.com/office/powerpoint/2010/main" val="427827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8" y="273201"/>
            <a:ext cx="3008313" cy="1162051"/>
          </a:xfrm>
        </p:spPr>
        <p:txBody>
          <a:bodyPr anchor="b"/>
          <a:lstStyle>
            <a:lvl1pPr algn="l">
              <a:defRPr sz="2000" b="1"/>
            </a:lvl1pPr>
          </a:lstStyle>
          <a:p>
            <a:r>
              <a:rPr lang="en-US" smtClean="0"/>
              <a:t>Click to edit Master title style</a:t>
            </a:r>
            <a:endParaRPr lang="fr-BE"/>
          </a:p>
        </p:txBody>
      </p:sp>
      <p:sp>
        <p:nvSpPr>
          <p:cNvPr id="3" name="Content Placeholder 2"/>
          <p:cNvSpPr>
            <a:spLocks noGrp="1"/>
          </p:cNvSpPr>
          <p:nvPr>
            <p:ph idx="1"/>
          </p:nvPr>
        </p:nvSpPr>
        <p:spPr>
          <a:xfrm>
            <a:off x="3575051" y="273213"/>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Text Placeholder 3"/>
          <p:cNvSpPr>
            <a:spLocks noGrp="1"/>
          </p:cNvSpPr>
          <p:nvPr>
            <p:ph type="body" sz="half" idx="2"/>
          </p:nvPr>
        </p:nvSpPr>
        <p:spPr>
          <a:xfrm>
            <a:off x="457208"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fr-BE"/>
          </a:p>
        </p:txBody>
      </p:sp>
      <p:sp>
        <p:nvSpPr>
          <p:cNvPr id="6" name="Footer Placeholder 5"/>
          <p:cNvSpPr>
            <a:spLocks noGrp="1"/>
          </p:cNvSpPr>
          <p:nvPr>
            <p:ph type="ftr" sz="quarter" idx="11"/>
          </p:nvPr>
        </p:nvSpPr>
        <p:spPr/>
        <p:txBody>
          <a:bodyPr/>
          <a:lstStyle/>
          <a:p>
            <a:endParaRPr lang="fr-BE"/>
          </a:p>
        </p:txBody>
      </p:sp>
      <p:sp>
        <p:nvSpPr>
          <p:cNvPr id="7" name="Slide Number Placeholder 6"/>
          <p:cNvSpPr>
            <a:spLocks noGrp="1"/>
          </p:cNvSpPr>
          <p:nvPr>
            <p:ph type="sldNum" sz="quarter" idx="12"/>
          </p:nvPr>
        </p:nvSpPr>
        <p:spPr/>
        <p:txBody>
          <a:bodyPr/>
          <a:lstStyle/>
          <a:p>
            <a:fld id="{806B5BAE-E9D5-4D7D-84D0-C917AEFCCB22}" type="slidenum">
              <a:rPr lang="fr-BE" smtClean="0"/>
              <a:t>‹#›</a:t>
            </a:fld>
            <a:endParaRPr lang="fr-BE"/>
          </a:p>
        </p:txBody>
      </p:sp>
    </p:spTree>
    <p:extLst>
      <p:ext uri="{BB962C8B-B14F-4D97-AF65-F5344CB8AC3E}">
        <p14:creationId xmlns:p14="http://schemas.microsoft.com/office/powerpoint/2010/main" val="4092053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752"/>
            <a:ext cx="5486400" cy="566739"/>
          </a:xfrm>
        </p:spPr>
        <p:txBody>
          <a:bodyPr anchor="b"/>
          <a:lstStyle>
            <a:lvl1pPr algn="l">
              <a:defRPr sz="2000" b="1"/>
            </a:lvl1pPr>
          </a:lstStyle>
          <a:p>
            <a:r>
              <a:rPr lang="en-US" smtClean="0"/>
              <a:t>Click to edit Master title style</a:t>
            </a:r>
            <a:endParaRPr lang="fr-B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Text Placeholder 3"/>
          <p:cNvSpPr>
            <a:spLocks noGrp="1"/>
          </p:cNvSpPr>
          <p:nvPr>
            <p:ph type="body" sz="half" idx="2"/>
          </p:nvPr>
        </p:nvSpPr>
        <p:spPr>
          <a:xfrm>
            <a:off x="1792288" y="5367490"/>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fr-BE"/>
          </a:p>
        </p:txBody>
      </p:sp>
      <p:sp>
        <p:nvSpPr>
          <p:cNvPr id="6" name="Footer Placeholder 5"/>
          <p:cNvSpPr>
            <a:spLocks noGrp="1"/>
          </p:cNvSpPr>
          <p:nvPr>
            <p:ph type="ftr" sz="quarter" idx="11"/>
          </p:nvPr>
        </p:nvSpPr>
        <p:spPr/>
        <p:txBody>
          <a:bodyPr/>
          <a:lstStyle/>
          <a:p>
            <a:endParaRPr lang="fr-BE"/>
          </a:p>
        </p:txBody>
      </p:sp>
      <p:sp>
        <p:nvSpPr>
          <p:cNvPr id="7" name="Slide Number Placeholder 6"/>
          <p:cNvSpPr>
            <a:spLocks noGrp="1"/>
          </p:cNvSpPr>
          <p:nvPr>
            <p:ph type="sldNum" sz="quarter" idx="12"/>
          </p:nvPr>
        </p:nvSpPr>
        <p:spPr/>
        <p:txBody>
          <a:bodyPr/>
          <a:lstStyle/>
          <a:p>
            <a:fld id="{806B5BAE-E9D5-4D7D-84D0-C917AEFCCB22}" type="slidenum">
              <a:rPr lang="fr-BE" smtClean="0"/>
              <a:t>‹#›</a:t>
            </a:fld>
            <a:endParaRPr lang="fr-BE"/>
          </a:p>
        </p:txBody>
      </p:sp>
    </p:spTree>
    <p:extLst>
      <p:ext uri="{BB962C8B-B14F-4D97-AF65-F5344CB8AC3E}">
        <p14:creationId xmlns:p14="http://schemas.microsoft.com/office/powerpoint/2010/main" val="1463827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B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Date Placeholder 3"/>
          <p:cNvSpPr>
            <a:spLocks noGrp="1"/>
          </p:cNvSpPr>
          <p:nvPr>
            <p:ph type="dt" sz="half" idx="10"/>
          </p:nvPr>
        </p:nvSpPr>
        <p:spPr/>
        <p:txBody>
          <a:bodyPr/>
          <a:lstStyle/>
          <a:p>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806B5BAE-E9D5-4D7D-84D0-C917AEFCCB22}" type="slidenum">
              <a:rPr lang="fr-BE" smtClean="0"/>
              <a:t>‹#›</a:t>
            </a:fld>
            <a:endParaRPr lang="fr-BE"/>
          </a:p>
        </p:txBody>
      </p:sp>
    </p:spTree>
    <p:extLst>
      <p:ext uri="{BB962C8B-B14F-4D97-AF65-F5344CB8AC3E}">
        <p14:creationId xmlns:p14="http://schemas.microsoft.com/office/powerpoint/2010/main" val="1326480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800"/>
            <a:ext cx="2057400" cy="5851525"/>
          </a:xfrm>
        </p:spPr>
        <p:txBody>
          <a:bodyPr vert="eaVert"/>
          <a:lstStyle/>
          <a:p>
            <a:r>
              <a:rPr lang="en-US" smtClean="0"/>
              <a:t>Click to edit Master title style</a:t>
            </a:r>
            <a:endParaRPr lang="fr-BE"/>
          </a:p>
        </p:txBody>
      </p:sp>
      <p:sp>
        <p:nvSpPr>
          <p:cNvPr id="3" name="Vertical Text Placeholder 2"/>
          <p:cNvSpPr>
            <a:spLocks noGrp="1"/>
          </p:cNvSpPr>
          <p:nvPr>
            <p:ph type="body" orient="vert" idx="1"/>
          </p:nvPr>
        </p:nvSpPr>
        <p:spPr>
          <a:xfrm>
            <a:off x="457200" y="2748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Date Placeholder 3"/>
          <p:cNvSpPr>
            <a:spLocks noGrp="1"/>
          </p:cNvSpPr>
          <p:nvPr>
            <p:ph type="dt" sz="half" idx="10"/>
          </p:nvPr>
        </p:nvSpPr>
        <p:spPr/>
        <p:txBody>
          <a:bodyPr/>
          <a:lstStyle/>
          <a:p>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806B5BAE-E9D5-4D7D-84D0-C917AEFCCB22}" type="slidenum">
              <a:rPr lang="fr-BE" smtClean="0"/>
              <a:t>‹#›</a:t>
            </a:fld>
            <a:endParaRPr lang="fr-BE"/>
          </a:p>
        </p:txBody>
      </p:sp>
    </p:spTree>
    <p:extLst>
      <p:ext uri="{BB962C8B-B14F-4D97-AF65-F5344CB8AC3E}">
        <p14:creationId xmlns:p14="http://schemas.microsoft.com/office/powerpoint/2010/main" val="23145610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u pied de page 1"/>
          <p:cNvSpPr>
            <a:spLocks noGrp="1"/>
          </p:cNvSpPr>
          <p:nvPr>
            <p:ph type="ftr" sz="quarter" idx="10"/>
          </p:nvPr>
        </p:nvSpPr>
        <p:spPr/>
        <p:txBody>
          <a:bodyPr/>
          <a:lstStyle>
            <a:lvl1pPr>
              <a:defRPr/>
            </a:lvl1pPr>
          </a:lstStyle>
          <a:p>
            <a:pPr>
              <a:defRPr/>
            </a:pPr>
            <a:endParaRPr lang="en-US">
              <a:solidFill>
                <a:prstClr val="black"/>
              </a:solidFill>
            </a:endParaRPr>
          </a:p>
        </p:txBody>
      </p:sp>
    </p:spTree>
    <p:extLst>
      <p:ext uri="{BB962C8B-B14F-4D97-AF65-F5344CB8AC3E}">
        <p14:creationId xmlns:p14="http://schemas.microsoft.com/office/powerpoint/2010/main" val="1303265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584"/>
            <a:ext cx="7772400" cy="1470025"/>
          </a:xfrm>
          <a:prstGeom prst="rect">
            <a:avLst/>
          </a:prstGeom>
        </p:spPr>
        <p:txBody>
          <a:bodyPr/>
          <a:lstStyle>
            <a:lvl1pPr algn="ctr">
              <a:defRPr/>
            </a:lvl1pPr>
          </a:lstStyle>
          <a:p>
            <a:r>
              <a:rPr lang="fr-FR" dirty="0" smtClean="0"/>
              <a:t>Cliquez pour modifier le style du titre</a:t>
            </a:r>
            <a:endParaRPr lang="fr-FR" dirty="0"/>
          </a:p>
        </p:txBody>
      </p:sp>
      <p:sp>
        <p:nvSpPr>
          <p:cNvPr id="3" name="Sous-titr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dirty="0" smtClean="0"/>
              <a:t>Cliquez pour modifier le style des sous-titres du masque</a:t>
            </a:r>
            <a:endParaRPr lang="fr-FR" dirty="0"/>
          </a:p>
        </p:txBody>
      </p:sp>
      <p:sp>
        <p:nvSpPr>
          <p:cNvPr id="4" name="Footer Placeholder 3"/>
          <p:cNvSpPr>
            <a:spLocks noGrp="1"/>
          </p:cNvSpPr>
          <p:nvPr>
            <p:ph type="ftr" sz="quarter" idx="3"/>
          </p:nvPr>
        </p:nvSpPr>
        <p:spPr>
          <a:xfrm>
            <a:off x="719505" y="6356508"/>
            <a:ext cx="6648450" cy="365125"/>
          </a:xfrm>
          <a:prstGeom prst="rect">
            <a:avLst/>
          </a:prstGeom>
        </p:spPr>
        <p:txBody>
          <a:bodyPr/>
          <a:lstStyle>
            <a:lvl1pPr algn="ctr">
              <a:defRPr i="1">
                <a:latin typeface="Calibri" pitchFamily="34" charset="0"/>
                <a:cs typeface="Calibri" pitchFamily="34" charset="0"/>
              </a:defRPr>
            </a:lvl1pPr>
          </a:lstStyle>
          <a:p>
            <a:endParaRPr lang="en-GB" dirty="0"/>
          </a:p>
        </p:txBody>
      </p:sp>
    </p:spTree>
    <p:extLst>
      <p:ext uri="{BB962C8B-B14F-4D97-AF65-F5344CB8AC3E}">
        <p14:creationId xmlns:p14="http://schemas.microsoft.com/office/powerpoint/2010/main" val="4013973832"/>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489" y="108524"/>
            <a:ext cx="8794113" cy="294794"/>
          </a:xfrm>
          <a:prstGeom prst="rect">
            <a:avLst/>
          </a:prstGeom>
        </p:spPr>
        <p:txBody>
          <a:bodyPr lIns="93296" tIns="46648" rIns="93296" bIns="46648"/>
          <a:lstStyle/>
          <a:p>
            <a:r>
              <a:rPr lang="en-US"/>
              <a:t>Click to edit Master title style</a:t>
            </a:r>
          </a:p>
        </p:txBody>
      </p:sp>
      <p:sp>
        <p:nvSpPr>
          <p:cNvPr id="3" name="Content Placeholder 2"/>
          <p:cNvSpPr>
            <a:spLocks noGrp="1"/>
          </p:cNvSpPr>
          <p:nvPr>
            <p:ph idx="1"/>
          </p:nvPr>
        </p:nvSpPr>
        <p:spPr>
          <a:xfrm>
            <a:off x="1482155" y="1974470"/>
            <a:ext cx="4389768" cy="1247204"/>
          </a:xfrm>
          <a:prstGeom prst="rect">
            <a:avLst/>
          </a:prstGeom>
        </p:spPr>
        <p:txBody>
          <a:bodyPr lIns="93296" tIns="46648" rIns="93296" bIns="46648"/>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0"/>
          <p:cNvSpPr>
            <a:spLocks noGrp="1" noChangeArrowheads="1"/>
          </p:cNvSpPr>
          <p:nvPr>
            <p:ph type="sldNum" sz="quarter" idx="10"/>
          </p:nvPr>
        </p:nvSpPr>
        <p:spPr>
          <a:ln/>
        </p:spPr>
        <p:txBody>
          <a:bodyPr/>
          <a:lstStyle>
            <a:lvl1pPr>
              <a:defRPr/>
            </a:lvl1pPr>
          </a:lstStyle>
          <a:p>
            <a:pPr>
              <a:defRPr/>
            </a:pPr>
            <a:fld id="{8DDFA5D3-88CD-4F0B-87E9-3F7DD4096B7C}" type="slidenum">
              <a:rPr lang="en-GB"/>
              <a:pPr>
                <a:defRPr/>
              </a:pPr>
              <a:t>‹#›</a:t>
            </a:fld>
            <a:endParaRPr lang="en-GB"/>
          </a:p>
        </p:txBody>
      </p:sp>
    </p:spTree>
    <p:extLst>
      <p:ext uri="{BB962C8B-B14F-4D97-AF65-F5344CB8AC3E}">
        <p14:creationId xmlns:p14="http://schemas.microsoft.com/office/powerpoint/2010/main" val="4193724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4" name="Oval 32"/>
          <p:cNvSpPr>
            <a:spLocks noChangeArrowheads="1"/>
          </p:cNvSpPr>
          <p:nvPr userDrawn="1"/>
        </p:nvSpPr>
        <p:spPr bwMode="auto">
          <a:xfrm>
            <a:off x="300038" y="1714500"/>
            <a:ext cx="71437" cy="82550"/>
          </a:xfrm>
          <a:prstGeom prst="ellipse">
            <a:avLst/>
          </a:prstGeom>
          <a:solidFill>
            <a:srgbClr val="009146"/>
          </a:solidFill>
          <a:ln w="9525">
            <a:solidFill>
              <a:srgbClr val="009146"/>
            </a:solidFill>
            <a:round/>
            <a:headEnd/>
            <a:tailEnd/>
          </a:ln>
        </p:spPr>
        <p:txBody>
          <a:bodyPr wrap="none" anchor="ctr"/>
          <a:lstStyle/>
          <a:p>
            <a:pPr algn="ctr"/>
            <a:endParaRPr lang="nl-BE">
              <a:cs typeface="Arial" pitchFamily="34" charset="0"/>
            </a:endParaRPr>
          </a:p>
        </p:txBody>
      </p:sp>
      <p:sp>
        <p:nvSpPr>
          <p:cNvPr id="5" name="Oval 33"/>
          <p:cNvSpPr>
            <a:spLocks noChangeArrowheads="1"/>
          </p:cNvSpPr>
          <p:nvPr userDrawn="1"/>
        </p:nvSpPr>
        <p:spPr bwMode="auto">
          <a:xfrm>
            <a:off x="284163" y="2203450"/>
            <a:ext cx="71437" cy="82550"/>
          </a:xfrm>
          <a:prstGeom prst="ellipse">
            <a:avLst/>
          </a:prstGeom>
          <a:solidFill>
            <a:srgbClr val="009146"/>
          </a:solidFill>
          <a:ln w="9525">
            <a:solidFill>
              <a:srgbClr val="009146"/>
            </a:solidFill>
            <a:round/>
            <a:headEnd/>
            <a:tailEnd/>
          </a:ln>
        </p:spPr>
        <p:txBody>
          <a:bodyPr wrap="none" anchor="ctr"/>
          <a:lstStyle/>
          <a:p>
            <a:pPr algn="ctr"/>
            <a:endParaRPr lang="nl-BE">
              <a:cs typeface="Arial" pitchFamily="34" charset="0"/>
            </a:endParaRPr>
          </a:p>
        </p:txBody>
      </p:sp>
      <p:sp>
        <p:nvSpPr>
          <p:cNvPr id="6" name="Oval 35"/>
          <p:cNvSpPr>
            <a:spLocks noChangeArrowheads="1"/>
          </p:cNvSpPr>
          <p:nvPr userDrawn="1"/>
        </p:nvSpPr>
        <p:spPr bwMode="auto">
          <a:xfrm>
            <a:off x="284163" y="2786063"/>
            <a:ext cx="71437" cy="82550"/>
          </a:xfrm>
          <a:prstGeom prst="ellipse">
            <a:avLst/>
          </a:prstGeom>
          <a:solidFill>
            <a:srgbClr val="009146"/>
          </a:solidFill>
          <a:ln w="9525">
            <a:solidFill>
              <a:srgbClr val="009146"/>
            </a:solidFill>
            <a:round/>
            <a:headEnd/>
            <a:tailEnd/>
          </a:ln>
        </p:spPr>
        <p:txBody>
          <a:bodyPr wrap="none" anchor="ctr"/>
          <a:lstStyle/>
          <a:p>
            <a:pPr algn="ctr"/>
            <a:endParaRPr lang="nl-BE">
              <a:cs typeface="Arial" pitchFamily="34" charset="0"/>
            </a:endParaRPr>
          </a:p>
        </p:txBody>
      </p:sp>
      <p:grpSp>
        <p:nvGrpSpPr>
          <p:cNvPr id="7" name="Group 56"/>
          <p:cNvGrpSpPr>
            <a:grpSpLocks/>
          </p:cNvGrpSpPr>
          <p:nvPr userDrawn="1"/>
        </p:nvGrpSpPr>
        <p:grpSpPr bwMode="auto">
          <a:xfrm>
            <a:off x="228600" y="3024188"/>
            <a:ext cx="382588" cy="3570287"/>
            <a:chOff x="1813409" y="3178830"/>
            <a:chExt cx="382327" cy="3571220"/>
          </a:xfrm>
        </p:grpSpPr>
        <p:pic>
          <p:nvPicPr>
            <p:cNvPr id="8" name="Picture 12" descr="Description: ddmore_logo_epsilon.png"/>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5400000">
              <a:off x="1482415" y="3509824"/>
              <a:ext cx="863600"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Oval 121"/>
            <p:cNvSpPr>
              <a:spLocks noChangeArrowheads="1"/>
            </p:cNvSpPr>
            <p:nvPr userDrawn="1"/>
          </p:nvSpPr>
          <p:spPr bwMode="auto">
            <a:xfrm>
              <a:off x="1908594" y="4220502"/>
              <a:ext cx="71389"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10" name="Oval 122"/>
            <p:cNvSpPr>
              <a:spLocks noChangeArrowheads="1"/>
            </p:cNvSpPr>
            <p:nvPr userDrawn="1"/>
          </p:nvSpPr>
          <p:spPr bwMode="auto">
            <a:xfrm>
              <a:off x="2052958" y="4365002"/>
              <a:ext cx="71388" cy="80984"/>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11" name="Oval 123"/>
            <p:cNvSpPr>
              <a:spLocks noChangeArrowheads="1"/>
            </p:cNvSpPr>
            <p:nvPr userDrawn="1"/>
          </p:nvSpPr>
          <p:spPr bwMode="auto">
            <a:xfrm>
              <a:off x="1908594" y="4434870"/>
              <a:ext cx="71389"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12" name="Oval 124"/>
            <p:cNvSpPr>
              <a:spLocks noChangeArrowheads="1"/>
            </p:cNvSpPr>
            <p:nvPr userDrawn="1"/>
          </p:nvSpPr>
          <p:spPr bwMode="auto">
            <a:xfrm>
              <a:off x="1835619" y="4506327"/>
              <a:ext cx="71389"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13" name="Oval 125"/>
            <p:cNvSpPr>
              <a:spLocks noChangeArrowheads="1"/>
            </p:cNvSpPr>
            <p:nvPr userDrawn="1"/>
          </p:nvSpPr>
          <p:spPr bwMode="auto">
            <a:xfrm>
              <a:off x="1979983" y="4722283"/>
              <a:ext cx="71388"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14" name="Oval 126"/>
            <p:cNvSpPr>
              <a:spLocks noChangeArrowheads="1"/>
            </p:cNvSpPr>
            <p:nvPr userDrawn="1"/>
          </p:nvSpPr>
          <p:spPr bwMode="auto">
            <a:xfrm>
              <a:off x="1835619" y="4938240"/>
              <a:ext cx="71389"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15" name="Oval 127"/>
            <p:cNvSpPr>
              <a:spLocks noChangeArrowheads="1"/>
            </p:cNvSpPr>
            <p:nvPr userDrawn="1"/>
          </p:nvSpPr>
          <p:spPr bwMode="auto">
            <a:xfrm>
              <a:off x="2051372" y="5165311"/>
              <a:ext cx="71389"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16" name="Oval 128"/>
            <p:cNvSpPr>
              <a:spLocks noChangeArrowheads="1"/>
            </p:cNvSpPr>
            <p:nvPr userDrawn="1"/>
          </p:nvSpPr>
          <p:spPr bwMode="auto">
            <a:xfrm>
              <a:off x="1908594" y="5443197"/>
              <a:ext cx="71389"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17" name="Oval 129"/>
            <p:cNvSpPr>
              <a:spLocks noChangeArrowheads="1"/>
            </p:cNvSpPr>
            <p:nvPr userDrawn="1"/>
          </p:nvSpPr>
          <p:spPr bwMode="auto">
            <a:xfrm>
              <a:off x="1835619" y="5298696"/>
              <a:ext cx="71389"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18" name="Oval 130"/>
            <p:cNvSpPr>
              <a:spLocks noChangeArrowheads="1"/>
            </p:cNvSpPr>
            <p:nvPr userDrawn="1"/>
          </p:nvSpPr>
          <p:spPr bwMode="auto">
            <a:xfrm>
              <a:off x="1835619" y="5803653"/>
              <a:ext cx="71389"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19" name="Oval 131"/>
            <p:cNvSpPr>
              <a:spLocks noChangeArrowheads="1"/>
            </p:cNvSpPr>
            <p:nvPr userDrawn="1"/>
          </p:nvSpPr>
          <p:spPr bwMode="auto">
            <a:xfrm>
              <a:off x="1908594" y="5875109"/>
              <a:ext cx="71389"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20" name="Oval 132"/>
            <p:cNvSpPr>
              <a:spLocks noChangeArrowheads="1"/>
            </p:cNvSpPr>
            <p:nvPr userDrawn="1"/>
          </p:nvSpPr>
          <p:spPr bwMode="auto">
            <a:xfrm>
              <a:off x="1835619" y="6235566"/>
              <a:ext cx="71389"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21" name="Oval 133"/>
            <p:cNvSpPr>
              <a:spLocks noChangeArrowheads="1"/>
            </p:cNvSpPr>
            <p:nvPr userDrawn="1"/>
          </p:nvSpPr>
          <p:spPr bwMode="auto">
            <a:xfrm>
              <a:off x="2124347" y="5525768"/>
              <a:ext cx="71389"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22" name="Oval 134"/>
            <p:cNvSpPr>
              <a:spLocks noChangeArrowheads="1"/>
            </p:cNvSpPr>
            <p:nvPr userDrawn="1"/>
          </p:nvSpPr>
          <p:spPr bwMode="auto">
            <a:xfrm>
              <a:off x="2051372" y="6162522"/>
              <a:ext cx="71389"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sp>
          <p:nvSpPr>
            <p:cNvPr id="23" name="Oval 135"/>
            <p:cNvSpPr>
              <a:spLocks noChangeArrowheads="1"/>
            </p:cNvSpPr>
            <p:nvPr userDrawn="1"/>
          </p:nvSpPr>
          <p:spPr bwMode="auto">
            <a:xfrm>
              <a:off x="1981569" y="6667478"/>
              <a:ext cx="71389" cy="82572"/>
            </a:xfrm>
            <a:prstGeom prst="ellipse">
              <a:avLst/>
            </a:prstGeom>
            <a:solidFill>
              <a:schemeClr val="tx1"/>
            </a:solidFill>
            <a:ln w="9525">
              <a:solidFill>
                <a:schemeClr val="tx1"/>
              </a:solidFill>
              <a:round/>
              <a:headEnd/>
              <a:tailEnd/>
            </a:ln>
          </p:spPr>
          <p:txBody>
            <a:bodyPr wrap="none" anchor="ctr"/>
            <a:lstStyle/>
            <a:p>
              <a:pPr algn="ctr"/>
              <a:endParaRPr lang="nl-BE">
                <a:cs typeface="Arial" pitchFamily="34" charset="0"/>
              </a:endParaRPr>
            </a:p>
          </p:txBody>
        </p:sp>
      </p:grpSp>
      <p:pic>
        <p:nvPicPr>
          <p:cNvPr id="24" name="Picture 12" descr="Description: ddmore_logo_epsilon.png"/>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948488" y="404813"/>
            <a:ext cx="20447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itle 25"/>
          <p:cNvSpPr>
            <a:spLocks noGrp="1"/>
          </p:cNvSpPr>
          <p:nvPr>
            <p:ph type="title"/>
          </p:nvPr>
        </p:nvSpPr>
        <p:spPr>
          <a:xfrm>
            <a:off x="455613" y="450850"/>
            <a:ext cx="6421437" cy="674688"/>
          </a:xfrm>
          <a:prstGeom prst="rect">
            <a:avLst/>
          </a:prstGeom>
        </p:spPr>
        <p:txBody>
          <a:bodyPr/>
          <a:lstStyle/>
          <a:p>
            <a:r>
              <a:rPr lang="en-US" smtClean="0"/>
              <a:t>Click to edit Master title style</a:t>
            </a:r>
            <a:endParaRPr lang="nl-NL"/>
          </a:p>
        </p:txBody>
      </p:sp>
      <p:sp>
        <p:nvSpPr>
          <p:cNvPr id="28" name="Content Placeholder 2"/>
          <p:cNvSpPr>
            <a:spLocks noGrp="1"/>
          </p:cNvSpPr>
          <p:nvPr>
            <p:ph idx="1"/>
          </p:nvPr>
        </p:nvSpPr>
        <p:spPr>
          <a:xfrm>
            <a:off x="899592" y="1622574"/>
            <a:ext cx="7639050" cy="4830762"/>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5" name="Slide Number Placeholder 7"/>
          <p:cNvSpPr>
            <a:spLocks noGrp="1"/>
          </p:cNvSpPr>
          <p:nvPr>
            <p:ph type="sldNum" sz="quarter" idx="10"/>
          </p:nvPr>
        </p:nvSpPr>
        <p:spPr>
          <a:xfrm>
            <a:off x="6553200" y="6519863"/>
            <a:ext cx="2133600" cy="365125"/>
          </a:xfrm>
          <a:prstGeom prst="rect">
            <a:avLst/>
          </a:prstGeom>
        </p:spPr>
        <p:txBody>
          <a:bodyPr/>
          <a:lstStyle>
            <a:lvl1pPr algn="r">
              <a:defRPr sz="800">
                <a:solidFill>
                  <a:schemeClr val="tx1">
                    <a:lumMod val="50000"/>
                    <a:lumOff val="50000"/>
                  </a:schemeClr>
                </a:solidFill>
                <a:latin typeface="Arial Rounded MT Bold" pitchFamily="34" charset="0"/>
              </a:defRPr>
            </a:lvl1pPr>
          </a:lstStyle>
          <a:p>
            <a:pPr>
              <a:defRPr/>
            </a:pPr>
            <a:fld id="{C8558E5D-E205-4D19-937B-0E807450DB08}" type="slidenum">
              <a:rPr lang="nl-NL"/>
              <a:pPr>
                <a:defRPr/>
              </a:pPr>
              <a:t>‹#›</a:t>
            </a:fld>
            <a:endParaRPr lang="nl-NL"/>
          </a:p>
        </p:txBody>
      </p:sp>
      <p:sp>
        <p:nvSpPr>
          <p:cNvPr id="27" name="Footer Placeholder 8"/>
          <p:cNvSpPr>
            <a:spLocks noGrp="1"/>
          </p:cNvSpPr>
          <p:nvPr>
            <p:ph type="ftr" sz="quarter" idx="11"/>
          </p:nvPr>
        </p:nvSpPr>
        <p:spPr>
          <a:xfrm>
            <a:off x="2627313" y="6519863"/>
            <a:ext cx="4176712" cy="365125"/>
          </a:xfrm>
          <a:prstGeom prst="rect">
            <a:avLst/>
          </a:prstGeom>
        </p:spPr>
        <p:txBody>
          <a:bodyPr/>
          <a:lstStyle>
            <a:lvl1pPr algn="ctr">
              <a:defRPr sz="1400">
                <a:solidFill>
                  <a:schemeClr val="tx1"/>
                </a:solidFill>
                <a:latin typeface="Arial Rounded MT Bold" pitchFamily="34" charset="0"/>
              </a:defRPr>
            </a:lvl1pPr>
          </a:lstStyle>
          <a:p>
            <a:pPr>
              <a:defRPr/>
            </a:pPr>
            <a:endParaRPr lang="en-GB" dirty="0"/>
          </a:p>
        </p:txBody>
      </p:sp>
    </p:spTree>
    <p:extLst>
      <p:ext uri="{BB962C8B-B14F-4D97-AF65-F5344CB8AC3E}">
        <p14:creationId xmlns:p14="http://schemas.microsoft.com/office/powerpoint/2010/main" val="1751688497"/>
      </p:ext>
    </p:extLst>
  </p:cSld>
  <p:clrMapOvr>
    <a:masterClrMapping/>
  </p:clrMapOvr>
  <p:transition>
    <p:zoom/>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u pied de page 1"/>
          <p:cNvSpPr>
            <a:spLocks noGrp="1"/>
          </p:cNvSpPr>
          <p:nvPr>
            <p:ph type="ftr" sz="quarter" idx="10"/>
          </p:nvPr>
        </p:nvSpPr>
        <p:spPr/>
        <p:txBody>
          <a:bodyPr/>
          <a:lstStyle>
            <a:lvl1pPr>
              <a:defRPr/>
            </a:lvl1pPr>
          </a:lstStyle>
          <a:p>
            <a:pPr>
              <a:defRPr/>
            </a:pPr>
            <a:endParaRPr lang="en-US">
              <a:solidFill>
                <a:prstClr val="black"/>
              </a:solidFill>
            </a:endParaRPr>
          </a:p>
        </p:txBody>
      </p:sp>
    </p:spTree>
    <p:extLst>
      <p:ext uri="{BB962C8B-B14F-4D97-AF65-F5344CB8AC3E}">
        <p14:creationId xmlns:p14="http://schemas.microsoft.com/office/powerpoint/2010/main" val="996573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a:prstGeom prst="rect">
            <a:avLst/>
          </a:prstGeom>
        </p:spPr>
        <p:txBody>
          <a:bodyPr/>
          <a:lstStyle/>
          <a:p>
            <a:r>
              <a:rPr lang="de-DE" smtClean="0"/>
              <a:t>Titelmasterformat durch Klicken bearbeiten</a:t>
            </a:r>
            <a:endParaRPr lang="de-AT"/>
          </a:p>
        </p:txBody>
      </p:sp>
      <p:sp>
        <p:nvSpPr>
          <p:cNvPr id="3" name="Datumsplatzhalter 2"/>
          <p:cNvSpPr>
            <a:spLocks noGrp="1"/>
          </p:cNvSpPr>
          <p:nvPr>
            <p:ph type="dt" sz="half" idx="10"/>
          </p:nvPr>
        </p:nvSpPr>
        <p:spPr>
          <a:xfrm>
            <a:off x="457200" y="6245225"/>
            <a:ext cx="2133600" cy="476250"/>
          </a:xfrm>
          <a:prstGeom prst="rect">
            <a:avLst/>
          </a:prstGeom>
        </p:spPr>
        <p:txBody>
          <a:bodyPr/>
          <a:lstStyle>
            <a:lvl1pPr>
              <a:defRPr/>
            </a:lvl1pPr>
          </a:lstStyle>
          <a:p>
            <a:endParaRPr lang="de-DE"/>
          </a:p>
        </p:txBody>
      </p:sp>
      <p:sp>
        <p:nvSpPr>
          <p:cNvPr id="4" name="Fußzeilenplatzhalter 3"/>
          <p:cNvSpPr>
            <a:spLocks noGrp="1"/>
          </p:cNvSpPr>
          <p:nvPr>
            <p:ph type="ftr" sz="quarter" idx="11"/>
          </p:nvPr>
        </p:nvSpPr>
        <p:spPr/>
        <p:txBody>
          <a:bodyPr/>
          <a:lstStyle>
            <a:lvl1pPr>
              <a:defRPr/>
            </a:lvl1pPr>
          </a:lstStyle>
          <a:p>
            <a:endParaRPr lang="de-DE"/>
          </a:p>
        </p:txBody>
      </p:sp>
      <p:sp>
        <p:nvSpPr>
          <p:cNvPr id="5" name="Foliennummernplatzhalter 4"/>
          <p:cNvSpPr>
            <a:spLocks noGrp="1"/>
          </p:cNvSpPr>
          <p:nvPr>
            <p:ph type="sldNum" sz="quarter" idx="12"/>
          </p:nvPr>
        </p:nvSpPr>
        <p:spPr/>
        <p:txBody>
          <a:bodyPr/>
          <a:lstStyle>
            <a:lvl1pPr>
              <a:defRPr/>
            </a:lvl1pPr>
          </a:lstStyle>
          <a:p>
            <a:fld id="{AA9E9246-3441-4B73-9329-499602F7C35C}" type="slidenum">
              <a:rPr lang="de-DE"/>
              <a:pPr/>
              <a:t>‹#›</a:t>
            </a:fld>
            <a:endParaRPr lang="de-DE"/>
          </a:p>
        </p:txBody>
      </p:sp>
    </p:spTree>
    <p:extLst>
      <p:ext uri="{BB962C8B-B14F-4D97-AF65-F5344CB8AC3E}">
        <p14:creationId xmlns:p14="http://schemas.microsoft.com/office/powerpoint/2010/main" val="3392835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572"/>
            <a:ext cx="7772400" cy="1470025"/>
          </a:xfrm>
          <a:prstGeom prst="rect">
            <a:avLst/>
          </a:prstGeom>
        </p:spPr>
        <p:txBody>
          <a:bodyPr/>
          <a:lstStyle>
            <a:lvl1pPr algn="ctr">
              <a:defRPr/>
            </a:lvl1pPr>
          </a:lstStyle>
          <a:p>
            <a:r>
              <a:rPr lang="fr-FR" dirty="0" smtClean="0"/>
              <a:t>Cliquez pour modifier le style du titre</a:t>
            </a:r>
            <a:endParaRPr lang="fr-FR" dirty="0"/>
          </a:p>
        </p:txBody>
      </p:sp>
      <p:sp>
        <p:nvSpPr>
          <p:cNvPr id="3" name="Sous-titr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dirty="0" smtClean="0"/>
              <a:t>Cliquez pour modifier le style des sous-titres du masque</a:t>
            </a:r>
            <a:endParaRPr lang="fr-FR" dirty="0"/>
          </a:p>
        </p:txBody>
      </p:sp>
      <p:sp>
        <p:nvSpPr>
          <p:cNvPr id="4" name="Footer Placeholder 3"/>
          <p:cNvSpPr>
            <a:spLocks noGrp="1"/>
          </p:cNvSpPr>
          <p:nvPr>
            <p:ph type="ftr" sz="quarter" idx="3"/>
          </p:nvPr>
        </p:nvSpPr>
        <p:spPr>
          <a:xfrm>
            <a:off x="719505" y="6356497"/>
            <a:ext cx="6648450" cy="365125"/>
          </a:xfrm>
          <a:prstGeom prst="rect">
            <a:avLst/>
          </a:prstGeom>
        </p:spPr>
        <p:txBody>
          <a:bodyPr/>
          <a:lstStyle>
            <a:lvl1pPr algn="ctr">
              <a:defRPr i="1">
                <a:latin typeface="Calibri" pitchFamily="34" charset="0"/>
                <a:cs typeface="Calibri" pitchFamily="34" charset="0"/>
              </a:defRPr>
            </a:lvl1pPr>
          </a:lstStyle>
          <a:p>
            <a:endParaRPr lang="en-GB" dirty="0"/>
          </a:p>
        </p:txBody>
      </p:sp>
    </p:spTree>
    <p:extLst>
      <p:ext uri="{BB962C8B-B14F-4D97-AF65-F5344CB8AC3E}">
        <p14:creationId xmlns:p14="http://schemas.microsoft.com/office/powerpoint/2010/main" val="915337799"/>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u pied de page 1"/>
          <p:cNvSpPr>
            <a:spLocks noGrp="1"/>
          </p:cNvSpPr>
          <p:nvPr>
            <p:ph type="ftr" sz="quarter" idx="10"/>
          </p:nvPr>
        </p:nvSpPr>
        <p:spPr/>
        <p:txBody>
          <a:bodyPr/>
          <a:lstStyle>
            <a:lvl1pPr>
              <a:defRPr/>
            </a:lvl1pPr>
          </a:lstStyle>
          <a:p>
            <a:pPr>
              <a:defRPr/>
            </a:pPr>
            <a:endParaRPr lang="en-US">
              <a:solidFill>
                <a:prstClr val="black"/>
              </a:solidFill>
            </a:endParaRPr>
          </a:p>
        </p:txBody>
      </p:sp>
    </p:spTree>
    <p:extLst>
      <p:ext uri="{BB962C8B-B14F-4D97-AF65-F5344CB8AC3E}">
        <p14:creationId xmlns:p14="http://schemas.microsoft.com/office/powerpoint/2010/main" val="3577237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546"/>
            <a:ext cx="7772400" cy="1470025"/>
          </a:xfrm>
        </p:spPr>
        <p:txBody>
          <a:bodyPr/>
          <a:lstStyle>
            <a:lvl1pPr algn="ctr">
              <a:defRPr/>
            </a:lvl1pPr>
          </a:lstStyle>
          <a:p>
            <a:r>
              <a:rPr lang="fr-FR" dirty="0" smtClean="0"/>
              <a:t>Cliquez pour modifier le style du titre</a:t>
            </a:r>
            <a:endParaRPr lang="fr-FR" dirty="0"/>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dirty="0" smtClean="0"/>
              <a:t>Cliquez pour modifier le style des sous-titres du masque</a:t>
            </a:r>
            <a:endParaRPr lang="fr-FR" dirty="0"/>
          </a:p>
        </p:txBody>
      </p:sp>
    </p:spTree>
    <p:extLst>
      <p:ext uri="{BB962C8B-B14F-4D97-AF65-F5344CB8AC3E}">
        <p14:creationId xmlns:p14="http://schemas.microsoft.com/office/powerpoint/2010/main" val="39744462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rgbClr val="004151"/>
                </a:solidFill>
              </a:defRPr>
            </a:lvl1pPr>
          </a:lstStyle>
          <a:p>
            <a:r>
              <a:rPr lang="fr-FR" dirty="0" smtClean="0"/>
              <a:t>Cliquez pour modifier le style du titre</a:t>
            </a:r>
            <a:endParaRPr lang="fr-FR" dirty="0"/>
          </a:p>
        </p:txBody>
      </p:sp>
      <p:sp>
        <p:nvSpPr>
          <p:cNvPr id="3" name="Espace réservé du contenu 2"/>
          <p:cNvSpPr>
            <a:spLocks noGrp="1"/>
          </p:cNvSpPr>
          <p:nvPr>
            <p:ph idx="1"/>
          </p:nvPr>
        </p:nvSpPr>
        <p:spPr/>
        <p:txBody>
          <a:bodyPr/>
          <a:lstStyle>
            <a:lvl1pPr>
              <a:defRPr>
                <a:solidFill>
                  <a:srgbClr val="004151"/>
                </a:solidFill>
              </a:defRPr>
            </a:lvl1pPr>
            <a:lvl2pPr>
              <a:defRPr>
                <a:solidFill>
                  <a:srgbClr val="004151"/>
                </a:solidFill>
              </a:defRPr>
            </a:lvl2pPr>
            <a:lvl3pPr>
              <a:defRPr>
                <a:solidFill>
                  <a:srgbClr val="004151"/>
                </a:solidFill>
              </a:defRPr>
            </a:lvl3pPr>
            <a:lvl4pPr>
              <a:defRPr>
                <a:solidFill>
                  <a:srgbClr val="004151"/>
                </a:solidFill>
              </a:defRPr>
            </a:lvl4pPr>
            <a:lvl5pPr>
              <a:defRPr>
                <a:solidFill>
                  <a:srgbClr val="004151"/>
                </a:solidFill>
              </a:defRPr>
            </a:lvl5pPr>
          </a:lstStyle>
          <a:p>
            <a:pPr lvl="0"/>
            <a:r>
              <a:rPr lang="fr-FR" dirty="0" smtClean="0"/>
              <a:t>Cliquez pour 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Tree>
    <p:extLst>
      <p:ext uri="{BB962C8B-B14F-4D97-AF65-F5344CB8AC3E}">
        <p14:creationId xmlns:p14="http://schemas.microsoft.com/office/powerpoint/2010/main" val="3532539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435" y="4407021"/>
            <a:ext cx="7772400" cy="1362075"/>
          </a:xfrm>
        </p:spPr>
        <p:txBody>
          <a:bodyPr anchor="t"/>
          <a:lstStyle>
            <a:lvl1pPr algn="l">
              <a:defRPr sz="4000" b="1" cap="all"/>
            </a:lvl1pPr>
          </a:lstStyle>
          <a:p>
            <a:r>
              <a:rPr lang="fr-FR" dirty="0" smtClean="0"/>
              <a:t>Cliquez pour modifier le style du titre</a:t>
            </a:r>
            <a:endParaRPr lang="fr-FR" dirty="0"/>
          </a:p>
        </p:txBody>
      </p:sp>
      <p:sp>
        <p:nvSpPr>
          <p:cNvPr id="3" name="Espace réservé du texte 2"/>
          <p:cNvSpPr>
            <a:spLocks noGrp="1"/>
          </p:cNvSpPr>
          <p:nvPr>
            <p:ph type="body" idx="1"/>
          </p:nvPr>
        </p:nvSpPr>
        <p:spPr>
          <a:xfrm>
            <a:off x="722435"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dirty="0" smtClean="0"/>
              <a:t>Cliquez pour modifier les styles du texte du masque</a:t>
            </a:r>
          </a:p>
        </p:txBody>
      </p:sp>
    </p:spTree>
    <p:extLst>
      <p:ext uri="{BB962C8B-B14F-4D97-AF65-F5344CB8AC3E}">
        <p14:creationId xmlns:p14="http://schemas.microsoft.com/office/powerpoint/2010/main" val="17543262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Cliquez pour modifier le style du titre</a:t>
            </a:r>
            <a:endParaRPr lang="fr-FR" dirty="0"/>
          </a:p>
        </p:txBody>
      </p:sp>
      <p:sp>
        <p:nvSpPr>
          <p:cNvPr id="3" name="Espace réservé du contenu 2"/>
          <p:cNvSpPr>
            <a:spLocks noGrp="1"/>
          </p:cNvSpPr>
          <p:nvPr>
            <p:ph sz="half" idx="1"/>
          </p:nvPr>
        </p:nvSpPr>
        <p:spPr>
          <a:xfrm>
            <a:off x="575801" y="1264392"/>
            <a:ext cx="3925861" cy="48316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dirty="0" smtClean="0"/>
              <a:t>Cliquez pour 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
        <p:nvSpPr>
          <p:cNvPr id="4" name="Espace réservé du contenu 3"/>
          <p:cNvSpPr>
            <a:spLocks noGrp="1"/>
          </p:cNvSpPr>
          <p:nvPr>
            <p:ph sz="half" idx="2"/>
          </p:nvPr>
        </p:nvSpPr>
        <p:spPr>
          <a:xfrm>
            <a:off x="4572000" y="1264392"/>
            <a:ext cx="3886200" cy="48316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dirty="0" smtClean="0"/>
              <a:t>Cliquez pour 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Tree>
    <p:extLst>
      <p:ext uri="{BB962C8B-B14F-4D97-AF65-F5344CB8AC3E}">
        <p14:creationId xmlns:p14="http://schemas.microsoft.com/office/powerpoint/2010/main" val="202055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8686800" cy="1023880"/>
          </a:xfrm>
        </p:spPr>
        <p:txBody>
          <a:bodyPr/>
          <a:lstStyle>
            <a:lvl1pPr>
              <a:defRPr/>
            </a:lvl1pPr>
          </a:lstStyle>
          <a:p>
            <a:r>
              <a:rPr lang="fr-FR" dirty="0" smtClean="0"/>
              <a:t>Cliquez pour modifier le style du titre</a:t>
            </a:r>
            <a:endParaRPr lang="fr-FR" dirty="0"/>
          </a:p>
        </p:txBody>
      </p:sp>
      <p:sp>
        <p:nvSpPr>
          <p:cNvPr id="3" name="Espace réservé du texte 2"/>
          <p:cNvSpPr>
            <a:spLocks noGrp="1"/>
          </p:cNvSpPr>
          <p:nvPr>
            <p:ph type="body" idx="1"/>
          </p:nvPr>
        </p:nvSpPr>
        <p:spPr>
          <a:xfrm>
            <a:off x="575804" y="1264396"/>
            <a:ext cx="3921465" cy="910483"/>
          </a:xfrm>
        </p:spPr>
        <p:txBody>
          <a:bodyPr anchor="b"/>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smtClean="0"/>
              <a:t>Cliquez pour modifier les styles du texte du masque</a:t>
            </a:r>
          </a:p>
        </p:txBody>
      </p:sp>
      <p:sp>
        <p:nvSpPr>
          <p:cNvPr id="4" name="Espace réservé du contenu 3"/>
          <p:cNvSpPr>
            <a:spLocks noGrp="1"/>
          </p:cNvSpPr>
          <p:nvPr>
            <p:ph sz="half" idx="2"/>
          </p:nvPr>
        </p:nvSpPr>
        <p:spPr>
          <a:xfrm>
            <a:off x="575804" y="2166313"/>
            <a:ext cx="3921465" cy="395985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dirty="0" smtClean="0"/>
              <a:t>Cliquez pour 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
        <p:nvSpPr>
          <p:cNvPr id="5" name="Espace réservé du texte 4"/>
          <p:cNvSpPr>
            <a:spLocks noGrp="1"/>
          </p:cNvSpPr>
          <p:nvPr>
            <p:ph type="body" sz="quarter" idx="3"/>
          </p:nvPr>
        </p:nvSpPr>
        <p:spPr>
          <a:xfrm>
            <a:off x="4572001" y="1264396"/>
            <a:ext cx="4114800" cy="910483"/>
          </a:xfrm>
        </p:spPr>
        <p:txBody>
          <a:bodyPr anchor="b"/>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smtClean="0"/>
              <a:t>Cliquez pour modifier les styles du texte du masque</a:t>
            </a:r>
          </a:p>
        </p:txBody>
      </p:sp>
      <p:sp>
        <p:nvSpPr>
          <p:cNvPr id="6" name="Espace réservé du contenu 5"/>
          <p:cNvSpPr>
            <a:spLocks noGrp="1"/>
          </p:cNvSpPr>
          <p:nvPr>
            <p:ph sz="quarter" idx="4"/>
          </p:nvPr>
        </p:nvSpPr>
        <p:spPr>
          <a:xfrm>
            <a:off x="4572001" y="2166313"/>
            <a:ext cx="4114800" cy="395985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dirty="0" smtClean="0"/>
              <a:t>Cliquez pour 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Tree>
    <p:extLst>
      <p:ext uri="{BB962C8B-B14F-4D97-AF65-F5344CB8AC3E}">
        <p14:creationId xmlns:p14="http://schemas.microsoft.com/office/powerpoint/2010/main" val="38982162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Cliquez pour modifier le style du titre</a:t>
            </a:r>
            <a:endParaRPr lang="fr-FR" dirty="0"/>
          </a:p>
        </p:txBody>
      </p:sp>
    </p:spTree>
    <p:extLst>
      <p:ext uri="{BB962C8B-B14F-4D97-AF65-F5344CB8AC3E}">
        <p14:creationId xmlns:p14="http://schemas.microsoft.com/office/powerpoint/2010/main" val="32344688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536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75801" y="1023880"/>
            <a:ext cx="2889834" cy="892244"/>
          </a:xfrm>
        </p:spPr>
        <p:txBody>
          <a:bodyPr anchor="b"/>
          <a:lstStyle>
            <a:lvl1pPr algn="l">
              <a:lnSpc>
                <a:spcPct val="150000"/>
              </a:lnSpc>
              <a:defRPr sz="2000" b="1"/>
            </a:lvl1pPr>
          </a:lstStyle>
          <a:p>
            <a:r>
              <a:rPr lang="fr-FR" dirty="0" smtClean="0"/>
              <a:t>Cliquez pour modifier le style du titre</a:t>
            </a:r>
            <a:endParaRPr lang="fr-FR" dirty="0"/>
          </a:p>
        </p:txBody>
      </p:sp>
      <p:sp>
        <p:nvSpPr>
          <p:cNvPr id="3" name="Espace réservé du contenu 2"/>
          <p:cNvSpPr>
            <a:spLocks noGrp="1"/>
          </p:cNvSpPr>
          <p:nvPr>
            <p:ph idx="1"/>
          </p:nvPr>
        </p:nvSpPr>
        <p:spPr>
          <a:xfrm>
            <a:off x="3575538" y="1023888"/>
            <a:ext cx="5111262" cy="510228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dirty="0" smtClean="0"/>
              <a:t>Cliquez pour 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
        <p:nvSpPr>
          <p:cNvPr id="4" name="Espace réservé du texte 3"/>
          <p:cNvSpPr>
            <a:spLocks noGrp="1"/>
          </p:cNvSpPr>
          <p:nvPr>
            <p:ph type="body" sz="half" idx="2"/>
          </p:nvPr>
        </p:nvSpPr>
        <p:spPr>
          <a:xfrm>
            <a:off x="575801" y="1925801"/>
            <a:ext cx="2889834" cy="420896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dirty="0" smtClean="0"/>
              <a:t>Cliquez pour modifier les styles du texte du masque</a:t>
            </a:r>
          </a:p>
        </p:txBody>
      </p:sp>
    </p:spTree>
    <p:extLst>
      <p:ext uri="{BB962C8B-B14F-4D97-AF65-F5344CB8AC3E}">
        <p14:creationId xmlns:p14="http://schemas.microsoft.com/office/powerpoint/2010/main" val="39841439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166" y="4800600"/>
            <a:ext cx="5486400" cy="566738"/>
          </a:xfrm>
        </p:spPr>
        <p:txBody>
          <a:bodyPr anchor="b"/>
          <a:lstStyle>
            <a:lvl1pPr algn="l">
              <a:defRPr sz="2000" b="1"/>
            </a:lvl1pPr>
          </a:lstStyle>
          <a:p>
            <a:r>
              <a:rPr lang="fr-FR" dirty="0" smtClean="0"/>
              <a:t>Cliquez pour modifier le style du titre</a:t>
            </a:r>
            <a:endParaRPr lang="fr-FR" dirty="0"/>
          </a:p>
        </p:txBody>
      </p:sp>
      <p:sp>
        <p:nvSpPr>
          <p:cNvPr id="3" name="Espace réservé pour une image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dirty="0" smtClean="0"/>
          </a:p>
        </p:txBody>
      </p:sp>
      <p:sp>
        <p:nvSpPr>
          <p:cNvPr id="4" name="Espace réservé du texte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Tree>
    <p:extLst>
      <p:ext uri="{BB962C8B-B14F-4D97-AF65-F5344CB8AC3E}">
        <p14:creationId xmlns:p14="http://schemas.microsoft.com/office/powerpoint/2010/main" val="37737895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reserve="1">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3" y="0"/>
            <a:ext cx="7569150" cy="1023880"/>
          </a:xfrm>
        </p:spPr>
        <p:txBody>
          <a:bodyPr/>
          <a:lstStyle/>
          <a:p>
            <a:r>
              <a:rPr lang="fr-FR" dirty="0" smtClean="0"/>
              <a:t>Cliquez pour modifier le style du titre</a:t>
            </a:r>
            <a:endParaRPr lang="fr-FR" dirty="0"/>
          </a:p>
        </p:txBody>
      </p:sp>
      <p:sp>
        <p:nvSpPr>
          <p:cNvPr id="3" name="Espace réservé du texte 2"/>
          <p:cNvSpPr>
            <a:spLocks noGrp="1"/>
          </p:cNvSpPr>
          <p:nvPr>
            <p:ph type="body" sz="half" idx="1"/>
          </p:nvPr>
        </p:nvSpPr>
        <p:spPr>
          <a:xfrm>
            <a:off x="575801" y="1264392"/>
            <a:ext cx="3925861" cy="4831608"/>
          </a:xfrm>
        </p:spPr>
        <p:txBody>
          <a:bodyPr/>
          <a:lstStyle/>
          <a:p>
            <a:pPr lvl="0"/>
            <a:r>
              <a:rPr lang="fr-FR" dirty="0" smtClean="0"/>
              <a:t>Cliquez pour 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
        <p:nvSpPr>
          <p:cNvPr id="4" name="Espace réservé du contenu 3"/>
          <p:cNvSpPr>
            <a:spLocks noGrp="1"/>
          </p:cNvSpPr>
          <p:nvPr>
            <p:ph sz="half" idx="2"/>
          </p:nvPr>
        </p:nvSpPr>
        <p:spPr>
          <a:xfrm>
            <a:off x="4572000" y="1264392"/>
            <a:ext cx="3886200" cy="4831608"/>
          </a:xfrm>
        </p:spPr>
        <p:txBody>
          <a:bodyPr/>
          <a:lstStyle/>
          <a:p>
            <a:pPr lvl="0"/>
            <a:r>
              <a:rPr lang="fr-FR" dirty="0" smtClean="0"/>
              <a:t>Cliquez pour 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Tree>
    <p:extLst>
      <p:ext uri="{BB962C8B-B14F-4D97-AF65-F5344CB8AC3E}">
        <p14:creationId xmlns:p14="http://schemas.microsoft.com/office/powerpoint/2010/main" val="13981504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27" y="2130538"/>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27"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smtClean="0"/>
              <a:t>Cliquez pour modifier le style des sous-titres du masque</a:t>
            </a:r>
            <a:endParaRPr lang="fr-FR"/>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1454066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8812538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435" y="4407094"/>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435"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Cliquez pour modifier les styles du texte du masque</a:t>
            </a:r>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14505849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685803" y="1371681"/>
            <a:ext cx="3815862"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2338" y="1371681"/>
            <a:ext cx="3815862"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2104485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27" y="274638"/>
            <a:ext cx="8229600" cy="1143000"/>
          </a:xfrm>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20" y="1535194"/>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2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306" y="1535194"/>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306"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17781750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18324756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23654091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7" y="273050"/>
            <a:ext cx="3008435"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538" y="273150"/>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7" y="1435103"/>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9438856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166"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066529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2604353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17" y="381061"/>
            <a:ext cx="1943100" cy="5715000"/>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685931" y="381061"/>
            <a:ext cx="5688623" cy="5715000"/>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868360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AndObj" preserve="1">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685800" y="381001"/>
            <a:ext cx="6096000" cy="609600"/>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685803" y="1371681"/>
            <a:ext cx="3815862" cy="4724400"/>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2338" y="1371681"/>
            <a:ext cx="3815862" cy="4724400"/>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12514403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u pied de page 1"/>
          <p:cNvSpPr>
            <a:spLocks noGrp="1"/>
          </p:cNvSpPr>
          <p:nvPr>
            <p:ph type="ftr" sz="quarter" idx="10"/>
          </p:nvPr>
        </p:nvSpPr>
        <p:spPr/>
        <p:txBody>
          <a:bodyPr/>
          <a:lstStyle>
            <a:lvl1pPr>
              <a:defRPr/>
            </a:lvl1pPr>
          </a:lstStyle>
          <a:p>
            <a:pPr>
              <a:defRPr/>
            </a:pPr>
            <a:endParaRPr lang="en-US">
              <a:solidFill>
                <a:prstClr val="black"/>
              </a:solidFill>
            </a:endParaRPr>
          </a:p>
        </p:txBody>
      </p:sp>
    </p:spTree>
    <p:extLst>
      <p:ext uri="{BB962C8B-B14F-4D97-AF65-F5344CB8AC3E}">
        <p14:creationId xmlns:p14="http://schemas.microsoft.com/office/powerpoint/2010/main" val="35982635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27" y="2130531"/>
            <a:ext cx="7772400" cy="1470025"/>
          </a:xfrm>
          <a:prstGeom prst="rect">
            <a:avLst/>
          </a:prstGeom>
        </p:spPr>
        <p:txBody>
          <a:bodyPr/>
          <a:lstStyle/>
          <a:p>
            <a:r>
              <a:rPr lang="fr-FR" dirty="0" smtClean="0"/>
              <a:t>Cliquez pour modifier le style du titre</a:t>
            </a:r>
            <a:endParaRPr lang="fr-BE" dirty="0"/>
          </a:p>
        </p:txBody>
      </p:sp>
      <p:sp>
        <p:nvSpPr>
          <p:cNvPr id="3" name="Sous-titre 2"/>
          <p:cNvSpPr>
            <a:spLocks noGrp="1"/>
          </p:cNvSpPr>
          <p:nvPr>
            <p:ph type="subTitle" idx="1"/>
          </p:nvPr>
        </p:nvSpPr>
        <p:spPr>
          <a:xfrm>
            <a:off x="1371627"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BE"/>
          </a:p>
        </p:txBody>
      </p:sp>
    </p:spTree>
    <p:extLst>
      <p:ext uri="{BB962C8B-B14F-4D97-AF65-F5344CB8AC3E}">
        <p14:creationId xmlns:p14="http://schemas.microsoft.com/office/powerpoint/2010/main" val="190595188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27" y="2130519"/>
            <a:ext cx="7772400" cy="1470025"/>
          </a:xfrm>
          <a:prstGeom prst="rect">
            <a:avLst/>
          </a:prstGeom>
        </p:spPr>
        <p:txBody>
          <a:bodyPr/>
          <a:lstStyle/>
          <a:p>
            <a:r>
              <a:rPr lang="fr-FR" dirty="0" smtClean="0"/>
              <a:t>Cliquez pour modifier le style du titre</a:t>
            </a:r>
            <a:endParaRPr lang="fr-BE" dirty="0"/>
          </a:p>
        </p:txBody>
      </p:sp>
      <p:sp>
        <p:nvSpPr>
          <p:cNvPr id="3" name="Sous-titre 2"/>
          <p:cNvSpPr>
            <a:spLocks noGrp="1"/>
          </p:cNvSpPr>
          <p:nvPr>
            <p:ph type="subTitle" idx="1"/>
          </p:nvPr>
        </p:nvSpPr>
        <p:spPr>
          <a:xfrm>
            <a:off x="1371627"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BE"/>
          </a:p>
        </p:txBody>
      </p:sp>
    </p:spTree>
    <p:extLst>
      <p:ext uri="{BB962C8B-B14F-4D97-AF65-F5344CB8AC3E}">
        <p14:creationId xmlns:p14="http://schemas.microsoft.com/office/powerpoint/2010/main" val="40409146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507"/>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pic>
        <p:nvPicPr>
          <p:cNvPr id="6" name="Picture 4" descr="IMILogoWithTextLARGE"/>
          <p:cNvPicPr>
            <a:picLocks noChangeAspect="1" noChangeArrowheads="1"/>
          </p:cNvPicPr>
          <p:nvPr userDrawn="1"/>
        </p:nvPicPr>
        <p:blipFill rotWithShape="1">
          <a:blip r:embed="rId2" cstate="print"/>
          <a:srcRect l="7621" b="15724"/>
          <a:stretch/>
        </p:blipFill>
        <p:spPr bwMode="auto">
          <a:xfrm>
            <a:off x="7828977" y="159607"/>
            <a:ext cx="1168881" cy="617263"/>
          </a:xfrm>
          <a:prstGeom prst="rect">
            <a:avLst/>
          </a:prstGeom>
          <a:noFill/>
          <a:ln w="9525" algn="ctr">
            <a:noFill/>
            <a:miter lim="800000"/>
            <a:headEnd/>
            <a:tailEnd/>
          </a:ln>
        </p:spPr>
      </p:pic>
    </p:spTree>
    <p:extLst>
      <p:ext uri="{BB962C8B-B14F-4D97-AF65-F5344CB8AC3E}">
        <p14:creationId xmlns:p14="http://schemas.microsoft.com/office/powerpoint/2010/main" val="1520447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6"/>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232042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82"/>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507487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6"/>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6"/>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225422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9"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9"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680415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extLst>
      <p:ext uri="{BB962C8B-B14F-4D97-AF65-F5344CB8AC3E}">
        <p14:creationId xmlns:p14="http://schemas.microsoft.com/office/powerpoint/2010/main" val="70818917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144721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4" descr="IMILogoWithTextLARGE"/>
          <p:cNvPicPr>
            <a:picLocks noChangeAspect="1" noChangeArrowheads="1"/>
          </p:cNvPicPr>
          <p:nvPr userDrawn="1"/>
        </p:nvPicPr>
        <p:blipFill rotWithShape="1">
          <a:blip r:embed="rId2" cstate="print"/>
          <a:srcRect l="7621" b="15724"/>
          <a:stretch/>
        </p:blipFill>
        <p:spPr bwMode="auto">
          <a:xfrm>
            <a:off x="7988609" y="44624"/>
            <a:ext cx="1075719" cy="648072"/>
          </a:xfrm>
          <a:prstGeom prst="rect">
            <a:avLst/>
          </a:prstGeom>
          <a:noFill/>
          <a:ln w="9525" algn="ctr">
            <a:noFill/>
            <a:miter lim="800000"/>
            <a:headEnd/>
            <a:tailEnd/>
          </a:ln>
        </p:spPr>
      </p:pic>
    </p:spTree>
    <p:extLst>
      <p:ext uri="{BB962C8B-B14F-4D97-AF65-F5344CB8AC3E}">
        <p14:creationId xmlns:p14="http://schemas.microsoft.com/office/powerpoint/2010/main" val="39307527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129"/>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3"/>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8459591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844083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6"/>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74740383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716"/>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716"/>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46884345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27" y="2130501"/>
            <a:ext cx="7772400" cy="1470025"/>
          </a:xfrm>
          <a:prstGeom prst="rect">
            <a:avLst/>
          </a:prstGeom>
        </p:spPr>
        <p:txBody>
          <a:bodyPr/>
          <a:lstStyle/>
          <a:p>
            <a:r>
              <a:rPr lang="fr-FR" dirty="0" smtClean="0"/>
              <a:t>Cliquez pour modifier le style du titre</a:t>
            </a:r>
            <a:endParaRPr lang="fr-BE" dirty="0"/>
          </a:p>
        </p:txBody>
      </p:sp>
      <p:sp>
        <p:nvSpPr>
          <p:cNvPr id="3" name="Sous-titre 2"/>
          <p:cNvSpPr>
            <a:spLocks noGrp="1"/>
          </p:cNvSpPr>
          <p:nvPr>
            <p:ph type="subTitle" idx="1"/>
          </p:nvPr>
        </p:nvSpPr>
        <p:spPr>
          <a:xfrm>
            <a:off x="1371627"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BE"/>
          </a:p>
        </p:txBody>
      </p:sp>
    </p:spTree>
    <p:extLst>
      <p:ext uri="{BB962C8B-B14F-4D97-AF65-F5344CB8AC3E}">
        <p14:creationId xmlns:p14="http://schemas.microsoft.com/office/powerpoint/2010/main" val="54319199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u pied de page 1"/>
          <p:cNvSpPr>
            <a:spLocks noGrp="1"/>
          </p:cNvSpPr>
          <p:nvPr>
            <p:ph type="ftr" sz="quarter" idx="10"/>
          </p:nvPr>
        </p:nvSpPr>
        <p:spPr/>
        <p:txBody>
          <a:bodyPr/>
          <a:lstStyle>
            <a:lvl1pPr>
              <a:defRPr/>
            </a:lvl1pPr>
          </a:lstStyle>
          <a:p>
            <a:pPr>
              <a:defRPr/>
            </a:pPr>
            <a:endParaRPr lang="en-US">
              <a:solidFill>
                <a:prstClr val="black"/>
              </a:solidFill>
            </a:endParaRPr>
          </a:p>
        </p:txBody>
      </p:sp>
    </p:spTree>
    <p:extLst>
      <p:ext uri="{BB962C8B-B14F-4D97-AF65-F5344CB8AC3E}">
        <p14:creationId xmlns:p14="http://schemas.microsoft.com/office/powerpoint/2010/main" val="37238814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27" y="2130440"/>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27"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smtClean="0"/>
              <a:t>Cliquez pour modifier le style des sous-titres du masque</a:t>
            </a:r>
            <a:endParaRPr lang="fr-FR"/>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97164237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42384754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435" y="4406963"/>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435"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Cliquez pour modifier les styles du texte du masque</a:t>
            </a:r>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16584622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685803" y="1371648"/>
            <a:ext cx="3815862"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2338" y="1371648"/>
            <a:ext cx="3815862"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4448062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27" y="274638"/>
            <a:ext cx="8229600" cy="1143000"/>
          </a:xfrm>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20" y="1535161"/>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2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277" y="1535161"/>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277"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88469539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00815131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94480551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7" y="273050"/>
            <a:ext cx="3008435"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538" y="273065"/>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7" y="1435103"/>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29904484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166"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91321880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28848542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17" y="381048"/>
            <a:ext cx="1943100" cy="5715000"/>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685852" y="381048"/>
            <a:ext cx="5688623" cy="5715000"/>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399568395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bl" preserve="1">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685800" y="381001"/>
            <a:ext cx="6096000" cy="609600"/>
          </a:xfrm>
        </p:spPr>
        <p:txBody>
          <a:bodyPr/>
          <a:lstStyle/>
          <a:p>
            <a:r>
              <a:rPr lang="fr-FR" smtClean="0"/>
              <a:t>Cliquez pour modifier le style du titre</a:t>
            </a:r>
            <a:endParaRPr lang="fr-FR"/>
          </a:p>
        </p:txBody>
      </p:sp>
      <p:sp>
        <p:nvSpPr>
          <p:cNvPr id="3" name="Espace réservé du tableau 2"/>
          <p:cNvSpPr>
            <a:spLocks noGrp="1"/>
          </p:cNvSpPr>
          <p:nvPr>
            <p:ph type="tbl" idx="1"/>
          </p:nvPr>
        </p:nvSpPr>
        <p:spPr>
          <a:xfrm>
            <a:off x="685827" y="1371648"/>
            <a:ext cx="7772400" cy="4724400"/>
          </a:xfrm>
        </p:spPr>
        <p:txBody>
          <a:bodyPr/>
          <a:lstStyle/>
          <a:p>
            <a:pPr lvl="0"/>
            <a:endParaRPr lang="fr-FR" noProof="0" smtClean="0"/>
          </a:p>
        </p:txBody>
      </p:sp>
      <p:sp>
        <p:nvSpPr>
          <p:cNvPr id="4"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116185721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AndObj" preserve="1">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685800" y="381001"/>
            <a:ext cx="6096000" cy="609600"/>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685803" y="1371648"/>
            <a:ext cx="3815862" cy="4724400"/>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2338" y="1371648"/>
            <a:ext cx="3815862" cy="4724400"/>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ftr" sz="quarter" idx="10"/>
          </p:nvPr>
        </p:nvSpPr>
        <p:spPr>
          <a:ln/>
        </p:spPr>
        <p:txBody>
          <a:bodyPr/>
          <a:lstStyle>
            <a:lvl1pPr>
              <a:defRPr/>
            </a:lvl1pPr>
          </a:lstStyle>
          <a:p>
            <a:pPr>
              <a:defRPr/>
            </a:pPr>
            <a:endParaRPr lang="en-GB"/>
          </a:p>
        </p:txBody>
      </p:sp>
    </p:spTree>
    <p:extLst>
      <p:ext uri="{BB962C8B-B14F-4D97-AF65-F5344CB8AC3E}">
        <p14:creationId xmlns:p14="http://schemas.microsoft.com/office/powerpoint/2010/main" val="13226676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40963" name="Rectangle 3"/>
          <p:cNvSpPr>
            <a:spLocks noGrp="1" noChangeArrowheads="1"/>
          </p:cNvSpPr>
          <p:nvPr>
            <p:ph type="subTitle" idx="1"/>
          </p:nvPr>
        </p:nvSpPr>
        <p:spPr>
          <a:xfrm>
            <a:off x="1066800" y="3810000"/>
            <a:ext cx="7391400" cy="1752600"/>
          </a:xfrm>
        </p:spPr>
        <p:txBody>
          <a:bodyPr/>
          <a:lstStyle>
            <a:lvl1pPr marL="0" indent="0">
              <a:buFont typeface="Times" pitchFamily="18" charset="0"/>
              <a:buNone/>
              <a:defRPr sz="1800"/>
            </a:lvl1pPr>
          </a:lstStyle>
          <a:p>
            <a:r>
              <a:rPr lang="en-US"/>
              <a:t>Click to edit Master subtitle style</a:t>
            </a:r>
          </a:p>
        </p:txBody>
      </p:sp>
      <p:sp>
        <p:nvSpPr>
          <p:cNvPr id="3" name="Rectangle 11"/>
          <p:cNvSpPr>
            <a:spLocks noGrp="1" noChangeArrowheads="1"/>
          </p:cNvSpPr>
          <p:nvPr>
            <p:ph type="ftr" sz="quarter" idx="10"/>
          </p:nvPr>
        </p:nvSpPr>
        <p:spPr bwMode="auto">
          <a:xfrm>
            <a:off x="2209800" y="6248400"/>
            <a:ext cx="4800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eaLnBrk="0" hangingPunct="0">
              <a:defRPr sz="1200">
                <a:solidFill>
                  <a:srgbClr val="00446A"/>
                </a:solidFill>
                <a:latin typeface="Helvetica" pitchFamily="-107" charset="0"/>
                <a:ea typeface="Osaka" pitchFamily="-107" charset="-128"/>
                <a:cs typeface="+mn-cs"/>
              </a:defRPr>
            </a:lvl1pPr>
          </a:lstStyle>
          <a:p>
            <a:pPr fontAlgn="base">
              <a:spcBef>
                <a:spcPct val="0"/>
              </a:spcBef>
              <a:spcAft>
                <a:spcPct val="0"/>
              </a:spcAft>
              <a:defRPr/>
            </a:pPr>
            <a:endParaRPr lang="en-GB"/>
          </a:p>
        </p:txBody>
      </p:sp>
      <p:sp>
        <p:nvSpPr>
          <p:cNvPr id="4" name="Foliennummernplatzhalter 8"/>
          <p:cNvSpPr>
            <a:spLocks noGrp="1"/>
          </p:cNvSpPr>
          <p:nvPr>
            <p:ph type="sldNum" sz="quarter" idx="11"/>
          </p:nvPr>
        </p:nvSpPr>
        <p:spPr/>
        <p:txBody>
          <a:bodyPr/>
          <a:lstStyle>
            <a:lvl1pPr>
              <a:defRPr/>
            </a:lvl1pPr>
          </a:lstStyle>
          <a:p>
            <a:fld id="{923B570D-89FB-461A-8C82-96633DDA30EF}" type="slidenum">
              <a:rPr lang="en-US"/>
              <a:pPr/>
              <a:t>‹#›</a:t>
            </a:fld>
            <a:endParaRPr lang="en-US"/>
          </a:p>
        </p:txBody>
      </p:sp>
    </p:spTree>
    <p:extLst>
      <p:ext uri="{BB962C8B-B14F-4D97-AF65-F5344CB8AC3E}">
        <p14:creationId xmlns:p14="http://schemas.microsoft.com/office/powerpoint/2010/main" val="406246631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4" name="Line 7"/>
          <p:cNvSpPr>
            <a:spLocks noChangeShapeType="1"/>
          </p:cNvSpPr>
          <p:nvPr/>
        </p:nvSpPr>
        <p:spPr bwMode="auto">
          <a:xfrm flipH="1">
            <a:off x="685800" y="6172200"/>
            <a:ext cx="7772400"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fr-BE" smtClean="0">
              <a:solidFill>
                <a:srgbClr val="00446A"/>
              </a:solidFill>
              <a:latin typeface="Arial" pitchFamily="34" charset="0"/>
            </a:endParaRPr>
          </a:p>
        </p:txBody>
      </p:sp>
      <p:sp>
        <p:nvSpPr>
          <p:cNvPr id="5" name="Line 8"/>
          <p:cNvSpPr>
            <a:spLocks noChangeShapeType="1"/>
          </p:cNvSpPr>
          <p:nvPr/>
        </p:nvSpPr>
        <p:spPr bwMode="auto">
          <a:xfrm flipH="1">
            <a:off x="685800" y="1143000"/>
            <a:ext cx="7772400"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fr-BE" smtClean="0">
              <a:solidFill>
                <a:srgbClr val="00446A"/>
              </a:solidFill>
              <a:latin typeface="Arial" pitchFamily="34" charset="0"/>
            </a:endParaRPr>
          </a:p>
        </p:txBody>
      </p:sp>
      <p:pic>
        <p:nvPicPr>
          <p:cNvPr id="6" name="Picture 13" descr="IMIlogospider"/>
          <p:cNvPicPr>
            <a:picLocks noChangeAspect="1" noChangeArrowheads="1"/>
          </p:cNvPicPr>
          <p:nvPr/>
        </p:nvPicPr>
        <p:blipFill>
          <a:blip r:embed="rId2">
            <a:extLst>
              <a:ext uri="{28A0092B-C50C-407E-A947-70E740481C1C}">
                <a14:useLocalDpi xmlns:a14="http://schemas.microsoft.com/office/drawing/2010/main" val="0"/>
              </a:ext>
            </a:extLst>
          </a:blip>
          <a:srcRect l="12016"/>
          <a:stretch>
            <a:fillRect/>
          </a:stretch>
        </p:blipFill>
        <p:spPr bwMode="auto">
          <a:xfrm>
            <a:off x="0" y="5257800"/>
            <a:ext cx="6858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C:\Users\Christa\Desktop\EMTRAIN\Logos\IMI E&amp;T Logo\IMI-Logo-2_edu_A.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501304" y="84217"/>
            <a:ext cx="1528396"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title"/>
          </p:nvPr>
        </p:nvSpPr>
        <p:spPr/>
        <p:txBody>
          <a:bodyPr/>
          <a:lstStyle/>
          <a:p>
            <a:r>
              <a:rPr lang="de-DE" smtClean="0"/>
              <a:t>Titelmasterformat durch Klicken bearbeiten</a:t>
            </a:r>
            <a:endParaRPr lang="de-AT"/>
          </a:p>
        </p:txBody>
      </p:sp>
      <p:sp>
        <p:nvSpPr>
          <p:cNvPr id="3" name="Inhaltsplatzhalter 2"/>
          <p:cNvSpPr>
            <a:spLocks noGrp="1"/>
          </p:cNvSpPr>
          <p:nvPr>
            <p:ph idx="1"/>
          </p:nvPr>
        </p:nvSpPr>
        <p:spPr/>
        <p:txBody>
          <a:bodyPr/>
          <a:lstStyle/>
          <a:p>
            <a:pPr lvl="0"/>
            <a:r>
              <a:rPr lang="de-DE" dirty="0" smtClean="0"/>
              <a:t>Textmasterformate durch Klicken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de-AT" dirty="0"/>
          </a:p>
        </p:txBody>
      </p:sp>
      <p:sp>
        <p:nvSpPr>
          <p:cNvPr id="8" name="Foliennummernplatzhalter 4"/>
          <p:cNvSpPr>
            <a:spLocks noGrp="1"/>
          </p:cNvSpPr>
          <p:nvPr>
            <p:ph type="sldNum" sz="quarter" idx="10"/>
          </p:nvPr>
        </p:nvSpPr>
        <p:spPr/>
        <p:txBody>
          <a:bodyPr/>
          <a:lstStyle>
            <a:lvl1pPr>
              <a:defRPr/>
            </a:lvl1pPr>
          </a:lstStyle>
          <a:p>
            <a:fld id="{A4E4946A-E665-4726-BEA7-556B71A2AEC7}" type="slidenum">
              <a:rPr lang="en-US"/>
              <a:pPr/>
              <a:t>‹#›</a:t>
            </a:fld>
            <a:endParaRPr lang="en-US"/>
          </a:p>
        </p:txBody>
      </p:sp>
    </p:spTree>
    <p:extLst>
      <p:ext uri="{BB962C8B-B14F-4D97-AF65-F5344CB8AC3E}">
        <p14:creationId xmlns:p14="http://schemas.microsoft.com/office/powerpoint/2010/main" val="461352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sp>
        <p:nvSpPr>
          <p:cNvPr id="3" name="Line 8"/>
          <p:cNvSpPr>
            <a:spLocks noChangeShapeType="1"/>
          </p:cNvSpPr>
          <p:nvPr/>
        </p:nvSpPr>
        <p:spPr bwMode="auto">
          <a:xfrm flipH="1">
            <a:off x="720969" y="1143000"/>
            <a:ext cx="7772400"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fr-BE" smtClean="0">
              <a:solidFill>
                <a:srgbClr val="00446A"/>
              </a:solidFill>
              <a:latin typeface="Arial" pitchFamily="34" charset="0"/>
            </a:endParaRPr>
          </a:p>
        </p:txBody>
      </p:sp>
      <p:pic>
        <p:nvPicPr>
          <p:cNvPr id="4" name="Picture 2" descr="C:\Users\Christa\Desktop\EMTRAIN\Logos\IMI E&amp;T Logo\IMI-Logo-2_edu_A.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t="-12804" b="12804"/>
          <a:stretch>
            <a:fillRect/>
          </a:stretch>
        </p:blipFill>
        <p:spPr bwMode="auto">
          <a:xfrm>
            <a:off x="7615604" y="0"/>
            <a:ext cx="1528396"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upp 6"/>
          <p:cNvGrpSpPr>
            <a:grpSpLocks/>
          </p:cNvGrpSpPr>
          <p:nvPr userDrawn="1"/>
        </p:nvGrpSpPr>
        <p:grpSpPr bwMode="auto">
          <a:xfrm>
            <a:off x="111369" y="5876925"/>
            <a:ext cx="8382000" cy="865188"/>
            <a:chOff x="111125" y="5876925"/>
            <a:chExt cx="8382000" cy="865188"/>
          </a:xfrm>
        </p:grpSpPr>
        <p:grpSp>
          <p:nvGrpSpPr>
            <p:cNvPr id="6" name="Grupp 7"/>
            <p:cNvGrpSpPr>
              <a:grpSpLocks/>
            </p:cNvGrpSpPr>
            <p:nvPr userDrawn="1"/>
          </p:nvGrpSpPr>
          <p:grpSpPr bwMode="auto">
            <a:xfrm>
              <a:off x="111125" y="5876925"/>
              <a:ext cx="6837139" cy="865188"/>
              <a:chOff x="75460" y="5468292"/>
              <a:chExt cx="8382740" cy="1129060"/>
            </a:xfrm>
          </p:grpSpPr>
          <p:sp>
            <p:nvSpPr>
              <p:cNvPr id="9" name="Line 7"/>
              <p:cNvSpPr>
                <a:spLocks noChangeShapeType="1"/>
              </p:cNvSpPr>
              <p:nvPr/>
            </p:nvSpPr>
            <p:spPr bwMode="auto">
              <a:xfrm flipH="1">
                <a:off x="685800" y="6152193"/>
                <a:ext cx="7772400"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fr-BE" smtClean="0">
                  <a:solidFill>
                    <a:srgbClr val="00446A"/>
                  </a:solidFill>
                  <a:latin typeface="Arial" pitchFamily="34" charset="0"/>
                </a:endParaRPr>
              </a:p>
            </p:txBody>
          </p:sp>
          <p:pic>
            <p:nvPicPr>
              <p:cNvPr id="10" name="Picture 13" descr="IMIlogospider"/>
              <p:cNvPicPr>
                <a:picLocks noChangeAspect="1" noChangeArrowheads="1"/>
              </p:cNvPicPr>
              <p:nvPr/>
            </p:nvPicPr>
            <p:blipFill>
              <a:blip r:embed="rId3">
                <a:extLst>
                  <a:ext uri="{28A0092B-C50C-407E-A947-70E740481C1C}">
                    <a14:useLocalDpi xmlns:a14="http://schemas.microsoft.com/office/drawing/2010/main" val="0"/>
                  </a:ext>
                </a:extLst>
              </a:blip>
              <a:srcRect l="12016"/>
              <a:stretch>
                <a:fillRect/>
              </a:stretch>
            </p:blipFill>
            <p:spPr bwMode="auto">
              <a:xfrm>
                <a:off x="75460" y="5468292"/>
                <a:ext cx="530167" cy="1129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 name="Picture 3" descr="C:\DATA\Eufeps\research and policy\european commission\imi call 1 eoi 14-15-16-18 cross collaboration\cross project logos\EUflag.jp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flipV="1">
              <a:off x="7094452" y="6248213"/>
              <a:ext cx="501884" cy="341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C:\DATA\Eufeps\research and policy\european commission\imi call 1 eoi 14-15-16-18 cross collaboration\cross project logos\EFPIAlogoWithoutText.JPG"/>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7713663" y="6165305"/>
              <a:ext cx="779462" cy="45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Titel 1"/>
          <p:cNvSpPr>
            <a:spLocks noGrp="1"/>
          </p:cNvSpPr>
          <p:nvPr>
            <p:ph type="title"/>
          </p:nvPr>
        </p:nvSpPr>
        <p:spPr>
          <a:xfrm>
            <a:off x="1691680" y="307270"/>
            <a:ext cx="5923558" cy="609600"/>
          </a:xfrm>
        </p:spPr>
        <p:txBody>
          <a:bodyPr/>
          <a:lstStyle>
            <a:lvl1pPr algn="ctr">
              <a:defRPr/>
            </a:lvl1pPr>
          </a:lstStyle>
          <a:p>
            <a:r>
              <a:rPr lang="sv-SE" smtClean="0"/>
              <a:t>Klicka här för att ändra format</a:t>
            </a:r>
            <a:endParaRPr lang="de-AT" dirty="0"/>
          </a:p>
        </p:txBody>
      </p:sp>
      <p:sp>
        <p:nvSpPr>
          <p:cNvPr id="11" name="Foliennummernplatzhalter 4"/>
          <p:cNvSpPr>
            <a:spLocks noGrp="1"/>
          </p:cNvSpPr>
          <p:nvPr>
            <p:ph type="sldNum" sz="quarter" idx="10"/>
          </p:nvPr>
        </p:nvSpPr>
        <p:spPr/>
        <p:txBody>
          <a:bodyPr/>
          <a:lstStyle>
            <a:lvl1pPr>
              <a:defRPr/>
            </a:lvl1pPr>
          </a:lstStyle>
          <a:p>
            <a:fld id="{08D772CB-1CCD-443E-8759-1727D5C1A41E}" type="slidenum">
              <a:rPr lang="en-US"/>
              <a:pPr/>
              <a:t>‹#›</a:t>
            </a:fld>
            <a:endParaRPr lang="en-US"/>
          </a:p>
        </p:txBody>
      </p:sp>
    </p:spTree>
    <p:extLst>
      <p:ext uri="{BB962C8B-B14F-4D97-AF65-F5344CB8AC3E}">
        <p14:creationId xmlns:p14="http://schemas.microsoft.com/office/powerpoint/2010/main" val="215003176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mtClean="0"/>
              <a:t>Click to edit Master title style</a:t>
            </a:r>
            <a:endParaRPr lang="de-AT"/>
          </a:p>
        </p:txBody>
      </p:sp>
      <p:sp>
        <p:nvSpPr>
          <p:cNvPr id="3" name="Inhaltsplatzhalter 2"/>
          <p:cNvSpPr>
            <a:spLocks noGrp="1"/>
          </p:cNvSpPr>
          <p:nvPr>
            <p:ph sz="half" idx="1"/>
          </p:nvPr>
        </p:nvSpPr>
        <p:spPr>
          <a:xfrm>
            <a:off x="800100" y="1517653"/>
            <a:ext cx="369093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AT"/>
          </a:p>
        </p:txBody>
      </p:sp>
      <p:sp>
        <p:nvSpPr>
          <p:cNvPr id="4" name="Inhaltsplatzhalter 3"/>
          <p:cNvSpPr>
            <a:spLocks noGrp="1"/>
          </p:cNvSpPr>
          <p:nvPr>
            <p:ph sz="half" idx="2"/>
          </p:nvPr>
        </p:nvSpPr>
        <p:spPr>
          <a:xfrm>
            <a:off x="4643502" y="1517653"/>
            <a:ext cx="36925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AT"/>
          </a:p>
        </p:txBody>
      </p:sp>
      <p:sp>
        <p:nvSpPr>
          <p:cNvPr id="5" name="Foliennummernplatzhalter 4"/>
          <p:cNvSpPr>
            <a:spLocks noGrp="1"/>
          </p:cNvSpPr>
          <p:nvPr>
            <p:ph type="sldNum" sz="quarter" idx="10"/>
          </p:nvPr>
        </p:nvSpPr>
        <p:spPr>
          <a:ln/>
        </p:spPr>
        <p:txBody>
          <a:bodyPr/>
          <a:lstStyle>
            <a:lvl1pPr>
              <a:defRPr/>
            </a:lvl1pPr>
          </a:lstStyle>
          <a:p>
            <a:fld id="{BB54DB41-C460-4ACD-A0D8-96A33FF46B3F}" type="slidenum">
              <a:rPr lang="en-US"/>
              <a:pPr/>
              <a:t>‹#›</a:t>
            </a:fld>
            <a:endParaRPr lang="en-US"/>
          </a:p>
        </p:txBody>
      </p:sp>
    </p:spTree>
    <p:extLst>
      <p:ext uri="{BB962C8B-B14F-4D97-AF65-F5344CB8AC3E}">
        <p14:creationId xmlns:p14="http://schemas.microsoft.com/office/powerpoint/2010/main" val="316730988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2_Titel und Inhalt">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64305" y="6292850"/>
            <a:ext cx="1800957"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962510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ftr" sz="quarter" idx="10"/>
          </p:nvPr>
        </p:nvSpPr>
        <p:spPr>
          <a:xfrm>
            <a:off x="2286000" y="6248400"/>
            <a:ext cx="4648200" cy="457200"/>
          </a:xfrm>
          <a:prstGeom prst="rect">
            <a:avLst/>
          </a:prstGeom>
        </p:spPr>
        <p:txBody>
          <a:bodyPr/>
          <a:lstStyle>
            <a:lvl1pPr eaLnBrk="1" hangingPunct="1">
              <a:defRPr sz="2400">
                <a:solidFill>
                  <a:srgbClr val="00446A"/>
                </a:solidFill>
                <a:latin typeface="Arial" pitchFamily="34" charset="0"/>
                <a:ea typeface="ＭＳ Ｐゴシック" pitchFamily="34" charset="-128"/>
                <a:cs typeface="+mn-cs"/>
              </a:defRPr>
            </a:lvl1pPr>
          </a:lstStyle>
          <a:p>
            <a:pPr fontAlgn="base">
              <a:spcBef>
                <a:spcPct val="0"/>
              </a:spcBef>
              <a:spcAft>
                <a:spcPct val="0"/>
              </a:spcAft>
              <a:defRPr/>
            </a:pPr>
            <a:endParaRPr lang="en-GB"/>
          </a:p>
        </p:txBody>
      </p:sp>
      <p:sp>
        <p:nvSpPr>
          <p:cNvPr id="4" name="Rectangle 6"/>
          <p:cNvSpPr>
            <a:spLocks noGrp="1" noChangeArrowheads="1"/>
          </p:cNvSpPr>
          <p:nvPr>
            <p:ph type="sldNum" sz="quarter" idx="11"/>
          </p:nvPr>
        </p:nvSpPr>
        <p:spPr/>
        <p:txBody>
          <a:bodyPr/>
          <a:lstStyle>
            <a:lvl1pPr>
              <a:defRPr/>
            </a:lvl1pPr>
          </a:lstStyle>
          <a:p>
            <a:fld id="{8853FF3E-C927-418F-A80D-826EEE944D2A}" type="slidenum">
              <a:rPr lang="en-US"/>
              <a:pPr/>
              <a:t>‹#›</a:t>
            </a:fld>
            <a:endParaRPr lang="en-US"/>
          </a:p>
        </p:txBody>
      </p:sp>
    </p:spTree>
    <p:extLst>
      <p:ext uri="{BB962C8B-B14F-4D97-AF65-F5344CB8AC3E}">
        <p14:creationId xmlns:p14="http://schemas.microsoft.com/office/powerpoint/2010/main" val="324073361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Diapositive de titre">
    <p:spTree>
      <p:nvGrpSpPr>
        <p:cNvPr id="1" name=""/>
        <p:cNvGrpSpPr/>
        <p:nvPr/>
      </p:nvGrpSpPr>
      <p:grpSpPr>
        <a:xfrm>
          <a:off x="0" y="0"/>
          <a:ext cx="0" cy="0"/>
          <a:chOff x="0" y="0"/>
          <a:chExt cx="0" cy="0"/>
        </a:xfrm>
      </p:grpSpPr>
      <p:pic>
        <p:nvPicPr>
          <p:cNvPr id="5" name="Image 1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4288"/>
            <a:ext cx="4381500" cy="1854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 15" descr="bande_photos3.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836817"/>
            <a:ext cx="9144000" cy="142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ous-titre 2"/>
          <p:cNvSpPr>
            <a:spLocks noGrp="1"/>
          </p:cNvSpPr>
          <p:nvPr>
            <p:ph type="subTitle" idx="1"/>
          </p:nvPr>
        </p:nvSpPr>
        <p:spPr>
          <a:xfrm>
            <a:off x="0" y="4508500"/>
            <a:ext cx="9144000" cy="861786"/>
          </a:xfrm>
          <a:solidFill>
            <a:schemeClr val="bg1"/>
          </a:solidFill>
          <a:ln w="3175">
            <a:gradFill flip="none" rotWithShape="1">
              <a:gsLst>
                <a:gs pos="0">
                  <a:schemeClr val="accent1"/>
                </a:gs>
                <a:gs pos="55000">
                  <a:srgbClr val="FFFFFF">
                    <a:alpha val="0"/>
                  </a:srgbClr>
                </a:gs>
              </a:gsLst>
              <a:lin ang="16200000" scaled="0"/>
              <a:tileRect/>
            </a:gradFill>
          </a:ln>
          <a:effectLst>
            <a:outerShdw blurRad="50800" dist="38100" dir="2700000" algn="tl" rotWithShape="0">
              <a:srgbClr val="000000">
                <a:alpha val="12000"/>
              </a:srgbClr>
            </a:outerShdw>
          </a:effectLst>
        </p:spPr>
        <p:txBody>
          <a:bodyPr bIns="93600">
            <a:normAutofit/>
          </a:bodyPr>
          <a:lstStyle>
            <a:lvl1pPr marL="363538" indent="0" algn="l">
              <a:spcBef>
                <a:spcPts val="0"/>
              </a:spcBef>
              <a:buNone/>
              <a:defRPr sz="2000" baseline="0">
                <a:solidFill>
                  <a:schemeClr val="tx1"/>
                </a:solidFill>
                <a:latin typeface="Tahoma"/>
                <a:cs typeface="Tahom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dirty="0"/>
          </a:p>
        </p:txBody>
      </p:sp>
      <p:sp>
        <p:nvSpPr>
          <p:cNvPr id="24" name="Titre 21"/>
          <p:cNvSpPr>
            <a:spLocks noGrp="1"/>
          </p:cNvSpPr>
          <p:nvPr>
            <p:ph type="title"/>
          </p:nvPr>
        </p:nvSpPr>
        <p:spPr>
          <a:xfrm>
            <a:off x="-1" y="3540351"/>
            <a:ext cx="9144001" cy="968149"/>
          </a:xfrm>
          <a:solidFill>
            <a:schemeClr val="bg1"/>
          </a:solidFill>
          <a:ln w="3175" cmpd="sng">
            <a:gradFill flip="none" rotWithShape="1">
              <a:gsLst>
                <a:gs pos="0">
                  <a:schemeClr val="accent1"/>
                </a:gs>
                <a:gs pos="55000">
                  <a:srgbClr val="FFFFFF">
                    <a:alpha val="0"/>
                  </a:srgbClr>
                </a:gs>
              </a:gsLst>
              <a:lin ang="5400000" scaled="0"/>
              <a:tileRect/>
            </a:gradFill>
          </a:ln>
          <a:effectLst>
            <a:outerShdw blurRad="50800" dist="38100" dir="14220000" algn="tl" rotWithShape="0">
              <a:srgbClr val="000000">
                <a:alpha val="8000"/>
              </a:srgbClr>
            </a:outerShdw>
          </a:effectLst>
        </p:spPr>
        <p:txBody>
          <a:bodyPr tIns="93600" bIns="93600">
            <a:normAutofit/>
          </a:bodyPr>
          <a:lstStyle>
            <a:lvl1pPr marL="363538" indent="0" algn="l">
              <a:spcBef>
                <a:spcPts val="0"/>
              </a:spcBef>
              <a:defRPr sz="2400" cap="all">
                <a:solidFill>
                  <a:schemeClr val="tx2"/>
                </a:solidFill>
                <a:latin typeface="Tahoma"/>
                <a:cs typeface="Tahoma"/>
              </a:defRPr>
            </a:lvl1pPr>
          </a:lstStyle>
          <a:p>
            <a:r>
              <a:rPr lang="en-US" smtClean="0"/>
              <a:t>Click to edit Master title style</a:t>
            </a:r>
            <a:endParaRPr lang="en-GB" dirty="0"/>
          </a:p>
        </p:txBody>
      </p:sp>
      <p:sp>
        <p:nvSpPr>
          <p:cNvPr id="26" name="Espace réservé du contenu 25"/>
          <p:cNvSpPr>
            <a:spLocks noGrp="1"/>
          </p:cNvSpPr>
          <p:nvPr>
            <p:ph sz="quarter" idx="10"/>
          </p:nvPr>
        </p:nvSpPr>
        <p:spPr>
          <a:xfrm>
            <a:off x="444953" y="5843155"/>
            <a:ext cx="5415190" cy="660400"/>
          </a:xfrm>
        </p:spPr>
        <p:txBody>
          <a:bodyPr lIns="0" anchor="b">
            <a:noAutofit/>
          </a:bodyPr>
          <a:lstStyle>
            <a:lvl1pPr marL="0" indent="0">
              <a:buNone/>
              <a:defRPr sz="1400" baseline="0">
                <a:latin typeface="Tahoma"/>
                <a:cs typeface="Tahoma"/>
              </a:defRPr>
            </a:lvl1pPr>
            <a:lvl2pPr>
              <a:buNone/>
              <a:defRPr sz="1400">
                <a:latin typeface="Tahoma"/>
                <a:cs typeface="Tahoma"/>
              </a:defRPr>
            </a:lvl2pPr>
            <a:lvl3pPr>
              <a:buNone/>
              <a:defRPr sz="1400">
                <a:latin typeface="Tahoma"/>
                <a:cs typeface="Tahoma"/>
              </a:defRPr>
            </a:lvl3pPr>
            <a:lvl4pPr>
              <a:buNone/>
              <a:defRPr sz="1400">
                <a:latin typeface="Tahoma"/>
                <a:cs typeface="Tahoma"/>
              </a:defRPr>
            </a:lvl4pPr>
            <a:lvl5pPr>
              <a:buNone/>
              <a:defRPr sz="1400">
                <a:latin typeface="Tahoma"/>
                <a:cs typeface="Tahoma"/>
              </a:defRPr>
            </a:lvl5pPr>
          </a:lstStyle>
          <a:p>
            <a:pPr lvl="0"/>
            <a:r>
              <a:rPr lang="en-US" smtClean="0"/>
              <a:t>Click to edit Master text styles</a:t>
            </a:r>
          </a:p>
        </p:txBody>
      </p:sp>
    </p:spTree>
    <p:extLst>
      <p:ext uri="{BB962C8B-B14F-4D97-AF65-F5344CB8AC3E}">
        <p14:creationId xmlns:p14="http://schemas.microsoft.com/office/powerpoint/2010/main" val="396085624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pic>
        <p:nvPicPr>
          <p:cNvPr id="7" name="Grafik 9" descr="EUPATI-Logo-web.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96554" y="333375"/>
            <a:ext cx="1258766"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2" y="273050"/>
            <a:ext cx="7211144"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9"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422"/>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9" y="1444422"/>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6"/>
          <p:cNvSpPr>
            <a:spLocks noGrp="1"/>
          </p:cNvSpPr>
          <p:nvPr>
            <p:ph type="dt" sz="half" idx="10"/>
          </p:nvPr>
        </p:nvSpPr>
        <p:spPr>
          <a:xfrm>
            <a:off x="6109189" y="6453267"/>
            <a:ext cx="1918188"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z="1200">
                <a:solidFill>
                  <a:srgbClr val="00446A"/>
                </a:solidFill>
                <a:latin typeface="Arial" charset="0"/>
                <a:ea typeface="ＭＳ Ｐゴシック" charset="0"/>
                <a:cs typeface="ＭＳ Ｐゴシック" charset="0"/>
              </a:defRPr>
            </a:lvl1pPr>
          </a:lstStyle>
          <a:p>
            <a:pPr fontAlgn="base">
              <a:spcBef>
                <a:spcPct val="0"/>
              </a:spcBef>
              <a:spcAft>
                <a:spcPct val="0"/>
              </a:spcAft>
              <a:defRPr/>
            </a:pPr>
            <a:endParaRPr lang="en-GB"/>
          </a:p>
        </p:txBody>
      </p:sp>
      <p:sp>
        <p:nvSpPr>
          <p:cNvPr id="9" name="Footer Placeholder 7"/>
          <p:cNvSpPr>
            <a:spLocks noGrp="1"/>
          </p:cNvSpPr>
          <p:nvPr>
            <p:ph type="ftr" sz="quarter" idx="11"/>
          </p:nvPr>
        </p:nvSpPr>
        <p:spPr>
          <a:xfrm>
            <a:off x="468927" y="6453267"/>
            <a:ext cx="5543550" cy="365125"/>
          </a:xfrm>
          <a:prstGeom prst="rect">
            <a:avLst/>
          </a:prstGeom>
        </p:spPr>
        <p:txBody>
          <a:bodyPr/>
          <a:lstStyle>
            <a:lvl1pPr eaLnBrk="1" hangingPunct="1">
              <a:defRPr sz="1200">
                <a:solidFill>
                  <a:srgbClr val="00446A"/>
                </a:solidFill>
                <a:latin typeface="Arial" pitchFamily="34" charset="0"/>
                <a:ea typeface="ＭＳ Ｐゴシック" pitchFamily="34" charset="-128"/>
                <a:cs typeface="+mn-cs"/>
              </a:defRPr>
            </a:lvl1pPr>
            <a:extLst/>
          </a:lstStyle>
          <a:p>
            <a:pPr fontAlgn="base">
              <a:spcBef>
                <a:spcPct val="0"/>
              </a:spcBef>
              <a:spcAft>
                <a:spcPct val="0"/>
              </a:spcAft>
              <a:defRPr/>
            </a:pPr>
            <a:endParaRPr lang="en-GB"/>
          </a:p>
        </p:txBody>
      </p:sp>
      <p:sp>
        <p:nvSpPr>
          <p:cNvPr id="10" name="Slide Number Placeholder 8"/>
          <p:cNvSpPr>
            <a:spLocks noGrp="1"/>
          </p:cNvSpPr>
          <p:nvPr>
            <p:ph type="sldNum" sz="quarter" idx="12"/>
          </p:nvPr>
        </p:nvSpPr>
        <p:spPr/>
        <p:txBody>
          <a:bodyPr/>
          <a:lstStyle>
            <a:lvl1pPr>
              <a:defRPr sz="1200"/>
            </a:lvl1pPr>
          </a:lstStyle>
          <a:p>
            <a:fld id="{62BBC506-3857-4F22-9AF8-31440BAB2817}" type="slidenum">
              <a:rPr lang="en-GB"/>
              <a:pPr/>
              <a:t>‹#›</a:t>
            </a:fld>
            <a:endParaRPr lang="en-GB"/>
          </a:p>
        </p:txBody>
      </p:sp>
    </p:spTree>
    <p:extLst>
      <p:ext uri="{BB962C8B-B14F-4D97-AF65-F5344CB8AC3E}">
        <p14:creationId xmlns:p14="http://schemas.microsoft.com/office/powerpoint/2010/main" val="1099450200"/>
      </p:ext>
    </p:extLst>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smtClean="0"/>
              <a:t>Cliquez pour modifier le style des sous-titres du masque</a:t>
            </a:r>
            <a:endParaRPr lang="fr-FR"/>
          </a:p>
        </p:txBody>
      </p:sp>
    </p:spTree>
    <p:extLst>
      <p:ext uri="{BB962C8B-B14F-4D97-AF65-F5344CB8AC3E}">
        <p14:creationId xmlns:p14="http://schemas.microsoft.com/office/powerpoint/2010/main" val="52316109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extLst>
      <p:ext uri="{BB962C8B-B14F-4D97-AF65-F5344CB8AC3E}">
        <p14:creationId xmlns:p14="http://schemas.microsoft.com/office/powerpoint/2010/main" val="206702564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Cliquez pour modifier les styles du texte du masque</a:t>
            </a:r>
          </a:p>
        </p:txBody>
      </p:sp>
    </p:spTree>
    <p:extLst>
      <p:ext uri="{BB962C8B-B14F-4D97-AF65-F5344CB8AC3E}">
        <p14:creationId xmlns:p14="http://schemas.microsoft.com/office/powerpoint/2010/main" val="259227979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extLst>
      <p:ext uri="{BB962C8B-B14F-4D97-AF65-F5344CB8AC3E}">
        <p14:creationId xmlns:p14="http://schemas.microsoft.com/office/powerpoint/2010/main" val="305202877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extLst>
      <p:ext uri="{BB962C8B-B14F-4D97-AF65-F5344CB8AC3E}">
        <p14:creationId xmlns:p14="http://schemas.microsoft.com/office/powerpoint/2010/main" val="389974407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Tree>
    <p:extLst>
      <p:ext uri="{BB962C8B-B14F-4D97-AF65-F5344CB8AC3E}">
        <p14:creationId xmlns:p14="http://schemas.microsoft.com/office/powerpoint/2010/main" val="425575703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528559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Tree>
    <p:extLst>
      <p:ext uri="{BB962C8B-B14F-4D97-AF65-F5344CB8AC3E}">
        <p14:creationId xmlns:p14="http://schemas.microsoft.com/office/powerpoint/2010/main" val="96123390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Tree>
    <p:extLst>
      <p:ext uri="{BB962C8B-B14F-4D97-AF65-F5344CB8AC3E}">
        <p14:creationId xmlns:p14="http://schemas.microsoft.com/office/powerpoint/2010/main" val="124155616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extLst>
      <p:ext uri="{BB962C8B-B14F-4D97-AF65-F5344CB8AC3E}">
        <p14:creationId xmlns:p14="http://schemas.microsoft.com/office/powerpoint/2010/main" val="205088116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extLst>
      <p:ext uri="{BB962C8B-B14F-4D97-AF65-F5344CB8AC3E}">
        <p14:creationId xmlns:p14="http://schemas.microsoft.com/office/powerpoint/2010/main" val="113071473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xAndTwoObj" preserve="1">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2051050" y="274638"/>
            <a:ext cx="6635750" cy="1143000"/>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457200" y="1600200"/>
            <a:ext cx="4038600" cy="452596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quarter" idx="2"/>
          </p:nvPr>
        </p:nvSpPr>
        <p:spPr>
          <a:xfrm>
            <a:off x="4648200" y="1600200"/>
            <a:ext cx="4038600" cy="218598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contenu 4"/>
          <p:cNvSpPr>
            <a:spLocks noGrp="1"/>
          </p:cNvSpPr>
          <p:nvPr>
            <p:ph sz="quarter" idx="3"/>
          </p:nvPr>
        </p:nvSpPr>
        <p:spPr>
          <a:xfrm>
            <a:off x="4648200" y="3938588"/>
            <a:ext cx="4038600" cy="218757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extLst>
      <p:ext uri="{BB962C8B-B14F-4D97-AF65-F5344CB8AC3E}">
        <p14:creationId xmlns:p14="http://schemas.microsoft.com/office/powerpoint/2010/main" val="377064174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589"/>
            <a:ext cx="7772400" cy="1470025"/>
          </a:xfrm>
        </p:spPr>
        <p:txBody>
          <a:bodyPr/>
          <a:lstStyle/>
          <a:p>
            <a:r>
              <a:rPr lang="en-US" smtClean="0"/>
              <a:t>Click to edit Master title style</a:t>
            </a:r>
            <a:endParaRPr lang="fr-B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BE"/>
          </a:p>
        </p:txBody>
      </p:sp>
      <p:sp>
        <p:nvSpPr>
          <p:cNvPr id="4" name="Date Placeholder 3"/>
          <p:cNvSpPr>
            <a:spLocks noGrp="1"/>
          </p:cNvSpPr>
          <p:nvPr>
            <p:ph type="dt" sz="half" idx="10"/>
          </p:nvPr>
        </p:nvSpPr>
        <p:spPr/>
        <p:txBody>
          <a:bodyPr/>
          <a:lstStyle/>
          <a:p>
            <a:endParaRPr lang="fr-BE">
              <a:solidFill>
                <a:prstClr val="black">
                  <a:tint val="75000"/>
                </a:prstClr>
              </a:solidFill>
            </a:endParaRPr>
          </a:p>
        </p:txBody>
      </p:sp>
      <p:sp>
        <p:nvSpPr>
          <p:cNvPr id="5" name="Footer Placeholder 4"/>
          <p:cNvSpPr>
            <a:spLocks noGrp="1"/>
          </p:cNvSpPr>
          <p:nvPr>
            <p:ph type="ftr" sz="quarter" idx="11"/>
          </p:nvPr>
        </p:nvSpPr>
        <p:spPr/>
        <p:txBody>
          <a:bodyPr/>
          <a:lstStyle/>
          <a:p>
            <a:endParaRPr lang="fr-BE">
              <a:solidFill>
                <a:prstClr val="black">
                  <a:tint val="75000"/>
                </a:prstClr>
              </a:solidFill>
            </a:endParaRPr>
          </a:p>
        </p:txBody>
      </p:sp>
      <p:sp>
        <p:nvSpPr>
          <p:cNvPr id="6" name="Slide Number Placeholder 5"/>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6514545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BE"/>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Date Placeholder 3"/>
          <p:cNvSpPr>
            <a:spLocks noGrp="1"/>
          </p:cNvSpPr>
          <p:nvPr>
            <p:ph type="dt" sz="half" idx="10"/>
          </p:nvPr>
        </p:nvSpPr>
        <p:spPr/>
        <p:txBody>
          <a:bodyPr/>
          <a:lstStyle/>
          <a:p>
            <a:endParaRPr lang="fr-BE">
              <a:solidFill>
                <a:prstClr val="black">
                  <a:tint val="75000"/>
                </a:prstClr>
              </a:solidFill>
            </a:endParaRPr>
          </a:p>
        </p:txBody>
      </p:sp>
      <p:sp>
        <p:nvSpPr>
          <p:cNvPr id="5" name="Footer Placeholder 4"/>
          <p:cNvSpPr>
            <a:spLocks noGrp="1"/>
          </p:cNvSpPr>
          <p:nvPr>
            <p:ph type="ftr" sz="quarter" idx="11"/>
          </p:nvPr>
        </p:nvSpPr>
        <p:spPr/>
        <p:txBody>
          <a:bodyPr/>
          <a:lstStyle/>
          <a:p>
            <a:endParaRPr lang="fr-BE">
              <a:solidFill>
                <a:prstClr val="black">
                  <a:tint val="75000"/>
                </a:prstClr>
              </a:solidFill>
            </a:endParaRPr>
          </a:p>
        </p:txBody>
      </p:sp>
      <p:sp>
        <p:nvSpPr>
          <p:cNvPr id="6" name="Slide Number Placeholder 5"/>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173664937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7063"/>
            <a:ext cx="7772400" cy="1362075"/>
          </a:xfrm>
        </p:spPr>
        <p:txBody>
          <a:bodyPr anchor="t"/>
          <a:lstStyle>
            <a:lvl1pPr algn="l">
              <a:defRPr sz="4000" b="1" cap="all"/>
            </a:lvl1pPr>
          </a:lstStyle>
          <a:p>
            <a:r>
              <a:rPr lang="en-US" smtClean="0"/>
              <a:t>Click to edit Master title style</a:t>
            </a:r>
            <a:endParaRPr lang="fr-B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fr-BE">
              <a:solidFill>
                <a:prstClr val="black">
                  <a:tint val="75000"/>
                </a:prstClr>
              </a:solidFill>
            </a:endParaRPr>
          </a:p>
        </p:txBody>
      </p:sp>
      <p:sp>
        <p:nvSpPr>
          <p:cNvPr id="5" name="Footer Placeholder 4"/>
          <p:cNvSpPr>
            <a:spLocks noGrp="1"/>
          </p:cNvSpPr>
          <p:nvPr>
            <p:ph type="ftr" sz="quarter" idx="11"/>
          </p:nvPr>
        </p:nvSpPr>
        <p:spPr/>
        <p:txBody>
          <a:bodyPr/>
          <a:lstStyle/>
          <a:p>
            <a:endParaRPr lang="fr-BE">
              <a:solidFill>
                <a:prstClr val="black">
                  <a:tint val="75000"/>
                </a:prstClr>
              </a:solidFill>
            </a:endParaRPr>
          </a:p>
        </p:txBody>
      </p:sp>
      <p:sp>
        <p:nvSpPr>
          <p:cNvPr id="6" name="Slide Number Placeholder 5"/>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101542509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BE"/>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5" name="Date Placeholder 4"/>
          <p:cNvSpPr>
            <a:spLocks noGrp="1"/>
          </p:cNvSpPr>
          <p:nvPr>
            <p:ph type="dt" sz="half" idx="10"/>
          </p:nvPr>
        </p:nvSpPr>
        <p:spPr/>
        <p:txBody>
          <a:bodyPr/>
          <a:lstStyle/>
          <a:p>
            <a:endParaRPr lang="fr-BE">
              <a:solidFill>
                <a:prstClr val="black">
                  <a:tint val="75000"/>
                </a:prstClr>
              </a:solidFill>
            </a:endParaRPr>
          </a:p>
        </p:txBody>
      </p:sp>
      <p:sp>
        <p:nvSpPr>
          <p:cNvPr id="6" name="Footer Placeholder 5"/>
          <p:cNvSpPr>
            <a:spLocks noGrp="1"/>
          </p:cNvSpPr>
          <p:nvPr>
            <p:ph type="ftr" sz="quarter" idx="11"/>
          </p:nvPr>
        </p:nvSpPr>
        <p:spPr/>
        <p:txBody>
          <a:bodyPr/>
          <a:lstStyle/>
          <a:p>
            <a:endParaRPr lang="fr-BE">
              <a:solidFill>
                <a:prstClr val="black">
                  <a:tint val="75000"/>
                </a:prstClr>
              </a:solidFill>
            </a:endParaRPr>
          </a:p>
        </p:txBody>
      </p:sp>
      <p:sp>
        <p:nvSpPr>
          <p:cNvPr id="7" name="Slide Number Placeholder 6"/>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248224360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fr-BE"/>
          </a:p>
        </p:txBody>
      </p:sp>
      <p:sp>
        <p:nvSpPr>
          <p:cNvPr id="3" name="Text Placeholder 2"/>
          <p:cNvSpPr>
            <a:spLocks noGrp="1"/>
          </p:cNvSpPr>
          <p:nvPr>
            <p:ph type="body" idx="1"/>
          </p:nvPr>
        </p:nvSpPr>
        <p:spPr>
          <a:xfrm>
            <a:off x="457200" y="1535117"/>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5" name="Text Placeholder 4"/>
          <p:cNvSpPr>
            <a:spLocks noGrp="1"/>
          </p:cNvSpPr>
          <p:nvPr>
            <p:ph type="body" sz="quarter" idx="3"/>
          </p:nvPr>
        </p:nvSpPr>
        <p:spPr>
          <a:xfrm>
            <a:off x="4645031" y="1535117"/>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1"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7" name="Date Placeholder 6"/>
          <p:cNvSpPr>
            <a:spLocks noGrp="1"/>
          </p:cNvSpPr>
          <p:nvPr>
            <p:ph type="dt" sz="half" idx="10"/>
          </p:nvPr>
        </p:nvSpPr>
        <p:spPr/>
        <p:txBody>
          <a:bodyPr/>
          <a:lstStyle/>
          <a:p>
            <a:endParaRPr lang="fr-BE">
              <a:solidFill>
                <a:prstClr val="black">
                  <a:tint val="75000"/>
                </a:prstClr>
              </a:solidFill>
            </a:endParaRPr>
          </a:p>
        </p:txBody>
      </p:sp>
      <p:sp>
        <p:nvSpPr>
          <p:cNvPr id="8" name="Footer Placeholder 7"/>
          <p:cNvSpPr>
            <a:spLocks noGrp="1"/>
          </p:cNvSpPr>
          <p:nvPr>
            <p:ph type="ftr" sz="quarter" idx="11"/>
          </p:nvPr>
        </p:nvSpPr>
        <p:spPr/>
        <p:txBody>
          <a:bodyPr/>
          <a:lstStyle/>
          <a:p>
            <a:endParaRPr lang="fr-BE">
              <a:solidFill>
                <a:prstClr val="black">
                  <a:tint val="75000"/>
                </a:prstClr>
              </a:solidFill>
            </a:endParaRPr>
          </a:p>
        </p:txBody>
      </p:sp>
      <p:sp>
        <p:nvSpPr>
          <p:cNvPr id="9" name="Slide Number Placeholder 8"/>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248467999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BE"/>
          </a:p>
        </p:txBody>
      </p:sp>
      <p:sp>
        <p:nvSpPr>
          <p:cNvPr id="3" name="Date Placeholder 2"/>
          <p:cNvSpPr>
            <a:spLocks noGrp="1"/>
          </p:cNvSpPr>
          <p:nvPr>
            <p:ph type="dt" sz="half" idx="10"/>
          </p:nvPr>
        </p:nvSpPr>
        <p:spPr/>
        <p:txBody>
          <a:bodyPr/>
          <a:lstStyle/>
          <a:p>
            <a:endParaRPr lang="fr-BE">
              <a:solidFill>
                <a:prstClr val="black">
                  <a:tint val="75000"/>
                </a:prstClr>
              </a:solidFill>
            </a:endParaRPr>
          </a:p>
        </p:txBody>
      </p:sp>
      <p:sp>
        <p:nvSpPr>
          <p:cNvPr id="4" name="Footer Placeholder 3"/>
          <p:cNvSpPr>
            <a:spLocks noGrp="1"/>
          </p:cNvSpPr>
          <p:nvPr>
            <p:ph type="ftr" sz="quarter" idx="11"/>
          </p:nvPr>
        </p:nvSpPr>
        <p:spPr/>
        <p:txBody>
          <a:bodyPr/>
          <a:lstStyle/>
          <a:p>
            <a:endParaRPr lang="fr-BE">
              <a:solidFill>
                <a:prstClr val="black">
                  <a:tint val="75000"/>
                </a:prstClr>
              </a:solidFill>
            </a:endParaRPr>
          </a:p>
        </p:txBody>
      </p:sp>
      <p:sp>
        <p:nvSpPr>
          <p:cNvPr id="5" name="Slide Number Placeholder 4"/>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278770602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fr-BE">
              <a:solidFill>
                <a:prstClr val="black">
                  <a:tint val="75000"/>
                </a:prstClr>
              </a:solidFill>
            </a:endParaRPr>
          </a:p>
        </p:txBody>
      </p:sp>
      <p:sp>
        <p:nvSpPr>
          <p:cNvPr id="3" name="Footer Placeholder 2"/>
          <p:cNvSpPr>
            <a:spLocks noGrp="1"/>
          </p:cNvSpPr>
          <p:nvPr>
            <p:ph type="ftr" sz="quarter" idx="11"/>
          </p:nvPr>
        </p:nvSpPr>
        <p:spPr/>
        <p:txBody>
          <a:bodyPr/>
          <a:lstStyle/>
          <a:p>
            <a:endParaRPr lang="fr-BE">
              <a:solidFill>
                <a:prstClr val="black">
                  <a:tint val="75000"/>
                </a:prstClr>
              </a:solidFill>
            </a:endParaRPr>
          </a:p>
        </p:txBody>
      </p:sp>
      <p:sp>
        <p:nvSpPr>
          <p:cNvPr id="4" name="Slide Number Placeholder 3"/>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412331006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8" y="273201"/>
            <a:ext cx="3008313" cy="1162051"/>
          </a:xfrm>
        </p:spPr>
        <p:txBody>
          <a:bodyPr anchor="b"/>
          <a:lstStyle>
            <a:lvl1pPr algn="l">
              <a:defRPr sz="2000" b="1"/>
            </a:lvl1pPr>
          </a:lstStyle>
          <a:p>
            <a:r>
              <a:rPr lang="en-US" smtClean="0"/>
              <a:t>Click to edit Master title style</a:t>
            </a:r>
            <a:endParaRPr lang="fr-BE"/>
          </a:p>
        </p:txBody>
      </p:sp>
      <p:sp>
        <p:nvSpPr>
          <p:cNvPr id="3" name="Content Placeholder 2"/>
          <p:cNvSpPr>
            <a:spLocks noGrp="1"/>
          </p:cNvSpPr>
          <p:nvPr>
            <p:ph idx="1"/>
          </p:nvPr>
        </p:nvSpPr>
        <p:spPr>
          <a:xfrm>
            <a:off x="3575051" y="273213"/>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Text Placeholder 3"/>
          <p:cNvSpPr>
            <a:spLocks noGrp="1"/>
          </p:cNvSpPr>
          <p:nvPr>
            <p:ph type="body" sz="half" idx="2"/>
          </p:nvPr>
        </p:nvSpPr>
        <p:spPr>
          <a:xfrm>
            <a:off x="457208"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fr-BE">
              <a:solidFill>
                <a:prstClr val="black">
                  <a:tint val="75000"/>
                </a:prstClr>
              </a:solidFill>
            </a:endParaRPr>
          </a:p>
        </p:txBody>
      </p:sp>
      <p:sp>
        <p:nvSpPr>
          <p:cNvPr id="6" name="Footer Placeholder 5"/>
          <p:cNvSpPr>
            <a:spLocks noGrp="1"/>
          </p:cNvSpPr>
          <p:nvPr>
            <p:ph type="ftr" sz="quarter" idx="11"/>
          </p:nvPr>
        </p:nvSpPr>
        <p:spPr/>
        <p:txBody>
          <a:bodyPr/>
          <a:lstStyle/>
          <a:p>
            <a:endParaRPr lang="fr-BE">
              <a:solidFill>
                <a:prstClr val="black">
                  <a:tint val="75000"/>
                </a:prstClr>
              </a:solidFill>
            </a:endParaRPr>
          </a:p>
        </p:txBody>
      </p:sp>
      <p:sp>
        <p:nvSpPr>
          <p:cNvPr id="7" name="Slide Number Placeholder 6"/>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333896138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752"/>
            <a:ext cx="5486400" cy="566739"/>
          </a:xfrm>
        </p:spPr>
        <p:txBody>
          <a:bodyPr anchor="b"/>
          <a:lstStyle>
            <a:lvl1pPr algn="l">
              <a:defRPr sz="2000" b="1"/>
            </a:lvl1pPr>
          </a:lstStyle>
          <a:p>
            <a:r>
              <a:rPr lang="en-US" smtClean="0"/>
              <a:t>Click to edit Master title style</a:t>
            </a:r>
            <a:endParaRPr lang="fr-B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Text Placeholder 3"/>
          <p:cNvSpPr>
            <a:spLocks noGrp="1"/>
          </p:cNvSpPr>
          <p:nvPr>
            <p:ph type="body" sz="half" idx="2"/>
          </p:nvPr>
        </p:nvSpPr>
        <p:spPr>
          <a:xfrm>
            <a:off x="1792288" y="5367490"/>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fr-BE">
              <a:solidFill>
                <a:prstClr val="black">
                  <a:tint val="75000"/>
                </a:prstClr>
              </a:solidFill>
            </a:endParaRPr>
          </a:p>
        </p:txBody>
      </p:sp>
      <p:sp>
        <p:nvSpPr>
          <p:cNvPr id="6" name="Footer Placeholder 5"/>
          <p:cNvSpPr>
            <a:spLocks noGrp="1"/>
          </p:cNvSpPr>
          <p:nvPr>
            <p:ph type="ftr" sz="quarter" idx="11"/>
          </p:nvPr>
        </p:nvSpPr>
        <p:spPr/>
        <p:txBody>
          <a:bodyPr/>
          <a:lstStyle/>
          <a:p>
            <a:endParaRPr lang="fr-BE">
              <a:solidFill>
                <a:prstClr val="black">
                  <a:tint val="75000"/>
                </a:prstClr>
              </a:solidFill>
            </a:endParaRPr>
          </a:p>
        </p:txBody>
      </p:sp>
      <p:sp>
        <p:nvSpPr>
          <p:cNvPr id="7" name="Slide Number Placeholder 6"/>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31481842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B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Date Placeholder 3"/>
          <p:cNvSpPr>
            <a:spLocks noGrp="1"/>
          </p:cNvSpPr>
          <p:nvPr>
            <p:ph type="dt" sz="half" idx="10"/>
          </p:nvPr>
        </p:nvSpPr>
        <p:spPr/>
        <p:txBody>
          <a:bodyPr/>
          <a:lstStyle/>
          <a:p>
            <a:endParaRPr lang="fr-BE">
              <a:solidFill>
                <a:prstClr val="black">
                  <a:tint val="75000"/>
                </a:prstClr>
              </a:solidFill>
            </a:endParaRPr>
          </a:p>
        </p:txBody>
      </p:sp>
      <p:sp>
        <p:nvSpPr>
          <p:cNvPr id="5" name="Footer Placeholder 4"/>
          <p:cNvSpPr>
            <a:spLocks noGrp="1"/>
          </p:cNvSpPr>
          <p:nvPr>
            <p:ph type="ftr" sz="quarter" idx="11"/>
          </p:nvPr>
        </p:nvSpPr>
        <p:spPr/>
        <p:txBody>
          <a:bodyPr/>
          <a:lstStyle/>
          <a:p>
            <a:endParaRPr lang="fr-BE">
              <a:solidFill>
                <a:prstClr val="black">
                  <a:tint val="75000"/>
                </a:prstClr>
              </a:solidFill>
            </a:endParaRPr>
          </a:p>
        </p:txBody>
      </p:sp>
      <p:sp>
        <p:nvSpPr>
          <p:cNvPr id="6" name="Slide Number Placeholder 5"/>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351333479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800"/>
            <a:ext cx="2057400" cy="5851525"/>
          </a:xfrm>
        </p:spPr>
        <p:txBody>
          <a:bodyPr vert="eaVert"/>
          <a:lstStyle/>
          <a:p>
            <a:r>
              <a:rPr lang="en-US" smtClean="0"/>
              <a:t>Click to edit Master title style</a:t>
            </a:r>
            <a:endParaRPr lang="fr-BE"/>
          </a:p>
        </p:txBody>
      </p:sp>
      <p:sp>
        <p:nvSpPr>
          <p:cNvPr id="3" name="Vertical Text Placeholder 2"/>
          <p:cNvSpPr>
            <a:spLocks noGrp="1"/>
          </p:cNvSpPr>
          <p:nvPr>
            <p:ph type="body" orient="vert" idx="1"/>
          </p:nvPr>
        </p:nvSpPr>
        <p:spPr>
          <a:xfrm>
            <a:off x="457200" y="2748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Date Placeholder 3"/>
          <p:cNvSpPr>
            <a:spLocks noGrp="1"/>
          </p:cNvSpPr>
          <p:nvPr>
            <p:ph type="dt" sz="half" idx="10"/>
          </p:nvPr>
        </p:nvSpPr>
        <p:spPr/>
        <p:txBody>
          <a:bodyPr/>
          <a:lstStyle/>
          <a:p>
            <a:endParaRPr lang="fr-BE">
              <a:solidFill>
                <a:prstClr val="black">
                  <a:tint val="75000"/>
                </a:prstClr>
              </a:solidFill>
            </a:endParaRPr>
          </a:p>
        </p:txBody>
      </p:sp>
      <p:sp>
        <p:nvSpPr>
          <p:cNvPr id="5" name="Footer Placeholder 4"/>
          <p:cNvSpPr>
            <a:spLocks noGrp="1"/>
          </p:cNvSpPr>
          <p:nvPr>
            <p:ph type="ftr" sz="quarter" idx="11"/>
          </p:nvPr>
        </p:nvSpPr>
        <p:spPr/>
        <p:txBody>
          <a:bodyPr/>
          <a:lstStyle/>
          <a:p>
            <a:endParaRPr lang="fr-BE">
              <a:solidFill>
                <a:prstClr val="black">
                  <a:tint val="75000"/>
                </a:prstClr>
              </a:solidFill>
            </a:endParaRPr>
          </a:p>
        </p:txBody>
      </p:sp>
      <p:sp>
        <p:nvSpPr>
          <p:cNvPr id="6" name="Slide Number Placeholder 5"/>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295066357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589"/>
            <a:ext cx="7772400" cy="1470025"/>
          </a:xfrm>
        </p:spPr>
        <p:txBody>
          <a:bodyPr/>
          <a:lstStyle/>
          <a:p>
            <a:r>
              <a:rPr lang="en-US" smtClean="0"/>
              <a:t>Click to edit Master title style</a:t>
            </a:r>
            <a:endParaRPr lang="fr-B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BE"/>
          </a:p>
        </p:txBody>
      </p:sp>
      <p:sp>
        <p:nvSpPr>
          <p:cNvPr id="4" name="Date Placeholder 3"/>
          <p:cNvSpPr>
            <a:spLocks noGrp="1"/>
          </p:cNvSpPr>
          <p:nvPr>
            <p:ph type="dt" sz="half" idx="10"/>
          </p:nvPr>
        </p:nvSpPr>
        <p:spPr/>
        <p:txBody>
          <a:bodyPr/>
          <a:lstStyle/>
          <a:p>
            <a:endParaRPr lang="fr-BE">
              <a:solidFill>
                <a:prstClr val="black">
                  <a:tint val="75000"/>
                </a:prstClr>
              </a:solidFill>
            </a:endParaRPr>
          </a:p>
        </p:txBody>
      </p:sp>
      <p:sp>
        <p:nvSpPr>
          <p:cNvPr id="5" name="Footer Placeholder 4"/>
          <p:cNvSpPr>
            <a:spLocks noGrp="1"/>
          </p:cNvSpPr>
          <p:nvPr>
            <p:ph type="ftr" sz="quarter" idx="11"/>
          </p:nvPr>
        </p:nvSpPr>
        <p:spPr/>
        <p:txBody>
          <a:bodyPr/>
          <a:lstStyle/>
          <a:p>
            <a:endParaRPr lang="fr-BE">
              <a:solidFill>
                <a:prstClr val="black">
                  <a:tint val="75000"/>
                </a:prstClr>
              </a:solidFill>
            </a:endParaRPr>
          </a:p>
        </p:txBody>
      </p:sp>
      <p:sp>
        <p:nvSpPr>
          <p:cNvPr id="6" name="Slide Number Placeholder 5"/>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422544827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BE"/>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Date Placeholder 3"/>
          <p:cNvSpPr>
            <a:spLocks noGrp="1"/>
          </p:cNvSpPr>
          <p:nvPr>
            <p:ph type="dt" sz="half" idx="10"/>
          </p:nvPr>
        </p:nvSpPr>
        <p:spPr/>
        <p:txBody>
          <a:bodyPr/>
          <a:lstStyle/>
          <a:p>
            <a:endParaRPr lang="fr-BE">
              <a:solidFill>
                <a:prstClr val="black">
                  <a:tint val="75000"/>
                </a:prstClr>
              </a:solidFill>
            </a:endParaRPr>
          </a:p>
        </p:txBody>
      </p:sp>
      <p:sp>
        <p:nvSpPr>
          <p:cNvPr id="5" name="Footer Placeholder 4"/>
          <p:cNvSpPr>
            <a:spLocks noGrp="1"/>
          </p:cNvSpPr>
          <p:nvPr>
            <p:ph type="ftr" sz="quarter" idx="11"/>
          </p:nvPr>
        </p:nvSpPr>
        <p:spPr/>
        <p:txBody>
          <a:bodyPr/>
          <a:lstStyle/>
          <a:p>
            <a:endParaRPr lang="fr-BE">
              <a:solidFill>
                <a:prstClr val="black">
                  <a:tint val="75000"/>
                </a:prstClr>
              </a:solidFill>
            </a:endParaRPr>
          </a:p>
        </p:txBody>
      </p:sp>
      <p:sp>
        <p:nvSpPr>
          <p:cNvPr id="6" name="Slide Number Placeholder 5"/>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207474529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7063"/>
            <a:ext cx="7772400" cy="1362075"/>
          </a:xfrm>
        </p:spPr>
        <p:txBody>
          <a:bodyPr anchor="t"/>
          <a:lstStyle>
            <a:lvl1pPr algn="l">
              <a:defRPr sz="4000" b="1" cap="all"/>
            </a:lvl1pPr>
          </a:lstStyle>
          <a:p>
            <a:r>
              <a:rPr lang="en-US" smtClean="0"/>
              <a:t>Click to edit Master title style</a:t>
            </a:r>
            <a:endParaRPr lang="fr-B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fr-BE">
              <a:solidFill>
                <a:prstClr val="black">
                  <a:tint val="75000"/>
                </a:prstClr>
              </a:solidFill>
            </a:endParaRPr>
          </a:p>
        </p:txBody>
      </p:sp>
      <p:sp>
        <p:nvSpPr>
          <p:cNvPr id="5" name="Footer Placeholder 4"/>
          <p:cNvSpPr>
            <a:spLocks noGrp="1"/>
          </p:cNvSpPr>
          <p:nvPr>
            <p:ph type="ftr" sz="quarter" idx="11"/>
          </p:nvPr>
        </p:nvSpPr>
        <p:spPr/>
        <p:txBody>
          <a:bodyPr/>
          <a:lstStyle/>
          <a:p>
            <a:endParaRPr lang="fr-BE">
              <a:solidFill>
                <a:prstClr val="black">
                  <a:tint val="75000"/>
                </a:prstClr>
              </a:solidFill>
            </a:endParaRPr>
          </a:p>
        </p:txBody>
      </p:sp>
      <p:sp>
        <p:nvSpPr>
          <p:cNvPr id="6" name="Slide Number Placeholder 5"/>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355223881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BE"/>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5" name="Date Placeholder 4"/>
          <p:cNvSpPr>
            <a:spLocks noGrp="1"/>
          </p:cNvSpPr>
          <p:nvPr>
            <p:ph type="dt" sz="half" idx="10"/>
          </p:nvPr>
        </p:nvSpPr>
        <p:spPr/>
        <p:txBody>
          <a:bodyPr/>
          <a:lstStyle/>
          <a:p>
            <a:endParaRPr lang="fr-BE">
              <a:solidFill>
                <a:prstClr val="black">
                  <a:tint val="75000"/>
                </a:prstClr>
              </a:solidFill>
            </a:endParaRPr>
          </a:p>
        </p:txBody>
      </p:sp>
      <p:sp>
        <p:nvSpPr>
          <p:cNvPr id="6" name="Footer Placeholder 5"/>
          <p:cNvSpPr>
            <a:spLocks noGrp="1"/>
          </p:cNvSpPr>
          <p:nvPr>
            <p:ph type="ftr" sz="quarter" idx="11"/>
          </p:nvPr>
        </p:nvSpPr>
        <p:spPr/>
        <p:txBody>
          <a:bodyPr/>
          <a:lstStyle/>
          <a:p>
            <a:endParaRPr lang="fr-BE">
              <a:solidFill>
                <a:prstClr val="black">
                  <a:tint val="75000"/>
                </a:prstClr>
              </a:solidFill>
            </a:endParaRPr>
          </a:p>
        </p:txBody>
      </p:sp>
      <p:sp>
        <p:nvSpPr>
          <p:cNvPr id="7" name="Slide Number Placeholder 6"/>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408577645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fr-BE"/>
          </a:p>
        </p:txBody>
      </p:sp>
      <p:sp>
        <p:nvSpPr>
          <p:cNvPr id="3" name="Text Placeholder 2"/>
          <p:cNvSpPr>
            <a:spLocks noGrp="1"/>
          </p:cNvSpPr>
          <p:nvPr>
            <p:ph type="body" idx="1"/>
          </p:nvPr>
        </p:nvSpPr>
        <p:spPr>
          <a:xfrm>
            <a:off x="457200" y="1535117"/>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5" name="Text Placeholder 4"/>
          <p:cNvSpPr>
            <a:spLocks noGrp="1"/>
          </p:cNvSpPr>
          <p:nvPr>
            <p:ph type="body" sz="quarter" idx="3"/>
          </p:nvPr>
        </p:nvSpPr>
        <p:spPr>
          <a:xfrm>
            <a:off x="4645031" y="1535117"/>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1"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7" name="Date Placeholder 6"/>
          <p:cNvSpPr>
            <a:spLocks noGrp="1"/>
          </p:cNvSpPr>
          <p:nvPr>
            <p:ph type="dt" sz="half" idx="10"/>
          </p:nvPr>
        </p:nvSpPr>
        <p:spPr/>
        <p:txBody>
          <a:bodyPr/>
          <a:lstStyle/>
          <a:p>
            <a:endParaRPr lang="fr-BE">
              <a:solidFill>
                <a:prstClr val="black">
                  <a:tint val="75000"/>
                </a:prstClr>
              </a:solidFill>
            </a:endParaRPr>
          </a:p>
        </p:txBody>
      </p:sp>
      <p:sp>
        <p:nvSpPr>
          <p:cNvPr id="8" name="Footer Placeholder 7"/>
          <p:cNvSpPr>
            <a:spLocks noGrp="1"/>
          </p:cNvSpPr>
          <p:nvPr>
            <p:ph type="ftr" sz="quarter" idx="11"/>
          </p:nvPr>
        </p:nvSpPr>
        <p:spPr/>
        <p:txBody>
          <a:bodyPr/>
          <a:lstStyle/>
          <a:p>
            <a:endParaRPr lang="fr-BE">
              <a:solidFill>
                <a:prstClr val="black">
                  <a:tint val="75000"/>
                </a:prstClr>
              </a:solidFill>
            </a:endParaRPr>
          </a:p>
        </p:txBody>
      </p:sp>
      <p:sp>
        <p:nvSpPr>
          <p:cNvPr id="9" name="Slide Number Placeholder 8"/>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402696858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BE"/>
          </a:p>
        </p:txBody>
      </p:sp>
      <p:sp>
        <p:nvSpPr>
          <p:cNvPr id="3" name="Date Placeholder 2"/>
          <p:cNvSpPr>
            <a:spLocks noGrp="1"/>
          </p:cNvSpPr>
          <p:nvPr>
            <p:ph type="dt" sz="half" idx="10"/>
          </p:nvPr>
        </p:nvSpPr>
        <p:spPr/>
        <p:txBody>
          <a:bodyPr/>
          <a:lstStyle/>
          <a:p>
            <a:endParaRPr lang="fr-BE">
              <a:solidFill>
                <a:prstClr val="black">
                  <a:tint val="75000"/>
                </a:prstClr>
              </a:solidFill>
            </a:endParaRPr>
          </a:p>
        </p:txBody>
      </p:sp>
      <p:sp>
        <p:nvSpPr>
          <p:cNvPr id="4" name="Footer Placeholder 3"/>
          <p:cNvSpPr>
            <a:spLocks noGrp="1"/>
          </p:cNvSpPr>
          <p:nvPr>
            <p:ph type="ftr" sz="quarter" idx="11"/>
          </p:nvPr>
        </p:nvSpPr>
        <p:spPr/>
        <p:txBody>
          <a:bodyPr/>
          <a:lstStyle/>
          <a:p>
            <a:endParaRPr lang="fr-BE">
              <a:solidFill>
                <a:prstClr val="black">
                  <a:tint val="75000"/>
                </a:prstClr>
              </a:solidFill>
            </a:endParaRPr>
          </a:p>
        </p:txBody>
      </p:sp>
      <p:sp>
        <p:nvSpPr>
          <p:cNvPr id="5" name="Slide Number Placeholder 4"/>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282281315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fr-BE">
              <a:solidFill>
                <a:prstClr val="black">
                  <a:tint val="75000"/>
                </a:prstClr>
              </a:solidFill>
            </a:endParaRPr>
          </a:p>
        </p:txBody>
      </p:sp>
      <p:sp>
        <p:nvSpPr>
          <p:cNvPr id="3" name="Footer Placeholder 2"/>
          <p:cNvSpPr>
            <a:spLocks noGrp="1"/>
          </p:cNvSpPr>
          <p:nvPr>
            <p:ph type="ftr" sz="quarter" idx="11"/>
          </p:nvPr>
        </p:nvSpPr>
        <p:spPr/>
        <p:txBody>
          <a:bodyPr/>
          <a:lstStyle/>
          <a:p>
            <a:endParaRPr lang="fr-BE">
              <a:solidFill>
                <a:prstClr val="black">
                  <a:tint val="75000"/>
                </a:prstClr>
              </a:solidFill>
            </a:endParaRPr>
          </a:p>
        </p:txBody>
      </p:sp>
      <p:sp>
        <p:nvSpPr>
          <p:cNvPr id="4" name="Slide Number Placeholder 3"/>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358998476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8" y="273201"/>
            <a:ext cx="3008313" cy="1162051"/>
          </a:xfrm>
        </p:spPr>
        <p:txBody>
          <a:bodyPr anchor="b"/>
          <a:lstStyle>
            <a:lvl1pPr algn="l">
              <a:defRPr sz="2000" b="1"/>
            </a:lvl1pPr>
          </a:lstStyle>
          <a:p>
            <a:r>
              <a:rPr lang="en-US" smtClean="0"/>
              <a:t>Click to edit Master title style</a:t>
            </a:r>
            <a:endParaRPr lang="fr-BE"/>
          </a:p>
        </p:txBody>
      </p:sp>
      <p:sp>
        <p:nvSpPr>
          <p:cNvPr id="3" name="Content Placeholder 2"/>
          <p:cNvSpPr>
            <a:spLocks noGrp="1"/>
          </p:cNvSpPr>
          <p:nvPr>
            <p:ph idx="1"/>
          </p:nvPr>
        </p:nvSpPr>
        <p:spPr>
          <a:xfrm>
            <a:off x="3575051" y="273213"/>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Text Placeholder 3"/>
          <p:cNvSpPr>
            <a:spLocks noGrp="1"/>
          </p:cNvSpPr>
          <p:nvPr>
            <p:ph type="body" sz="half" idx="2"/>
          </p:nvPr>
        </p:nvSpPr>
        <p:spPr>
          <a:xfrm>
            <a:off x="457208"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fr-BE">
              <a:solidFill>
                <a:prstClr val="black">
                  <a:tint val="75000"/>
                </a:prstClr>
              </a:solidFill>
            </a:endParaRPr>
          </a:p>
        </p:txBody>
      </p:sp>
      <p:sp>
        <p:nvSpPr>
          <p:cNvPr id="6" name="Footer Placeholder 5"/>
          <p:cNvSpPr>
            <a:spLocks noGrp="1"/>
          </p:cNvSpPr>
          <p:nvPr>
            <p:ph type="ftr" sz="quarter" idx="11"/>
          </p:nvPr>
        </p:nvSpPr>
        <p:spPr/>
        <p:txBody>
          <a:bodyPr/>
          <a:lstStyle/>
          <a:p>
            <a:endParaRPr lang="fr-BE">
              <a:solidFill>
                <a:prstClr val="black">
                  <a:tint val="75000"/>
                </a:prstClr>
              </a:solidFill>
            </a:endParaRPr>
          </a:p>
        </p:txBody>
      </p:sp>
      <p:sp>
        <p:nvSpPr>
          <p:cNvPr id="7" name="Slide Number Placeholder 6"/>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28942046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752"/>
            <a:ext cx="5486400" cy="566739"/>
          </a:xfrm>
        </p:spPr>
        <p:txBody>
          <a:bodyPr anchor="b"/>
          <a:lstStyle>
            <a:lvl1pPr algn="l">
              <a:defRPr sz="2000" b="1"/>
            </a:lvl1pPr>
          </a:lstStyle>
          <a:p>
            <a:r>
              <a:rPr lang="en-US" smtClean="0"/>
              <a:t>Click to edit Master title style</a:t>
            </a:r>
            <a:endParaRPr lang="fr-B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Text Placeholder 3"/>
          <p:cNvSpPr>
            <a:spLocks noGrp="1"/>
          </p:cNvSpPr>
          <p:nvPr>
            <p:ph type="body" sz="half" idx="2"/>
          </p:nvPr>
        </p:nvSpPr>
        <p:spPr>
          <a:xfrm>
            <a:off x="1792288" y="5367490"/>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fr-BE">
              <a:solidFill>
                <a:prstClr val="black">
                  <a:tint val="75000"/>
                </a:prstClr>
              </a:solidFill>
            </a:endParaRPr>
          </a:p>
        </p:txBody>
      </p:sp>
      <p:sp>
        <p:nvSpPr>
          <p:cNvPr id="6" name="Footer Placeholder 5"/>
          <p:cNvSpPr>
            <a:spLocks noGrp="1"/>
          </p:cNvSpPr>
          <p:nvPr>
            <p:ph type="ftr" sz="quarter" idx="11"/>
          </p:nvPr>
        </p:nvSpPr>
        <p:spPr/>
        <p:txBody>
          <a:bodyPr/>
          <a:lstStyle/>
          <a:p>
            <a:endParaRPr lang="fr-BE">
              <a:solidFill>
                <a:prstClr val="black">
                  <a:tint val="75000"/>
                </a:prstClr>
              </a:solidFill>
            </a:endParaRPr>
          </a:p>
        </p:txBody>
      </p:sp>
      <p:sp>
        <p:nvSpPr>
          <p:cNvPr id="7" name="Slide Number Placeholder 6"/>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4068661096"/>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B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Date Placeholder 3"/>
          <p:cNvSpPr>
            <a:spLocks noGrp="1"/>
          </p:cNvSpPr>
          <p:nvPr>
            <p:ph type="dt" sz="half" idx="10"/>
          </p:nvPr>
        </p:nvSpPr>
        <p:spPr/>
        <p:txBody>
          <a:bodyPr/>
          <a:lstStyle/>
          <a:p>
            <a:endParaRPr lang="fr-BE">
              <a:solidFill>
                <a:prstClr val="black">
                  <a:tint val="75000"/>
                </a:prstClr>
              </a:solidFill>
            </a:endParaRPr>
          </a:p>
        </p:txBody>
      </p:sp>
      <p:sp>
        <p:nvSpPr>
          <p:cNvPr id="5" name="Footer Placeholder 4"/>
          <p:cNvSpPr>
            <a:spLocks noGrp="1"/>
          </p:cNvSpPr>
          <p:nvPr>
            <p:ph type="ftr" sz="quarter" idx="11"/>
          </p:nvPr>
        </p:nvSpPr>
        <p:spPr/>
        <p:txBody>
          <a:bodyPr/>
          <a:lstStyle/>
          <a:p>
            <a:endParaRPr lang="fr-BE">
              <a:solidFill>
                <a:prstClr val="black">
                  <a:tint val="75000"/>
                </a:prstClr>
              </a:solidFill>
            </a:endParaRPr>
          </a:p>
        </p:txBody>
      </p:sp>
      <p:sp>
        <p:nvSpPr>
          <p:cNvPr id="6" name="Slide Number Placeholder 5"/>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30492032"/>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800"/>
            <a:ext cx="2057400" cy="5851525"/>
          </a:xfrm>
        </p:spPr>
        <p:txBody>
          <a:bodyPr vert="eaVert"/>
          <a:lstStyle/>
          <a:p>
            <a:r>
              <a:rPr lang="en-US" smtClean="0"/>
              <a:t>Click to edit Master title style</a:t>
            </a:r>
            <a:endParaRPr lang="fr-BE"/>
          </a:p>
        </p:txBody>
      </p:sp>
      <p:sp>
        <p:nvSpPr>
          <p:cNvPr id="3" name="Vertical Text Placeholder 2"/>
          <p:cNvSpPr>
            <a:spLocks noGrp="1"/>
          </p:cNvSpPr>
          <p:nvPr>
            <p:ph type="body" orient="vert" idx="1"/>
          </p:nvPr>
        </p:nvSpPr>
        <p:spPr>
          <a:xfrm>
            <a:off x="457200" y="2748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Date Placeholder 3"/>
          <p:cNvSpPr>
            <a:spLocks noGrp="1"/>
          </p:cNvSpPr>
          <p:nvPr>
            <p:ph type="dt" sz="half" idx="10"/>
          </p:nvPr>
        </p:nvSpPr>
        <p:spPr/>
        <p:txBody>
          <a:bodyPr/>
          <a:lstStyle/>
          <a:p>
            <a:endParaRPr lang="fr-BE">
              <a:solidFill>
                <a:prstClr val="black">
                  <a:tint val="75000"/>
                </a:prstClr>
              </a:solidFill>
            </a:endParaRPr>
          </a:p>
        </p:txBody>
      </p:sp>
      <p:sp>
        <p:nvSpPr>
          <p:cNvPr id="5" name="Footer Placeholder 4"/>
          <p:cNvSpPr>
            <a:spLocks noGrp="1"/>
          </p:cNvSpPr>
          <p:nvPr>
            <p:ph type="ftr" sz="quarter" idx="11"/>
          </p:nvPr>
        </p:nvSpPr>
        <p:spPr/>
        <p:txBody>
          <a:bodyPr/>
          <a:lstStyle/>
          <a:p>
            <a:endParaRPr lang="fr-BE">
              <a:solidFill>
                <a:prstClr val="black">
                  <a:tint val="75000"/>
                </a:prstClr>
              </a:solidFill>
            </a:endParaRPr>
          </a:p>
        </p:txBody>
      </p:sp>
      <p:sp>
        <p:nvSpPr>
          <p:cNvPr id="6" name="Slide Number Placeholder 5"/>
          <p:cNvSpPr>
            <a:spLocks noGrp="1"/>
          </p:cNvSpPr>
          <p:nvPr>
            <p:ph type="sldNum" sz="quarter" idx="12"/>
          </p:nvPr>
        </p:nvSpPr>
        <p:spPr/>
        <p:txBody>
          <a:body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414986306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lgn="ctr">
              <a:defRPr sz="4000">
                <a:solidFill>
                  <a:schemeClr val="accent1">
                    <a:lumMod val="50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accent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98506582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563072" cy="850106"/>
          </a:xfrm>
        </p:spPr>
        <p:txBody>
          <a:bodyPr/>
          <a:lstStyle>
            <a:lvl1pPr algn="l">
              <a:defRPr sz="3600">
                <a:solidFill>
                  <a:schemeClr val="accent1">
                    <a:lumMod val="50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1">
                    <a:lumMod val="50000"/>
                  </a:schemeClr>
                </a:solidFill>
              </a:defRPr>
            </a:lvl1pPr>
            <a:lvl2pPr>
              <a:defRPr>
                <a:solidFill>
                  <a:schemeClr val="accent1">
                    <a:lumMod val="50000"/>
                  </a:schemeClr>
                </a:solidFill>
              </a:defRPr>
            </a:lvl2pPr>
            <a:lvl3pP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a:xfrm>
            <a:off x="4979086" y="6356350"/>
            <a:ext cx="895611" cy="365125"/>
          </a:xfrm>
        </p:spPr>
        <p:txBody>
          <a:bodyPr/>
          <a:lstStyle>
            <a:lvl1pPr>
              <a:defRPr/>
            </a:lvl1pPr>
          </a:lstStyle>
          <a:p>
            <a:endParaRPr lang="en-US" dirty="0"/>
          </a:p>
        </p:txBody>
      </p:sp>
      <p:sp>
        <p:nvSpPr>
          <p:cNvPr id="6" name="Footer Placeholder 4"/>
          <p:cNvSpPr>
            <a:spLocks noGrp="1"/>
          </p:cNvSpPr>
          <p:nvPr>
            <p:ph type="ftr" sz="quarter" idx="11"/>
          </p:nvPr>
        </p:nvSpPr>
        <p:spPr>
          <a:xfrm>
            <a:off x="5924806" y="6356350"/>
            <a:ext cx="2011471" cy="365125"/>
          </a:xfrm>
        </p:spPr>
        <p:txBody>
          <a:bodyPr/>
          <a:lstStyle>
            <a:lvl1pPr>
              <a:defRPr/>
            </a:lvl1pPr>
          </a:lstStyle>
          <a:p>
            <a:endParaRPr lang="en-US" dirty="0"/>
          </a:p>
        </p:txBody>
      </p:sp>
      <p:sp>
        <p:nvSpPr>
          <p:cNvPr id="7" name="Slide Number Placeholder 5"/>
          <p:cNvSpPr>
            <a:spLocks noGrp="1"/>
          </p:cNvSpPr>
          <p:nvPr>
            <p:ph type="sldNum" sz="quarter" idx="12"/>
          </p:nvPr>
        </p:nvSpPr>
        <p:spPr>
          <a:xfrm>
            <a:off x="7966552" y="6356350"/>
            <a:ext cx="720247" cy="365125"/>
          </a:xfrm>
        </p:spPr>
        <p:txBody>
          <a:bodyPr/>
          <a:lstStyle>
            <a:lvl1pPr>
              <a:defRPr/>
            </a:lvl1pPr>
          </a:lstStyle>
          <a:p>
            <a:fld id="{200EDBD7-AA30-4D91-9CF7-BA2D0A3BF1F8}" type="slidenum">
              <a:rPr lang="en-US"/>
              <a:pPr/>
              <a:t>‹#›</a:t>
            </a:fld>
            <a:endParaRPr lang="en-US" dirty="0"/>
          </a:p>
        </p:txBody>
      </p:sp>
      <p:cxnSp>
        <p:nvCxnSpPr>
          <p:cNvPr id="8" name="Straight Connector 7"/>
          <p:cNvCxnSpPr/>
          <p:nvPr userDrawn="1"/>
        </p:nvCxnSpPr>
        <p:spPr>
          <a:xfrm>
            <a:off x="395536" y="1124744"/>
            <a:ext cx="727280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0139999"/>
      </p:ext>
    </p:extLst>
  </p:cSld>
  <p:clrMapOvr>
    <a:masterClrMapping/>
  </p:clrMapOvr>
  <p:timing>
    <p:tnLst>
      <p:par>
        <p:cTn id="1" dur="indefinite" restart="never" nodeType="tmRoot"/>
      </p:par>
    </p:tnLst>
  </p:timing>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12775" y="1600200"/>
            <a:ext cx="4000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5675" y="1600200"/>
            <a:ext cx="4000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0EFDB045-93DD-4C96-9B6A-86C4A6273E8B}" type="slidenum">
              <a:rPr lang="en-US"/>
              <a:pPr/>
              <a:t>‹#›</a:t>
            </a:fld>
            <a:endParaRPr lang="en-US"/>
          </a:p>
        </p:txBody>
      </p:sp>
    </p:spTree>
    <p:extLst>
      <p:ext uri="{BB962C8B-B14F-4D97-AF65-F5344CB8AC3E}">
        <p14:creationId xmlns:p14="http://schemas.microsoft.com/office/powerpoint/2010/main" val="211415778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wmf"/><Relationship Id="rId2" Type="http://schemas.openxmlformats.org/officeDocument/2006/relationships/vmlDrawing" Target="../drawings/vmlDrawing1.vml"/><Relationship Id="rId1" Type="http://schemas.openxmlformats.org/officeDocument/2006/relationships/theme" Target="../theme/theme2.xml"/><Relationship Id="rId6" Type="http://schemas.openxmlformats.org/officeDocument/2006/relationships/image" Target="../media/image1.png"/><Relationship Id="rId5" Type="http://schemas.openxmlformats.org/officeDocument/2006/relationships/oleObject" Target="../embeddings/oleObject1.bin"/><Relationship Id="rId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wmf"/><Relationship Id="rId2" Type="http://schemas.openxmlformats.org/officeDocument/2006/relationships/vmlDrawing" Target="../drawings/vmlDrawing2.vml"/><Relationship Id="rId1" Type="http://schemas.openxmlformats.org/officeDocument/2006/relationships/theme" Target="../theme/theme3.xml"/><Relationship Id="rId6" Type="http://schemas.openxmlformats.org/officeDocument/2006/relationships/image" Target="../media/image1.png"/><Relationship Id="rId5" Type="http://schemas.openxmlformats.org/officeDocument/2006/relationships/oleObject" Target="../embeddings/oleObject2.bin"/><Relationship Id="rId4" Type="http://schemas.openxmlformats.org/officeDocument/2006/relationships/image" Target="../media/image3.jpe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image" Target="../media/image2.jpe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vmlDrawing" Target="../drawings/vmlDrawing3.vml"/><Relationship Id="rId11" Type="http://schemas.openxmlformats.org/officeDocument/2006/relationships/image" Target="../media/image4.wmf"/><Relationship Id="rId5" Type="http://schemas.openxmlformats.org/officeDocument/2006/relationships/theme" Target="../theme/theme4.xml"/><Relationship Id="rId10" Type="http://schemas.openxmlformats.org/officeDocument/2006/relationships/image" Target="../media/image1.png"/><Relationship Id="rId4" Type="http://schemas.openxmlformats.org/officeDocument/2006/relationships/slideLayout" Target="../slideLayouts/slideLayout15.xml"/><Relationship Id="rId9" Type="http://schemas.openxmlformats.org/officeDocument/2006/relationships/oleObject" Target="../embeddings/oleObject3.bin"/></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heme" Target="../theme/theme5.xml"/><Relationship Id="rId7" Type="http://schemas.openxmlformats.org/officeDocument/2006/relationships/oleObject" Target="../embeddings/oleObject4.bin"/><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vmlDrawing" Target="../drawings/vmlDrawing4.vml"/><Relationship Id="rId9" Type="http://schemas.openxmlformats.org/officeDocument/2006/relationships/image" Target="../media/image4.wmf"/></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wmf"/><Relationship Id="rId2" Type="http://schemas.openxmlformats.org/officeDocument/2006/relationships/vmlDrawing" Target="../drawings/vmlDrawing5.vml"/><Relationship Id="rId1" Type="http://schemas.openxmlformats.org/officeDocument/2006/relationships/theme" Target="../theme/theme6.xml"/><Relationship Id="rId6" Type="http://schemas.openxmlformats.org/officeDocument/2006/relationships/image" Target="../media/image1.png"/><Relationship Id="rId5" Type="http://schemas.openxmlformats.org/officeDocument/2006/relationships/oleObject" Target="../embeddings/oleObject5.bin"/><Relationship Id="rId4" Type="http://schemas.openxmlformats.org/officeDocument/2006/relationships/image" Target="../media/image3.jpeg"/></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vmlDrawing" Target="../drawings/vmlDrawing6.vml"/><Relationship Id="rId7"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18.xml"/><Relationship Id="rId6" Type="http://schemas.openxmlformats.org/officeDocument/2006/relationships/oleObject" Target="../embeddings/oleObject6.bin"/><Relationship Id="rId5" Type="http://schemas.openxmlformats.org/officeDocument/2006/relationships/image" Target="../media/image3.jpeg"/><Relationship Id="rId4" Type="http://schemas.openxmlformats.org/officeDocument/2006/relationships/image" Target="../media/image2.jpe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wmf"/><Relationship Id="rId2" Type="http://schemas.openxmlformats.org/officeDocument/2006/relationships/vmlDrawing" Target="../drawings/vmlDrawing7.vml"/><Relationship Id="rId1" Type="http://schemas.openxmlformats.org/officeDocument/2006/relationships/theme" Target="../theme/theme8.xml"/><Relationship Id="rId6" Type="http://schemas.openxmlformats.org/officeDocument/2006/relationships/image" Target="../media/image1.png"/><Relationship Id="rId5" Type="http://schemas.openxmlformats.org/officeDocument/2006/relationships/oleObject" Target="../embeddings/oleObject7.bin"/><Relationship Id="rId4" Type="http://schemas.openxmlformats.org/officeDocument/2006/relationships/image" Target="../media/image3.jpe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wmf"/><Relationship Id="rId2" Type="http://schemas.openxmlformats.org/officeDocument/2006/relationships/vmlDrawing" Target="../drawings/vmlDrawing8.vml"/><Relationship Id="rId1" Type="http://schemas.openxmlformats.org/officeDocument/2006/relationships/theme" Target="../theme/theme9.xml"/><Relationship Id="rId6" Type="http://schemas.openxmlformats.org/officeDocument/2006/relationships/image" Target="../media/image1.png"/><Relationship Id="rId5" Type="http://schemas.openxmlformats.org/officeDocument/2006/relationships/oleObject" Target="../embeddings/oleObject8.bin"/><Relationship Id="rId4" Type="http://schemas.openxmlformats.org/officeDocument/2006/relationships/image" Target="../media/image3.jpeg"/></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vmlDrawing" Target="../drawings/vmlDrawing9.vml"/><Relationship Id="rId7" Type="http://schemas.openxmlformats.org/officeDocument/2006/relationships/image" Target="../media/image1.png"/><Relationship Id="rId2" Type="http://schemas.openxmlformats.org/officeDocument/2006/relationships/theme" Target="../theme/theme10.xml"/><Relationship Id="rId1" Type="http://schemas.openxmlformats.org/officeDocument/2006/relationships/slideLayout" Target="../slideLayouts/slideLayout19.xml"/><Relationship Id="rId6" Type="http://schemas.openxmlformats.org/officeDocument/2006/relationships/oleObject" Target="../embeddings/oleObject9.bin"/><Relationship Id="rId5" Type="http://schemas.openxmlformats.org/officeDocument/2006/relationships/image" Target="../media/image3.jpeg"/><Relationship Id="rId4" Type="http://schemas.openxmlformats.org/officeDocument/2006/relationships/image" Target="../media/image2.jpe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image" Target="../media/image3.jpeg"/><Relationship Id="rId18" Type="http://schemas.openxmlformats.org/officeDocument/2006/relationships/oleObject" Target="../embeddings/oleObject11.bin"/><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vmlDrawing" Target="../drawings/vmlDrawing10.vml"/><Relationship Id="rId17" Type="http://schemas.openxmlformats.org/officeDocument/2006/relationships/image" Target="../media/image6.jpeg"/><Relationship Id="rId2" Type="http://schemas.openxmlformats.org/officeDocument/2006/relationships/slideLayout" Target="../slideLayouts/slideLayout21.xml"/><Relationship Id="rId16" Type="http://schemas.openxmlformats.org/officeDocument/2006/relationships/image" Target="../media/image4.wmf"/><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11.xml"/><Relationship Id="rId5" Type="http://schemas.openxmlformats.org/officeDocument/2006/relationships/slideLayout" Target="../slideLayouts/slideLayout24.xml"/><Relationship Id="rId15" Type="http://schemas.openxmlformats.org/officeDocument/2006/relationships/image" Target="../media/image1.png"/><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oleObject" Target="../embeddings/oleObject10.bin"/></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wmf"/><Relationship Id="rId2" Type="http://schemas.openxmlformats.org/officeDocument/2006/relationships/vmlDrawing" Target="../drawings/vmlDrawing11.vml"/><Relationship Id="rId1" Type="http://schemas.openxmlformats.org/officeDocument/2006/relationships/theme" Target="../theme/theme12.xml"/><Relationship Id="rId6" Type="http://schemas.openxmlformats.org/officeDocument/2006/relationships/image" Target="../media/image1.png"/><Relationship Id="rId5" Type="http://schemas.openxmlformats.org/officeDocument/2006/relationships/oleObject" Target="../embeddings/oleObject12.bin"/><Relationship Id="rId4" Type="http://schemas.openxmlformats.org/officeDocument/2006/relationships/image" Target="../media/image3.jpeg"/></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theme" Target="../theme/theme13.xml"/><Relationship Id="rId18" Type="http://schemas.openxmlformats.org/officeDocument/2006/relationships/image" Target="../media/image4.wmf"/><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image" Target="../media/image1.png"/><Relationship Id="rId2" Type="http://schemas.openxmlformats.org/officeDocument/2006/relationships/slideLayout" Target="../slideLayouts/slideLayout31.xml"/><Relationship Id="rId16" Type="http://schemas.openxmlformats.org/officeDocument/2006/relationships/oleObject" Target="../embeddings/oleObject13.bin"/><Relationship Id="rId20" Type="http://schemas.openxmlformats.org/officeDocument/2006/relationships/image" Target="../media/image7.jpeg"/><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image" Target="../media/image3.jpeg"/><Relationship Id="rId10" Type="http://schemas.openxmlformats.org/officeDocument/2006/relationships/slideLayout" Target="../slideLayouts/slideLayout39.xml"/><Relationship Id="rId19" Type="http://schemas.openxmlformats.org/officeDocument/2006/relationships/oleObject" Target="../embeddings/oleObject14.bin"/><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vmlDrawing" Target="../drawings/vmlDrawing12.vml"/></Relationships>
</file>

<file path=ppt/slideMasters/_rels/slideMaster14.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vmlDrawing" Target="../drawings/vmlDrawing13.vml"/><Relationship Id="rId7" Type="http://schemas.openxmlformats.org/officeDocument/2006/relationships/image" Target="../media/image1.png"/><Relationship Id="rId2" Type="http://schemas.openxmlformats.org/officeDocument/2006/relationships/theme" Target="../theme/theme14.xml"/><Relationship Id="rId1" Type="http://schemas.openxmlformats.org/officeDocument/2006/relationships/slideLayout" Target="../slideLayouts/slideLayout42.xml"/><Relationship Id="rId6" Type="http://schemas.openxmlformats.org/officeDocument/2006/relationships/oleObject" Target="../embeddings/oleObject15.bin"/><Relationship Id="rId5" Type="http://schemas.openxmlformats.org/officeDocument/2006/relationships/image" Target="../media/image3.jpeg"/><Relationship Id="rId4" Type="http://schemas.openxmlformats.org/officeDocument/2006/relationships/image" Target="../media/image2.jpeg"/></Relationships>
</file>

<file path=ppt/slideMasters/_rels/slideMaster15.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vmlDrawing" Target="../drawings/vmlDrawing14.vml"/><Relationship Id="rId7" Type="http://schemas.openxmlformats.org/officeDocument/2006/relationships/image" Target="../media/image1.png"/><Relationship Id="rId2" Type="http://schemas.openxmlformats.org/officeDocument/2006/relationships/theme" Target="../theme/theme15.xml"/><Relationship Id="rId1" Type="http://schemas.openxmlformats.org/officeDocument/2006/relationships/slideLayout" Target="../slideLayouts/slideLayout43.xml"/><Relationship Id="rId6" Type="http://schemas.openxmlformats.org/officeDocument/2006/relationships/oleObject" Target="../embeddings/oleObject16.bin"/><Relationship Id="rId5" Type="http://schemas.openxmlformats.org/officeDocument/2006/relationships/image" Target="../media/image3.jpeg"/><Relationship Id="rId4" Type="http://schemas.openxmlformats.org/officeDocument/2006/relationships/image" Target="../media/image2.jpeg"/></Relationships>
</file>

<file path=ppt/slideMasters/_rels/slideMaster16.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vmlDrawing" Target="../drawings/vmlDrawing15.vml"/><Relationship Id="rId7" Type="http://schemas.openxmlformats.org/officeDocument/2006/relationships/image" Target="../media/image1.png"/><Relationship Id="rId2" Type="http://schemas.openxmlformats.org/officeDocument/2006/relationships/theme" Target="../theme/theme16.xml"/><Relationship Id="rId1" Type="http://schemas.openxmlformats.org/officeDocument/2006/relationships/slideLayout" Target="../slideLayouts/slideLayout44.xml"/><Relationship Id="rId6" Type="http://schemas.openxmlformats.org/officeDocument/2006/relationships/oleObject" Target="../embeddings/oleObject17.bin"/><Relationship Id="rId5" Type="http://schemas.openxmlformats.org/officeDocument/2006/relationships/image" Target="../media/image3.jpeg"/><Relationship Id="rId4" Type="http://schemas.openxmlformats.org/officeDocument/2006/relationships/image" Target="../media/image2.jpeg"/></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1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heme" Target="../theme/theme18.xml"/><Relationship Id="rId7" Type="http://schemas.openxmlformats.org/officeDocument/2006/relationships/oleObject" Target="../embeddings/oleObject18.bin"/><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vmlDrawing" Target="../drawings/vmlDrawing16.vml"/><Relationship Id="rId9" Type="http://schemas.openxmlformats.org/officeDocument/2006/relationships/image" Target="../media/image4.wmf"/></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5" Type="http://schemas.openxmlformats.org/officeDocument/2006/relationships/image" Target="../media/image6.jpeg"/><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theme" Target="../theme/theme19.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79.xml"/><Relationship Id="rId3" Type="http://schemas.openxmlformats.org/officeDocument/2006/relationships/slideLayout" Target="../slideLayouts/slideLayout74.xml"/><Relationship Id="rId7" Type="http://schemas.openxmlformats.org/officeDocument/2006/relationships/slideLayout" Target="../slideLayouts/slideLayout78.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5" Type="http://schemas.openxmlformats.org/officeDocument/2006/relationships/slideLayout" Target="../slideLayouts/slideLayout76.xml"/><Relationship Id="rId4" Type="http://schemas.openxmlformats.org/officeDocument/2006/relationships/slideLayout" Target="../slideLayouts/slideLayout75.xml"/><Relationship Id="rId9" Type="http://schemas.openxmlformats.org/officeDocument/2006/relationships/theme" Target="../theme/theme20.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theme" Target="../theme/theme21.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99.xml"/><Relationship Id="rId3" Type="http://schemas.openxmlformats.org/officeDocument/2006/relationships/slideLayout" Target="../slideLayouts/slideLayout94.xml"/><Relationship Id="rId7" Type="http://schemas.openxmlformats.org/officeDocument/2006/relationships/slideLayout" Target="../slideLayouts/slideLayout98.xml"/><Relationship Id="rId12" Type="http://schemas.openxmlformats.org/officeDocument/2006/relationships/theme" Target="../theme/theme22.xml"/><Relationship Id="rId2" Type="http://schemas.openxmlformats.org/officeDocument/2006/relationships/slideLayout" Target="../slideLayouts/slideLayout93.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5" Type="http://schemas.openxmlformats.org/officeDocument/2006/relationships/slideLayout" Target="../slideLayouts/slideLayout96.xml"/><Relationship Id="rId10" Type="http://schemas.openxmlformats.org/officeDocument/2006/relationships/slideLayout" Target="../slideLayouts/slideLayout101.xml"/><Relationship Id="rId4" Type="http://schemas.openxmlformats.org/officeDocument/2006/relationships/slideLayout" Target="../slideLayouts/slideLayout95.xml"/><Relationship Id="rId9" Type="http://schemas.openxmlformats.org/officeDocument/2006/relationships/slideLayout" Target="../slideLayouts/slideLayout100.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110.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theme" Target="../theme/theme23.xml"/><Relationship Id="rId2" Type="http://schemas.openxmlformats.org/officeDocument/2006/relationships/slideLayout" Target="../slideLayouts/slideLayout104.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s>
</file>

<file path=ppt/slideMasters/_rels/slideMaster24.xml.rels><?xml version="1.0" encoding="UTF-8" standalone="yes"?>
<Relationships xmlns="http://schemas.openxmlformats.org/package/2006/relationships"><Relationship Id="rId3" Type="http://schemas.openxmlformats.org/officeDocument/2006/relationships/slideLayout" Target="../slideLayouts/slideLayout116.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5" Type="http://schemas.openxmlformats.org/officeDocument/2006/relationships/image" Target="../media/image17.png"/><Relationship Id="rId4" Type="http://schemas.openxmlformats.org/officeDocument/2006/relationships/theme" Target="../theme/theme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smtClean="0"/>
              <a:t>Click to edit Master title style</a:t>
            </a:r>
            <a:endParaRPr lang="fr-BE"/>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Date Placeholder 3"/>
          <p:cNvSpPr>
            <a:spLocks noGrp="1"/>
          </p:cNvSpPr>
          <p:nvPr>
            <p:ph type="dt" sz="half" idx="2"/>
          </p:nvPr>
        </p:nvSpPr>
        <p:spPr>
          <a:xfrm>
            <a:off x="457200" y="635651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BE"/>
          </a:p>
        </p:txBody>
      </p:sp>
      <p:sp>
        <p:nvSpPr>
          <p:cNvPr id="5" name="Footer Placeholder 4"/>
          <p:cNvSpPr>
            <a:spLocks noGrp="1"/>
          </p:cNvSpPr>
          <p:nvPr>
            <p:ph type="ftr" sz="quarter" idx="3"/>
          </p:nvPr>
        </p:nvSpPr>
        <p:spPr>
          <a:xfrm>
            <a:off x="3124200" y="635651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Slide Number Placeholder 5"/>
          <p:cNvSpPr>
            <a:spLocks noGrp="1"/>
          </p:cNvSpPr>
          <p:nvPr>
            <p:ph type="sldNum" sz="quarter" idx="4"/>
          </p:nvPr>
        </p:nvSpPr>
        <p:spPr>
          <a:xfrm>
            <a:off x="6553200" y="635651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B5BAE-E9D5-4D7D-84D0-C917AEFCCB22}" type="slidenum">
              <a:rPr lang="fr-BE" smtClean="0"/>
              <a:t>‹#›</a:t>
            </a:fld>
            <a:endParaRPr lang="fr-BE"/>
          </a:p>
        </p:txBody>
      </p:sp>
    </p:spTree>
    <p:extLst>
      <p:ext uri="{BB962C8B-B14F-4D97-AF65-F5344CB8AC3E}">
        <p14:creationId xmlns:p14="http://schemas.microsoft.com/office/powerpoint/2010/main" val="5134483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514"/>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514"/>
            <a:ext cx="490904"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6FC7B2A1-B337-4C54-AE9C-38793FA6EB13}" type="slidenum">
              <a:rPr lang="fr-BE">
                <a:latin typeface="Arial" pitchFamily="34" charset="0"/>
              </a:rPr>
              <a:pPr fontAlgn="base">
                <a:spcBef>
                  <a:spcPct val="0"/>
                </a:spcBef>
                <a:spcAft>
                  <a:spcPct val="0"/>
                </a:spcAft>
                <a:defRPr/>
              </a:pPr>
              <a:t>‹#›</a:t>
            </a:fld>
            <a:endParaRPr lang="fr-BE">
              <a:latin typeface="Arial" pitchFamily="34" charset="0"/>
            </a:endParaRPr>
          </a:p>
        </p:txBody>
      </p:sp>
      <p:cxnSp>
        <p:nvCxnSpPr>
          <p:cNvPr id="8" name="Connecteur droit 7"/>
          <p:cNvCxnSpPr/>
          <p:nvPr userDrawn="1"/>
        </p:nvCxnSpPr>
        <p:spPr>
          <a:xfrm>
            <a:off x="7"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125" name="Picture 10" descr="IMI Logo version2 copie"/>
          <p:cNvPicPr>
            <a:picLocks noChangeAspect="1" noChangeArrowheads="1"/>
          </p:cNvPicPr>
          <p:nvPr userDrawn="1"/>
        </p:nvPicPr>
        <p:blipFill>
          <a:blip r:embed="rId3">
            <a:extLst>
              <a:ext uri="{28A0092B-C50C-407E-A947-70E740481C1C}">
                <a14:useLocalDpi xmlns:a14="http://schemas.microsoft.com/office/drawing/2010/main" val="0"/>
              </a:ext>
            </a:extLst>
          </a:blip>
          <a:srcRect b="17415"/>
          <a:stretch>
            <a:fillRect/>
          </a:stretch>
        </p:blipFill>
        <p:spPr bwMode="auto">
          <a:xfrm>
            <a:off x="7205303" y="143039"/>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GB">
              <a:solidFill>
                <a:prstClr val="black"/>
              </a:solidFill>
              <a:latin typeface="Arial" pitchFamily="34" charset="0"/>
            </a:endParaRPr>
          </a:p>
        </p:txBody>
      </p:sp>
      <p:pic>
        <p:nvPicPr>
          <p:cNvPr id="5127" name="Picture 11" descr="imi logo 3.jpg"/>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 y="5381790"/>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8" name="Group 11"/>
          <p:cNvGrpSpPr>
            <a:grpSpLocks/>
          </p:cNvGrpSpPr>
          <p:nvPr userDrawn="1"/>
        </p:nvGrpSpPr>
        <p:grpSpPr bwMode="auto">
          <a:xfrm>
            <a:off x="7026603" y="6296178"/>
            <a:ext cx="1783373" cy="539751"/>
            <a:chOff x="4550" y="3098"/>
            <a:chExt cx="1396" cy="422"/>
          </a:xfrm>
        </p:grpSpPr>
        <p:graphicFrame>
          <p:nvGraphicFramePr>
            <p:cNvPr id="5129" name="Object 12"/>
            <p:cNvGraphicFramePr>
              <a:graphicFrameLocks noChangeAspect="1"/>
            </p:cNvGraphicFramePr>
            <p:nvPr userDrawn="1"/>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23591" name="Photo Editor Photo" r:id="rId5" imgW="2828571" imgH="866896" progId="">
                    <p:embed/>
                  </p:oleObj>
                </mc:Choice>
                <mc:Fallback>
                  <p:oleObj name="Photo Editor Photo" r:id="rId5" imgW="2828571" imgH="866896"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5130" name="Picture 8" descr="Europ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070563464"/>
      </p:ext>
    </p:extLst>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514"/>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514"/>
            <a:ext cx="490904"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6FC7B2A1-B337-4C54-AE9C-38793FA6EB13}" type="slidenum">
              <a:rPr lang="fr-BE">
                <a:latin typeface="Arial" pitchFamily="34" charset="0"/>
              </a:rPr>
              <a:pPr fontAlgn="base">
                <a:spcBef>
                  <a:spcPct val="0"/>
                </a:spcBef>
                <a:spcAft>
                  <a:spcPct val="0"/>
                </a:spcAft>
                <a:defRPr/>
              </a:pPr>
              <a:t>‹#›</a:t>
            </a:fld>
            <a:endParaRPr lang="fr-BE">
              <a:latin typeface="Arial" pitchFamily="34" charset="0"/>
            </a:endParaRPr>
          </a:p>
        </p:txBody>
      </p:sp>
      <p:cxnSp>
        <p:nvCxnSpPr>
          <p:cNvPr id="8" name="Connecteur droit 7"/>
          <p:cNvCxnSpPr/>
          <p:nvPr userDrawn="1"/>
        </p:nvCxnSpPr>
        <p:spPr>
          <a:xfrm>
            <a:off x="7"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125" name="Picture 10" descr="IMI Logo version2 copie"/>
          <p:cNvPicPr>
            <a:picLocks noChangeAspect="1" noChangeArrowheads="1"/>
          </p:cNvPicPr>
          <p:nvPr userDrawn="1"/>
        </p:nvPicPr>
        <p:blipFill>
          <a:blip r:embed="rId3">
            <a:extLst>
              <a:ext uri="{28A0092B-C50C-407E-A947-70E740481C1C}">
                <a14:useLocalDpi xmlns:a14="http://schemas.microsoft.com/office/drawing/2010/main" val="0"/>
              </a:ext>
            </a:extLst>
          </a:blip>
          <a:srcRect b="17415"/>
          <a:stretch>
            <a:fillRect/>
          </a:stretch>
        </p:blipFill>
        <p:spPr bwMode="auto">
          <a:xfrm>
            <a:off x="7205303" y="143039"/>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GB">
              <a:solidFill>
                <a:prstClr val="black"/>
              </a:solidFill>
              <a:latin typeface="Arial" pitchFamily="34" charset="0"/>
            </a:endParaRPr>
          </a:p>
        </p:txBody>
      </p:sp>
      <p:pic>
        <p:nvPicPr>
          <p:cNvPr id="5127" name="Picture 11" descr="imi logo 3.jpg"/>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 y="5381790"/>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8" name="Group 11"/>
          <p:cNvGrpSpPr>
            <a:grpSpLocks/>
          </p:cNvGrpSpPr>
          <p:nvPr userDrawn="1"/>
        </p:nvGrpSpPr>
        <p:grpSpPr bwMode="auto">
          <a:xfrm>
            <a:off x="7026603" y="6296178"/>
            <a:ext cx="1783373" cy="539751"/>
            <a:chOff x="4550" y="3098"/>
            <a:chExt cx="1396" cy="422"/>
          </a:xfrm>
        </p:grpSpPr>
        <p:graphicFrame>
          <p:nvGraphicFramePr>
            <p:cNvPr id="5129" name="Object 12"/>
            <p:cNvGraphicFramePr>
              <a:graphicFrameLocks noChangeAspect="1"/>
            </p:cNvGraphicFramePr>
            <p:nvPr userDrawn="1"/>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1134" name="Photo Editor Photo" r:id="rId5" imgW="2828571" imgH="866896" progId="">
                    <p:embed/>
                  </p:oleObj>
                </mc:Choice>
                <mc:Fallback>
                  <p:oleObj name="Photo Editor Photo" r:id="rId5" imgW="2828571" imgH="866896"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5130" name="Picture 8" descr="Europ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235599525"/>
      </p:ext>
    </p:extLst>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51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510"/>
            <a:ext cx="490904"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6FC7B2A1-B337-4C54-AE9C-38793FA6EB13}" type="slidenum">
              <a:rPr lang="fr-BE">
                <a:latin typeface="Arial" pitchFamily="34" charset="0"/>
                <a:ea typeface="ヒラギノ角ゴ Pro W3" charset="-128"/>
              </a:rPr>
              <a:pPr fontAlgn="base">
                <a:spcBef>
                  <a:spcPct val="0"/>
                </a:spcBef>
                <a:spcAft>
                  <a:spcPct val="0"/>
                </a:spcAft>
                <a:defRPr/>
              </a:pPr>
              <a:t>‹#›</a:t>
            </a:fld>
            <a:endParaRPr lang="fr-BE">
              <a:latin typeface="Arial" pitchFamily="34" charset="0"/>
              <a:ea typeface="ヒラギノ角ゴ Pro W3" charset="-128"/>
            </a:endParaRPr>
          </a:p>
        </p:txBody>
      </p:sp>
      <p:cxnSp>
        <p:nvCxnSpPr>
          <p:cNvPr id="8" name="Connecteur droit 7"/>
          <p:cNvCxnSpPr/>
          <p:nvPr userDrawn="1"/>
        </p:nvCxnSpPr>
        <p:spPr>
          <a:xfrm>
            <a:off x="5"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125" name="Picture 10" descr="IMI Logo version2 copie"/>
          <p:cNvPicPr>
            <a:picLocks noChangeAspect="1" noChangeArrowheads="1"/>
          </p:cNvPicPr>
          <p:nvPr userDrawn="1"/>
        </p:nvPicPr>
        <p:blipFill>
          <a:blip r:embed="rId7">
            <a:extLst>
              <a:ext uri="{28A0092B-C50C-407E-A947-70E740481C1C}">
                <a14:useLocalDpi xmlns:a14="http://schemas.microsoft.com/office/drawing/2010/main" val="0"/>
              </a:ext>
            </a:extLst>
          </a:blip>
          <a:srcRect b="17415"/>
          <a:stretch>
            <a:fillRect/>
          </a:stretch>
        </p:blipFill>
        <p:spPr bwMode="auto">
          <a:xfrm>
            <a:off x="7205302" y="143035"/>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GB">
              <a:solidFill>
                <a:prstClr val="black"/>
              </a:solidFill>
              <a:latin typeface="Arial" pitchFamily="34" charset="0"/>
              <a:ea typeface="ヒラギノ角ゴ Pro W3" charset="-128"/>
            </a:endParaRPr>
          </a:p>
        </p:txBody>
      </p:sp>
      <p:pic>
        <p:nvPicPr>
          <p:cNvPr id="5127" name="Picture 11" descr="imi logo 3.jpg"/>
          <p:cNvPicPr>
            <a:picLocks noChangeAspect="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3" y="5381786"/>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8" name="Group 11"/>
          <p:cNvGrpSpPr>
            <a:grpSpLocks/>
          </p:cNvGrpSpPr>
          <p:nvPr userDrawn="1"/>
        </p:nvGrpSpPr>
        <p:grpSpPr bwMode="auto">
          <a:xfrm>
            <a:off x="7026601" y="6296178"/>
            <a:ext cx="1783373" cy="539751"/>
            <a:chOff x="4550" y="3098"/>
            <a:chExt cx="1396" cy="422"/>
          </a:xfrm>
        </p:grpSpPr>
        <p:graphicFrame>
          <p:nvGraphicFramePr>
            <p:cNvPr id="5129" name="Object 12"/>
            <p:cNvGraphicFramePr>
              <a:graphicFrameLocks noChangeAspect="1"/>
            </p:cNvGraphicFramePr>
            <p:nvPr userDrawn="1"/>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2158" name="Photo Editor Photo" r:id="rId9" imgW="2828571" imgH="866896" progId="">
                    <p:embed/>
                  </p:oleObj>
                </mc:Choice>
                <mc:Fallback>
                  <p:oleObj name="Photo Editor Photo" r:id="rId9" imgW="2828571" imgH="866896"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5130" name="Picture 8" descr="Europa"/>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84013530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860" r:id="rId3"/>
    <p:sldLayoutId id="2147483861" r:id="rId4"/>
  </p:sldLayoutIdLst>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508"/>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508"/>
            <a:ext cx="490904"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6471558A-0DB9-430F-82BE-6A4949108CB6}" type="slidenum">
              <a:rPr lang="fr-BE">
                <a:latin typeface="Arial" pitchFamily="34" charset="0"/>
                <a:ea typeface="ヒラギノ角ゴ Pro W3" charset="-128"/>
              </a:rPr>
              <a:pPr fontAlgn="base">
                <a:spcBef>
                  <a:spcPct val="0"/>
                </a:spcBef>
                <a:spcAft>
                  <a:spcPct val="0"/>
                </a:spcAft>
                <a:defRPr/>
              </a:pPr>
              <a:t>‹#›</a:t>
            </a:fld>
            <a:endParaRPr lang="fr-BE">
              <a:latin typeface="Arial" pitchFamily="34" charset="0"/>
              <a:ea typeface="ヒラギノ角ゴ Pro W3" charset="-128"/>
            </a:endParaRPr>
          </a:p>
        </p:txBody>
      </p:sp>
      <p:cxnSp>
        <p:nvCxnSpPr>
          <p:cNvPr id="8" name="Connecteur droit 7"/>
          <p:cNvCxnSpPr/>
          <p:nvPr userDrawn="1"/>
        </p:nvCxnSpPr>
        <p:spPr>
          <a:xfrm>
            <a:off x="5"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7173" name="Picture 10" descr="IMI Logo version2 copie"/>
          <p:cNvPicPr>
            <a:picLocks noChangeAspect="1" noChangeArrowheads="1"/>
          </p:cNvPicPr>
          <p:nvPr userDrawn="1"/>
        </p:nvPicPr>
        <p:blipFill>
          <a:blip r:embed="rId5">
            <a:extLst>
              <a:ext uri="{28A0092B-C50C-407E-A947-70E740481C1C}">
                <a14:useLocalDpi xmlns:a14="http://schemas.microsoft.com/office/drawing/2010/main" val="0"/>
              </a:ext>
            </a:extLst>
          </a:blip>
          <a:srcRect b="17415"/>
          <a:stretch>
            <a:fillRect/>
          </a:stretch>
        </p:blipFill>
        <p:spPr bwMode="auto">
          <a:xfrm>
            <a:off x="7205301" y="143032"/>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4"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GB">
              <a:solidFill>
                <a:prstClr val="black"/>
              </a:solidFill>
              <a:latin typeface="Arial" pitchFamily="34" charset="0"/>
              <a:ea typeface="ヒラギノ角ゴ Pro W3" charset="-128"/>
            </a:endParaRPr>
          </a:p>
        </p:txBody>
      </p:sp>
      <p:pic>
        <p:nvPicPr>
          <p:cNvPr id="7175" name="Picture 11" descr="imi logo 3.jpg"/>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 y="5381783"/>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76" name="Group 11"/>
          <p:cNvGrpSpPr>
            <a:grpSpLocks/>
          </p:cNvGrpSpPr>
          <p:nvPr userDrawn="1"/>
        </p:nvGrpSpPr>
        <p:grpSpPr bwMode="auto">
          <a:xfrm>
            <a:off x="7026600" y="6296178"/>
            <a:ext cx="1783373" cy="539751"/>
            <a:chOff x="4550" y="3098"/>
            <a:chExt cx="1396" cy="422"/>
          </a:xfrm>
        </p:grpSpPr>
        <p:graphicFrame>
          <p:nvGraphicFramePr>
            <p:cNvPr id="7177" name="Object 12"/>
            <p:cNvGraphicFramePr>
              <a:graphicFrameLocks noChangeAspect="1"/>
            </p:cNvGraphicFramePr>
            <p:nvPr userDrawn="1"/>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3181" name="Photo Editor Photo" r:id="rId7" imgW="2828571" imgH="866896" progId="">
                    <p:embed/>
                  </p:oleObj>
                </mc:Choice>
                <mc:Fallback>
                  <p:oleObj name="Photo Editor Photo" r:id="rId7" imgW="2828571" imgH="866896"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7178" name="Picture 8" descr="Europa"/>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46364926"/>
      </p:ext>
    </p:extLst>
  </p:cSld>
  <p:clrMap bg1="lt1" tx1="dk1" bg2="lt2" tx2="dk2" accent1="accent1" accent2="accent2" accent3="accent3" accent4="accent4" accent5="accent5" accent6="accent6" hlink="hlink" folHlink="folHlink"/>
  <p:sldLayoutIdLst>
    <p:sldLayoutId id="2147483680" r:id="rId1"/>
    <p:sldLayoutId id="2147483862" r:id="rId2"/>
  </p:sldLayoutIdLst>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514"/>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514"/>
            <a:ext cx="490904"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6FC7B2A1-B337-4C54-AE9C-38793FA6EB13}" type="slidenum">
              <a:rPr lang="fr-BE">
                <a:latin typeface="Arial" pitchFamily="34" charset="0"/>
              </a:rPr>
              <a:pPr fontAlgn="base">
                <a:spcBef>
                  <a:spcPct val="0"/>
                </a:spcBef>
                <a:spcAft>
                  <a:spcPct val="0"/>
                </a:spcAft>
                <a:defRPr/>
              </a:pPr>
              <a:t>‹#›</a:t>
            </a:fld>
            <a:endParaRPr lang="fr-BE">
              <a:latin typeface="Arial" pitchFamily="34" charset="0"/>
            </a:endParaRPr>
          </a:p>
        </p:txBody>
      </p:sp>
      <p:cxnSp>
        <p:nvCxnSpPr>
          <p:cNvPr id="8" name="Connecteur droit 7"/>
          <p:cNvCxnSpPr/>
          <p:nvPr userDrawn="1"/>
        </p:nvCxnSpPr>
        <p:spPr>
          <a:xfrm>
            <a:off x="7"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125" name="Picture 10" descr="IMI Logo version2 copie"/>
          <p:cNvPicPr>
            <a:picLocks noChangeAspect="1" noChangeArrowheads="1"/>
          </p:cNvPicPr>
          <p:nvPr userDrawn="1"/>
        </p:nvPicPr>
        <p:blipFill>
          <a:blip r:embed="rId3">
            <a:extLst>
              <a:ext uri="{28A0092B-C50C-407E-A947-70E740481C1C}">
                <a14:useLocalDpi xmlns:a14="http://schemas.microsoft.com/office/drawing/2010/main" val="0"/>
              </a:ext>
            </a:extLst>
          </a:blip>
          <a:srcRect b="17415"/>
          <a:stretch>
            <a:fillRect/>
          </a:stretch>
        </p:blipFill>
        <p:spPr bwMode="auto">
          <a:xfrm>
            <a:off x="7205303" y="143039"/>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GB">
              <a:solidFill>
                <a:prstClr val="black"/>
              </a:solidFill>
              <a:latin typeface="Arial" pitchFamily="34" charset="0"/>
            </a:endParaRPr>
          </a:p>
        </p:txBody>
      </p:sp>
      <p:pic>
        <p:nvPicPr>
          <p:cNvPr id="5127" name="Picture 11" descr="imi logo 3.jpg"/>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 y="5381790"/>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8" name="Group 11"/>
          <p:cNvGrpSpPr>
            <a:grpSpLocks/>
          </p:cNvGrpSpPr>
          <p:nvPr userDrawn="1"/>
        </p:nvGrpSpPr>
        <p:grpSpPr bwMode="auto">
          <a:xfrm>
            <a:off x="7026603" y="6296178"/>
            <a:ext cx="1783373" cy="539751"/>
            <a:chOff x="4550" y="3098"/>
            <a:chExt cx="1396" cy="422"/>
          </a:xfrm>
        </p:grpSpPr>
        <p:graphicFrame>
          <p:nvGraphicFramePr>
            <p:cNvPr id="5129" name="Object 12"/>
            <p:cNvGraphicFramePr>
              <a:graphicFrameLocks noChangeAspect="1"/>
            </p:cNvGraphicFramePr>
            <p:nvPr userDrawn="1"/>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4204" name="Photo Editor Photo" r:id="rId5" imgW="2828571" imgH="866896" progId="">
                    <p:embed/>
                  </p:oleObj>
                </mc:Choice>
                <mc:Fallback>
                  <p:oleObj name="Photo Editor Photo" r:id="rId5" imgW="2828571" imgH="866896"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5130" name="Picture 8" descr="Europ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54460635"/>
      </p:ext>
    </p:extLst>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499"/>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499"/>
            <a:ext cx="490904"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6FC7B2A1-B337-4C54-AE9C-38793FA6EB13}" type="slidenum">
              <a:rPr lang="fr-BE">
                <a:latin typeface="Arial" pitchFamily="34" charset="0"/>
                <a:ea typeface="ヒラギノ角ゴ Pro W3" charset="-128"/>
              </a:rPr>
              <a:pPr fontAlgn="base">
                <a:spcBef>
                  <a:spcPct val="0"/>
                </a:spcBef>
                <a:spcAft>
                  <a:spcPct val="0"/>
                </a:spcAft>
                <a:defRPr/>
              </a:pPr>
              <a:t>‹#›</a:t>
            </a:fld>
            <a:endParaRPr lang="fr-BE">
              <a:latin typeface="Arial" pitchFamily="34" charset="0"/>
              <a:ea typeface="ヒラギノ角ゴ Pro W3" charset="-128"/>
            </a:endParaRPr>
          </a:p>
        </p:txBody>
      </p:sp>
      <p:cxnSp>
        <p:nvCxnSpPr>
          <p:cNvPr id="8" name="Connecteur droit 7"/>
          <p:cNvCxnSpPr/>
          <p:nvPr userDrawn="1"/>
        </p:nvCxnSpPr>
        <p:spPr>
          <a:xfrm>
            <a:off x="5"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125" name="Picture 10" descr="IMI Logo version2 copie"/>
          <p:cNvPicPr>
            <a:picLocks noChangeAspect="1" noChangeArrowheads="1"/>
          </p:cNvPicPr>
          <p:nvPr userDrawn="1"/>
        </p:nvPicPr>
        <p:blipFill>
          <a:blip r:embed="rId4">
            <a:extLst>
              <a:ext uri="{28A0092B-C50C-407E-A947-70E740481C1C}">
                <a14:useLocalDpi xmlns:a14="http://schemas.microsoft.com/office/drawing/2010/main" val="0"/>
              </a:ext>
            </a:extLst>
          </a:blip>
          <a:srcRect b="17415"/>
          <a:stretch>
            <a:fillRect/>
          </a:stretch>
        </p:blipFill>
        <p:spPr bwMode="auto">
          <a:xfrm>
            <a:off x="7205301" y="143024"/>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GB">
              <a:solidFill>
                <a:prstClr val="black"/>
              </a:solidFill>
              <a:latin typeface="Arial" pitchFamily="34" charset="0"/>
              <a:ea typeface="ヒラギノ角ゴ Pro W3" charset="-128"/>
            </a:endParaRPr>
          </a:p>
        </p:txBody>
      </p:sp>
      <p:pic>
        <p:nvPicPr>
          <p:cNvPr id="5127" name="Picture 11" descr="imi logo 3.jpg"/>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 y="5381774"/>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8" name="Group 11"/>
          <p:cNvGrpSpPr>
            <a:grpSpLocks/>
          </p:cNvGrpSpPr>
          <p:nvPr userDrawn="1"/>
        </p:nvGrpSpPr>
        <p:grpSpPr bwMode="auto">
          <a:xfrm>
            <a:off x="7026594" y="6296025"/>
            <a:ext cx="1783373" cy="539750"/>
            <a:chOff x="4550" y="3098"/>
            <a:chExt cx="1396" cy="422"/>
          </a:xfrm>
        </p:grpSpPr>
        <p:graphicFrame>
          <p:nvGraphicFramePr>
            <p:cNvPr id="5129" name="Object 12"/>
            <p:cNvGraphicFramePr>
              <a:graphicFrameLocks noChangeAspect="1"/>
            </p:cNvGraphicFramePr>
            <p:nvPr userDrawn="1"/>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5227" name="Photo Editor Photo" r:id="rId6" imgW="2828571" imgH="866896" progId="">
                    <p:embed/>
                  </p:oleObj>
                </mc:Choice>
                <mc:Fallback>
                  <p:oleObj name="Photo Editor Photo" r:id="rId6" imgW="2828571" imgH="866896"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5130" name="Picture 8" descr="Europa"/>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093191687"/>
      </p:ext>
    </p:extLst>
  </p:cSld>
  <p:clrMap bg1="lt1" tx1="dk1" bg2="lt2" tx2="dk2" accent1="accent1" accent2="accent2" accent3="accent3" accent4="accent4" accent5="accent5" accent6="accent6" hlink="hlink" folHlink="folHlink"/>
  <p:sldLayoutIdLst>
    <p:sldLayoutId id="2147483685" r:id="rId1"/>
  </p:sldLayoutIdLst>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491"/>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491"/>
            <a:ext cx="490904"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6FC7B2A1-B337-4C54-AE9C-38793FA6EB13}" type="slidenum">
              <a:rPr lang="fr-BE">
                <a:latin typeface="Arial" pitchFamily="34" charset="0"/>
                <a:ea typeface="ヒラギノ角ゴ Pro W3" charset="-128"/>
              </a:rPr>
              <a:pPr fontAlgn="base">
                <a:spcBef>
                  <a:spcPct val="0"/>
                </a:spcBef>
                <a:spcAft>
                  <a:spcPct val="0"/>
                </a:spcAft>
                <a:defRPr/>
              </a:pPr>
              <a:t>‹#›</a:t>
            </a:fld>
            <a:endParaRPr lang="fr-BE">
              <a:latin typeface="Arial" pitchFamily="34" charset="0"/>
              <a:ea typeface="ヒラギノ角ゴ Pro W3" charset="-128"/>
            </a:endParaRPr>
          </a:p>
        </p:txBody>
      </p:sp>
      <p:cxnSp>
        <p:nvCxnSpPr>
          <p:cNvPr id="8" name="Connecteur droit 7"/>
          <p:cNvCxnSpPr/>
          <p:nvPr userDrawn="1"/>
        </p:nvCxnSpPr>
        <p:spPr>
          <a:xfrm>
            <a:off x="5"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125" name="Picture 10" descr="IMI Logo version2 copie"/>
          <p:cNvPicPr>
            <a:picLocks noChangeAspect="1" noChangeArrowheads="1"/>
          </p:cNvPicPr>
          <p:nvPr userDrawn="1"/>
        </p:nvPicPr>
        <p:blipFill>
          <a:blip r:embed="rId3">
            <a:extLst>
              <a:ext uri="{28A0092B-C50C-407E-A947-70E740481C1C}">
                <a14:useLocalDpi xmlns:a14="http://schemas.microsoft.com/office/drawing/2010/main" val="0"/>
              </a:ext>
            </a:extLst>
          </a:blip>
          <a:srcRect b="17415"/>
          <a:stretch>
            <a:fillRect/>
          </a:stretch>
        </p:blipFill>
        <p:spPr bwMode="auto">
          <a:xfrm>
            <a:off x="7205301" y="143016"/>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GB">
              <a:solidFill>
                <a:prstClr val="black"/>
              </a:solidFill>
              <a:latin typeface="Arial" pitchFamily="34" charset="0"/>
              <a:ea typeface="ヒラギノ角ゴ Pro W3" charset="-128"/>
            </a:endParaRPr>
          </a:p>
        </p:txBody>
      </p:sp>
      <p:pic>
        <p:nvPicPr>
          <p:cNvPr id="5127" name="Picture 11" descr="imi logo 3.jpg"/>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 y="5381766"/>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8" name="Group 11"/>
          <p:cNvGrpSpPr>
            <a:grpSpLocks/>
          </p:cNvGrpSpPr>
          <p:nvPr userDrawn="1"/>
        </p:nvGrpSpPr>
        <p:grpSpPr bwMode="auto">
          <a:xfrm>
            <a:off x="7026590" y="6296025"/>
            <a:ext cx="1783373" cy="539750"/>
            <a:chOff x="4550" y="3098"/>
            <a:chExt cx="1396" cy="422"/>
          </a:xfrm>
        </p:grpSpPr>
        <p:graphicFrame>
          <p:nvGraphicFramePr>
            <p:cNvPr id="5129" name="Object 12"/>
            <p:cNvGraphicFramePr>
              <a:graphicFrameLocks noChangeAspect="1"/>
            </p:cNvGraphicFramePr>
            <p:nvPr userDrawn="1"/>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8293" name="Photo Editor Photo" r:id="rId5" imgW="2828571" imgH="866896" progId="">
                    <p:embed/>
                  </p:oleObj>
                </mc:Choice>
                <mc:Fallback>
                  <p:oleObj name="Photo Editor Photo" r:id="rId5" imgW="2828571" imgH="866896"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5130" name="Picture 8" descr="Europ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802344276"/>
      </p:ext>
    </p:extLst>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479"/>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479"/>
            <a:ext cx="490904"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6FC7B2A1-B337-4C54-AE9C-38793FA6EB13}" type="slidenum">
              <a:rPr lang="fr-BE">
                <a:latin typeface="Arial" pitchFamily="34" charset="0"/>
                <a:ea typeface="ヒラギノ角ゴ Pro W3" charset="-128"/>
              </a:rPr>
              <a:pPr fontAlgn="base">
                <a:spcBef>
                  <a:spcPct val="0"/>
                </a:spcBef>
                <a:spcAft>
                  <a:spcPct val="0"/>
                </a:spcAft>
                <a:defRPr/>
              </a:pPr>
              <a:t>‹#›</a:t>
            </a:fld>
            <a:endParaRPr lang="fr-BE">
              <a:latin typeface="Arial" pitchFamily="34" charset="0"/>
              <a:ea typeface="ヒラギノ角ゴ Pro W3" charset="-128"/>
            </a:endParaRPr>
          </a:p>
        </p:txBody>
      </p:sp>
      <p:cxnSp>
        <p:nvCxnSpPr>
          <p:cNvPr id="8" name="Connecteur droit 7"/>
          <p:cNvCxnSpPr/>
          <p:nvPr userDrawn="1"/>
        </p:nvCxnSpPr>
        <p:spPr>
          <a:xfrm>
            <a:off x="5"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125" name="Picture 10" descr="IMI Logo version2 copie"/>
          <p:cNvPicPr>
            <a:picLocks noChangeAspect="1" noChangeArrowheads="1"/>
          </p:cNvPicPr>
          <p:nvPr userDrawn="1"/>
        </p:nvPicPr>
        <p:blipFill>
          <a:blip r:embed="rId3">
            <a:extLst>
              <a:ext uri="{28A0092B-C50C-407E-A947-70E740481C1C}">
                <a14:useLocalDpi xmlns:a14="http://schemas.microsoft.com/office/drawing/2010/main" val="0"/>
              </a:ext>
            </a:extLst>
          </a:blip>
          <a:srcRect b="17415"/>
          <a:stretch>
            <a:fillRect/>
          </a:stretch>
        </p:blipFill>
        <p:spPr bwMode="auto">
          <a:xfrm>
            <a:off x="7205301" y="143004"/>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GB">
              <a:solidFill>
                <a:prstClr val="black"/>
              </a:solidFill>
              <a:latin typeface="Arial" pitchFamily="34" charset="0"/>
              <a:ea typeface="ヒラギノ角ゴ Pro W3" charset="-128"/>
            </a:endParaRPr>
          </a:p>
        </p:txBody>
      </p:sp>
      <p:pic>
        <p:nvPicPr>
          <p:cNvPr id="5127" name="Picture 11" descr="imi logo 3.jpg"/>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 y="5381754"/>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8" name="Group 11"/>
          <p:cNvGrpSpPr>
            <a:grpSpLocks/>
          </p:cNvGrpSpPr>
          <p:nvPr userDrawn="1"/>
        </p:nvGrpSpPr>
        <p:grpSpPr bwMode="auto">
          <a:xfrm>
            <a:off x="7026584" y="6296025"/>
            <a:ext cx="1783373" cy="539750"/>
            <a:chOff x="4550" y="3098"/>
            <a:chExt cx="1396" cy="422"/>
          </a:xfrm>
        </p:grpSpPr>
        <p:graphicFrame>
          <p:nvGraphicFramePr>
            <p:cNvPr id="5129" name="Object 12"/>
            <p:cNvGraphicFramePr>
              <a:graphicFrameLocks noChangeAspect="1"/>
            </p:cNvGraphicFramePr>
            <p:nvPr userDrawn="1"/>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9317" name="Photo Editor Photo" r:id="rId5" imgW="2828571" imgH="866896" progId="">
                    <p:embed/>
                  </p:oleObj>
                </mc:Choice>
                <mc:Fallback>
                  <p:oleObj name="Photo Editor Photo" r:id="rId5" imgW="2828571" imgH="866896"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5130" name="Picture 8" descr="Europ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467503556"/>
      </p:ext>
    </p:extLst>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475"/>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475"/>
            <a:ext cx="490904"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pPr>
            <a:fld id="{92949E80-E5AC-4B0C-AADA-9A0741F16332}" type="slidenum">
              <a:rPr lang="fr-BE">
                <a:latin typeface="Arial" pitchFamily="34" charset="0"/>
              </a:rPr>
              <a:pPr fontAlgn="base">
                <a:spcBef>
                  <a:spcPct val="0"/>
                </a:spcBef>
                <a:spcAft>
                  <a:spcPct val="0"/>
                </a:spcAft>
              </a:pPr>
              <a:t>‹#›</a:t>
            </a:fld>
            <a:endParaRPr lang="fr-BE">
              <a:latin typeface="Arial" pitchFamily="34" charset="0"/>
            </a:endParaRPr>
          </a:p>
        </p:txBody>
      </p:sp>
      <p:cxnSp>
        <p:nvCxnSpPr>
          <p:cNvPr id="8" name="Connecteur droit 7"/>
          <p:cNvCxnSpPr/>
          <p:nvPr userDrawn="1"/>
        </p:nvCxnSpPr>
        <p:spPr>
          <a:xfrm>
            <a:off x="5"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5365" name="Picture 10" descr="IMI Logo version2 copie"/>
          <p:cNvPicPr>
            <a:picLocks noChangeAspect="1" noChangeArrowheads="1"/>
          </p:cNvPicPr>
          <p:nvPr userDrawn="1"/>
        </p:nvPicPr>
        <p:blipFill>
          <a:blip r:embed="rId4">
            <a:extLst>
              <a:ext uri="{28A0092B-C50C-407E-A947-70E740481C1C}">
                <a14:useLocalDpi xmlns:a14="http://schemas.microsoft.com/office/drawing/2010/main" val="0"/>
              </a:ext>
            </a:extLst>
          </a:blip>
          <a:srcRect b="17415"/>
          <a:stretch>
            <a:fillRect/>
          </a:stretch>
        </p:blipFill>
        <p:spPr bwMode="auto">
          <a:xfrm>
            <a:off x="7205301" y="143000"/>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fr-BE">
              <a:solidFill>
                <a:prstClr val="black"/>
              </a:solidFill>
              <a:latin typeface="Arial" pitchFamily="34" charset="0"/>
            </a:endParaRPr>
          </a:p>
        </p:txBody>
      </p:sp>
      <p:pic>
        <p:nvPicPr>
          <p:cNvPr id="15367" name="Picture 11" descr="imi logo 3.jpg"/>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 y="5381750"/>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368" name="Group 11"/>
          <p:cNvGrpSpPr>
            <a:grpSpLocks/>
          </p:cNvGrpSpPr>
          <p:nvPr userDrawn="1"/>
        </p:nvGrpSpPr>
        <p:grpSpPr bwMode="auto">
          <a:xfrm>
            <a:off x="7026582" y="6296025"/>
            <a:ext cx="1783373" cy="539750"/>
            <a:chOff x="4550" y="3098"/>
            <a:chExt cx="1396" cy="422"/>
          </a:xfrm>
        </p:grpSpPr>
        <p:graphicFrame>
          <p:nvGraphicFramePr>
            <p:cNvPr id="15369" name="Object 12"/>
            <p:cNvGraphicFramePr>
              <a:graphicFrameLocks noChangeAspect="1"/>
            </p:cNvGraphicFramePr>
            <p:nvPr userDrawn="1"/>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12388" name="Photo Editor Photo" r:id="rId6" imgW="2828571" imgH="866896" progId="">
                    <p:embed/>
                  </p:oleObj>
                </mc:Choice>
                <mc:Fallback>
                  <p:oleObj name="Photo Editor Photo" r:id="rId6" imgW="2828571" imgH="866896"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15370" name="Picture 8" descr="Europa"/>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337338228"/>
      </p:ext>
    </p:extLst>
  </p:cSld>
  <p:clrMap bg1="lt1" tx1="dk1" bg2="lt2" tx2="dk2" accent1="accent1" accent2="accent2" accent3="accent3" accent4="accent4" accent5="accent5" accent6="accent6" hlink="hlink" folHlink="folHlink"/>
  <p:sldLayoutIdLst>
    <p:sldLayoutId id="2147483718" r:id="rId1"/>
  </p:sldLayoutIdLst>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Line 6"/>
          <p:cNvSpPr>
            <a:spLocks noChangeShapeType="1"/>
          </p:cNvSpPr>
          <p:nvPr/>
        </p:nvSpPr>
        <p:spPr bwMode="auto">
          <a:xfrm flipH="1">
            <a:off x="685800" y="6172200"/>
            <a:ext cx="7772400"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fr-BE" smtClean="0">
              <a:solidFill>
                <a:srgbClr val="00446A"/>
              </a:solidFill>
              <a:latin typeface="Arial" pitchFamily="34" charset="0"/>
              <a:ea typeface="ヒラギノ角ゴ Pro W3" charset="-128"/>
            </a:endParaRPr>
          </a:p>
        </p:txBody>
      </p:sp>
      <p:pic>
        <p:nvPicPr>
          <p:cNvPr id="8195" name="Picture 11" descr="imi logo 3.jpg"/>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2" y="5215059"/>
            <a:ext cx="719504" cy="148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Rectangle 2"/>
          <p:cNvSpPr>
            <a:spLocks noGrp="1" noChangeArrowheads="1"/>
          </p:cNvSpPr>
          <p:nvPr>
            <p:ph type="title"/>
          </p:nvPr>
        </p:nvSpPr>
        <p:spPr bwMode="auto">
          <a:xfrm>
            <a:off x="60" y="-11113"/>
            <a:ext cx="7624397" cy="1035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8197" name="Rectangle 3"/>
          <p:cNvSpPr>
            <a:spLocks noGrp="1" noChangeArrowheads="1"/>
          </p:cNvSpPr>
          <p:nvPr>
            <p:ph type="body" idx="1"/>
          </p:nvPr>
        </p:nvSpPr>
        <p:spPr bwMode="auto">
          <a:xfrm>
            <a:off x="575901" y="1263650"/>
            <a:ext cx="7882303"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grpSp>
        <p:nvGrpSpPr>
          <p:cNvPr id="8198" name="Group 11"/>
          <p:cNvGrpSpPr>
            <a:grpSpLocks/>
          </p:cNvGrpSpPr>
          <p:nvPr/>
        </p:nvGrpSpPr>
        <p:grpSpPr bwMode="auto">
          <a:xfrm>
            <a:off x="7367954" y="6221413"/>
            <a:ext cx="1647092" cy="539750"/>
            <a:chOff x="4550" y="3098"/>
            <a:chExt cx="1396" cy="422"/>
          </a:xfrm>
        </p:grpSpPr>
        <p:graphicFrame>
          <p:nvGraphicFramePr>
            <p:cNvPr id="8204" name="Object 8"/>
            <p:cNvGraphicFramePr>
              <a:graphicFrameLocks noChangeAspect="1"/>
            </p:cNvGraphicFramePr>
            <p:nvPr/>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13508" name="Photo Editor Photo" r:id="rId14" imgW="2828571" imgH="866896" progId="">
                    <p:embed/>
                  </p:oleObj>
                </mc:Choice>
                <mc:Fallback>
                  <p:oleObj name="Photo Editor Photo" r:id="rId14" imgW="2828571" imgH="866896" progId="">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rgbClr val="7AC043"/>
                              </a:solidFill>
                            </a14:hiddenFill>
                          </a:ext>
                          <a:ext uri="{91240B29-F687-4F45-9708-019B960494DF}">
                            <a14:hiddenLine xmlns:a14="http://schemas.microsoft.com/office/drawing/2010/main" w="9525">
                              <a:solidFill>
                                <a:srgbClr val="00446A"/>
                              </a:solidFill>
                              <a:miter lim="800000"/>
                              <a:headEnd/>
                              <a:tailEnd/>
                            </a14:hiddenLine>
                          </a:ext>
                          <a:ext uri="{AF507438-7753-43E0-B8FC-AC1667EBCBE1}">
                            <a14:hiddenEffects xmlns:a14="http://schemas.microsoft.com/office/drawing/2010/main">
                              <a:effectLst>
                                <a:outerShdw dist="35921" dir="2700000" algn="ctr" rotWithShape="0">
                                  <a:srgbClr val="444444">
                                    <a:alpha val="74997"/>
                                  </a:srgbClr>
                                </a:outerShdw>
                              </a:effectLst>
                            </a14:hiddenEffects>
                          </a:ext>
                        </a:extLst>
                      </p:spPr>
                    </p:pic>
                  </p:oleObj>
                </mc:Fallback>
              </mc:AlternateContent>
            </a:graphicData>
          </a:graphic>
        </p:graphicFrame>
        <p:pic>
          <p:nvPicPr>
            <p:cNvPr id="8205" name="Picture 8" descr="Europa"/>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8199" name="Picture 10" descr="IMI Logo version2 copie"/>
          <p:cNvPicPr>
            <a:picLocks noChangeAspect="1" noChangeArrowheads="1"/>
          </p:cNvPicPr>
          <p:nvPr/>
        </p:nvPicPr>
        <p:blipFill>
          <a:blip r:embed="rId17" cstate="print">
            <a:extLst>
              <a:ext uri="{28A0092B-C50C-407E-A947-70E740481C1C}">
                <a14:useLocalDpi xmlns:a14="http://schemas.microsoft.com/office/drawing/2010/main" val="0"/>
              </a:ext>
            </a:extLst>
          </a:blip>
          <a:srcRect b="17415"/>
          <a:stretch>
            <a:fillRect/>
          </a:stretch>
        </p:blipFill>
        <p:spPr bwMode="auto">
          <a:xfrm>
            <a:off x="7524751" y="57150"/>
            <a:ext cx="1531326"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00" name="Group 11"/>
          <p:cNvGrpSpPr>
            <a:grpSpLocks/>
          </p:cNvGrpSpPr>
          <p:nvPr userDrawn="1"/>
        </p:nvGrpSpPr>
        <p:grpSpPr bwMode="auto">
          <a:xfrm>
            <a:off x="7367954" y="6221413"/>
            <a:ext cx="1647092" cy="539750"/>
            <a:chOff x="4550" y="3098"/>
            <a:chExt cx="1396" cy="422"/>
          </a:xfrm>
        </p:grpSpPr>
        <p:graphicFrame>
          <p:nvGraphicFramePr>
            <p:cNvPr id="8202" name="Object 12"/>
            <p:cNvGraphicFramePr>
              <a:graphicFrameLocks noChangeAspect="1"/>
            </p:cNvGraphicFramePr>
            <p:nvPr/>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13509" name="Photo Editor Photo" r:id="rId18" imgW="2828571" imgH="866896" progId="">
                    <p:embed/>
                  </p:oleObj>
                </mc:Choice>
                <mc:Fallback>
                  <p:oleObj name="Photo Editor Photo" r:id="rId18" imgW="2828571" imgH="866896" progId="">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rgbClr val="7AC043"/>
                              </a:solidFill>
                            </a14:hiddenFill>
                          </a:ext>
                          <a:ext uri="{91240B29-F687-4F45-9708-019B960494DF}">
                            <a14:hiddenLine xmlns:a14="http://schemas.microsoft.com/office/drawing/2010/main" w="9525">
                              <a:solidFill>
                                <a:srgbClr val="00446A"/>
                              </a:solidFill>
                              <a:miter lim="800000"/>
                              <a:headEnd/>
                              <a:tailEnd/>
                            </a14:hiddenLine>
                          </a:ext>
                          <a:ext uri="{AF507438-7753-43E0-B8FC-AC1667EBCBE1}">
                            <a14:hiddenEffects xmlns:a14="http://schemas.microsoft.com/office/drawing/2010/main">
                              <a:effectLst>
                                <a:outerShdw dist="35921" dir="2700000" algn="ctr" rotWithShape="0">
                                  <a:srgbClr val="444444">
                                    <a:alpha val="74997"/>
                                  </a:srgbClr>
                                </a:outerShdw>
                              </a:effectLst>
                            </a14:hiddenEffects>
                          </a:ext>
                        </a:extLst>
                      </p:spPr>
                    </p:pic>
                  </p:oleObj>
                </mc:Fallback>
              </mc:AlternateContent>
            </a:graphicData>
          </a:graphic>
        </p:graphicFrame>
        <p:pic>
          <p:nvPicPr>
            <p:cNvPr id="8203" name="Picture 8" descr="Europa"/>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8201" name="Picture 10" descr="IMI Logo version2 copie"/>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b="17415"/>
          <a:stretch>
            <a:fillRect/>
          </a:stretch>
        </p:blipFill>
        <p:spPr bwMode="auto">
          <a:xfrm>
            <a:off x="7524751" y="57150"/>
            <a:ext cx="1531326"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43480904"/>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Lst>
  <p:timing>
    <p:tnLst>
      <p:par>
        <p:cTn id="1" dur="indefinite" restart="never" nodeType="tmRoot"/>
      </p:par>
    </p:tnLst>
  </p:timing>
  <p:hf hdr="0" ftr="0" dt="0"/>
  <p:txStyles>
    <p:titleStyle>
      <a:lvl1pPr algn="l" rtl="0" eaLnBrk="0" fontAlgn="base" hangingPunct="0">
        <a:spcBef>
          <a:spcPct val="0"/>
        </a:spcBef>
        <a:spcAft>
          <a:spcPct val="0"/>
        </a:spcAft>
        <a:defRPr sz="3600" b="1">
          <a:solidFill>
            <a:srgbClr val="004151"/>
          </a:solidFill>
          <a:latin typeface="Calibri" pitchFamily="34" charset="0"/>
          <a:ea typeface="+mj-ea"/>
          <a:cs typeface="Calibri" pitchFamily="34" charset="0"/>
        </a:defRPr>
      </a:lvl1pPr>
      <a:lvl2pPr algn="l" rtl="0" eaLnBrk="0" fontAlgn="base" hangingPunct="0">
        <a:spcBef>
          <a:spcPct val="0"/>
        </a:spcBef>
        <a:spcAft>
          <a:spcPct val="0"/>
        </a:spcAft>
        <a:defRPr sz="3600" b="1">
          <a:solidFill>
            <a:srgbClr val="004151"/>
          </a:solidFill>
          <a:latin typeface="Calibri" pitchFamily="34" charset="0"/>
          <a:ea typeface="Osaka"/>
          <a:cs typeface="Calibri" pitchFamily="34" charset="0"/>
        </a:defRPr>
      </a:lvl2pPr>
      <a:lvl3pPr algn="l" rtl="0" eaLnBrk="0" fontAlgn="base" hangingPunct="0">
        <a:spcBef>
          <a:spcPct val="0"/>
        </a:spcBef>
        <a:spcAft>
          <a:spcPct val="0"/>
        </a:spcAft>
        <a:defRPr sz="3600" b="1">
          <a:solidFill>
            <a:srgbClr val="004151"/>
          </a:solidFill>
          <a:latin typeface="Calibri" pitchFamily="34" charset="0"/>
          <a:ea typeface="Osaka"/>
          <a:cs typeface="Calibri" pitchFamily="34" charset="0"/>
        </a:defRPr>
      </a:lvl3pPr>
      <a:lvl4pPr algn="l" rtl="0" eaLnBrk="0" fontAlgn="base" hangingPunct="0">
        <a:spcBef>
          <a:spcPct val="0"/>
        </a:spcBef>
        <a:spcAft>
          <a:spcPct val="0"/>
        </a:spcAft>
        <a:defRPr sz="3600" b="1">
          <a:solidFill>
            <a:srgbClr val="004151"/>
          </a:solidFill>
          <a:latin typeface="Calibri" pitchFamily="34" charset="0"/>
          <a:ea typeface="Osaka"/>
          <a:cs typeface="Calibri" pitchFamily="34" charset="0"/>
        </a:defRPr>
      </a:lvl4pPr>
      <a:lvl5pPr algn="l" rtl="0" eaLnBrk="0" fontAlgn="base" hangingPunct="0">
        <a:spcBef>
          <a:spcPct val="0"/>
        </a:spcBef>
        <a:spcAft>
          <a:spcPct val="0"/>
        </a:spcAft>
        <a:defRPr sz="3600" b="1">
          <a:solidFill>
            <a:srgbClr val="004151"/>
          </a:solidFill>
          <a:latin typeface="Calibri" pitchFamily="34" charset="0"/>
          <a:ea typeface="Osaka"/>
          <a:cs typeface="Calibri" pitchFamily="34" charset="0"/>
        </a:defRPr>
      </a:lvl5pPr>
      <a:lvl6pPr marL="457200"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6pPr>
      <a:lvl7pPr marL="914400"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7pPr>
      <a:lvl8pPr marL="1371600"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8pPr>
      <a:lvl9pPr marL="1828800"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9pPr>
    </p:titleStyle>
    <p:bodyStyle>
      <a:lvl1pPr marL="342900" indent="-342900" algn="l" rtl="0" eaLnBrk="0" fontAlgn="base" hangingPunct="0">
        <a:lnSpc>
          <a:spcPct val="150000"/>
        </a:lnSpc>
        <a:spcBef>
          <a:spcPct val="20000"/>
        </a:spcBef>
        <a:spcAft>
          <a:spcPct val="0"/>
        </a:spcAft>
        <a:buClr>
          <a:srgbClr val="004151"/>
        </a:buClr>
        <a:buFont typeface="Times" charset="0"/>
        <a:buChar char="•"/>
        <a:defRPr sz="2800" b="1">
          <a:solidFill>
            <a:srgbClr val="004151"/>
          </a:solidFill>
          <a:latin typeface="Calibri" pitchFamily="34" charset="0"/>
          <a:ea typeface="+mn-ea"/>
          <a:cs typeface="Calibri" pitchFamily="34" charset="0"/>
        </a:defRPr>
      </a:lvl1pPr>
      <a:lvl2pPr marL="742950" indent="-285750" algn="l" rtl="0" eaLnBrk="0" fontAlgn="base" hangingPunct="0">
        <a:lnSpc>
          <a:spcPct val="150000"/>
        </a:lnSpc>
        <a:spcBef>
          <a:spcPct val="20000"/>
        </a:spcBef>
        <a:spcAft>
          <a:spcPct val="0"/>
        </a:spcAft>
        <a:buChar char="–"/>
        <a:defRPr sz="2800">
          <a:solidFill>
            <a:srgbClr val="004151"/>
          </a:solidFill>
          <a:latin typeface="Calibri" pitchFamily="34" charset="0"/>
          <a:ea typeface="+mn-ea"/>
          <a:cs typeface="Calibri" pitchFamily="34" charset="0"/>
        </a:defRPr>
      </a:lvl2pPr>
      <a:lvl3pPr marL="1143000" indent="-228600" algn="l" rtl="0" eaLnBrk="0" fontAlgn="base" hangingPunct="0">
        <a:lnSpc>
          <a:spcPct val="150000"/>
        </a:lnSpc>
        <a:spcBef>
          <a:spcPct val="20000"/>
        </a:spcBef>
        <a:spcAft>
          <a:spcPct val="0"/>
        </a:spcAft>
        <a:buChar char="•"/>
        <a:defRPr sz="2800">
          <a:solidFill>
            <a:srgbClr val="004151"/>
          </a:solidFill>
          <a:latin typeface="Calibri" pitchFamily="34" charset="0"/>
          <a:ea typeface="+mn-ea"/>
          <a:cs typeface="Calibri" pitchFamily="34" charset="0"/>
        </a:defRPr>
      </a:lvl3pPr>
      <a:lvl4pPr marL="1600200" indent="-228600" algn="l" rtl="0" eaLnBrk="0" fontAlgn="base" hangingPunct="0">
        <a:lnSpc>
          <a:spcPct val="150000"/>
        </a:lnSpc>
        <a:spcBef>
          <a:spcPct val="20000"/>
        </a:spcBef>
        <a:spcAft>
          <a:spcPct val="0"/>
        </a:spcAft>
        <a:buChar char="–"/>
        <a:defRPr sz="2400">
          <a:solidFill>
            <a:srgbClr val="004151"/>
          </a:solidFill>
          <a:latin typeface="Calibri" pitchFamily="34" charset="0"/>
          <a:ea typeface="+mn-ea"/>
          <a:cs typeface="Calibri" pitchFamily="34" charset="0"/>
        </a:defRPr>
      </a:lvl4pPr>
      <a:lvl5pPr marL="2057400" indent="-228600" algn="l" rtl="0" eaLnBrk="0" fontAlgn="base" hangingPunct="0">
        <a:lnSpc>
          <a:spcPct val="150000"/>
        </a:lnSpc>
        <a:spcBef>
          <a:spcPct val="20000"/>
        </a:spcBef>
        <a:spcAft>
          <a:spcPct val="0"/>
        </a:spcAft>
        <a:buChar char="»"/>
        <a:defRPr sz="2400">
          <a:solidFill>
            <a:srgbClr val="004151"/>
          </a:solidFill>
          <a:latin typeface="Calibri" pitchFamily="34" charset="0"/>
          <a:ea typeface="+mn-ea"/>
          <a:cs typeface="Calibri" pitchFamily="34" charset="0"/>
        </a:defRPr>
      </a:lvl5pPr>
      <a:lvl6pPr marL="2514600" indent="-228600" algn="l" rtl="0" eaLnBrk="0" fontAlgn="base" hangingPunct="0">
        <a:spcBef>
          <a:spcPct val="20000"/>
        </a:spcBef>
        <a:spcAft>
          <a:spcPct val="0"/>
        </a:spcAft>
        <a:buChar char="»"/>
        <a:defRPr sz="2000">
          <a:solidFill>
            <a:schemeClr val="tx1"/>
          </a:solidFill>
          <a:latin typeface="+mn-lt"/>
          <a:ea typeface="+mn-ea"/>
          <a:cs typeface="+mn-cs"/>
        </a:defRPr>
      </a:lvl6pPr>
      <a:lvl7pPr marL="2971800" indent="-228600" algn="l" rtl="0" eaLnBrk="0" fontAlgn="base" hangingPunct="0">
        <a:spcBef>
          <a:spcPct val="20000"/>
        </a:spcBef>
        <a:spcAft>
          <a:spcPct val="0"/>
        </a:spcAft>
        <a:buChar char="»"/>
        <a:defRPr sz="2000">
          <a:solidFill>
            <a:schemeClr val="tx1"/>
          </a:solidFill>
          <a:latin typeface="+mn-lt"/>
          <a:ea typeface="+mn-ea"/>
          <a:cs typeface="+mn-cs"/>
        </a:defRPr>
      </a:lvl7pPr>
      <a:lvl8pPr marL="3429000" indent="-228600" algn="l" rtl="0" eaLnBrk="0" fontAlgn="base" hangingPunct="0">
        <a:spcBef>
          <a:spcPct val="20000"/>
        </a:spcBef>
        <a:spcAft>
          <a:spcPct val="0"/>
        </a:spcAft>
        <a:buChar char="»"/>
        <a:defRPr sz="2000">
          <a:solidFill>
            <a:schemeClr val="tx1"/>
          </a:solidFill>
          <a:latin typeface="+mn-lt"/>
          <a:ea typeface="+mn-ea"/>
          <a:cs typeface="+mn-cs"/>
        </a:defRPr>
      </a:lvl8pPr>
      <a:lvl9pPr marL="3886200" indent="-228600" algn="l" rtl="0" eaLnBrk="0" fontAlgn="base" hangingPunct="0">
        <a:spcBef>
          <a:spcPct val="20000"/>
        </a:spcBef>
        <a:spcAft>
          <a:spcPct val="0"/>
        </a:spcAft>
        <a:buChar char="»"/>
        <a:defRPr sz="20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457"/>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457"/>
            <a:ext cx="490904"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6FC7B2A1-B337-4C54-AE9C-38793FA6EB13}" type="slidenum">
              <a:rPr lang="fr-BE">
                <a:latin typeface="Arial" pitchFamily="34" charset="0"/>
                <a:ea typeface="ヒラギノ角ゴ Pro W3" charset="-128"/>
              </a:rPr>
              <a:pPr fontAlgn="base">
                <a:spcBef>
                  <a:spcPct val="0"/>
                </a:spcBef>
                <a:spcAft>
                  <a:spcPct val="0"/>
                </a:spcAft>
                <a:defRPr/>
              </a:pPr>
              <a:t>‹#›</a:t>
            </a:fld>
            <a:endParaRPr lang="fr-BE">
              <a:latin typeface="Arial" pitchFamily="34" charset="0"/>
              <a:ea typeface="ヒラギノ角ゴ Pro W3" charset="-128"/>
            </a:endParaRPr>
          </a:p>
        </p:txBody>
      </p:sp>
      <p:cxnSp>
        <p:nvCxnSpPr>
          <p:cNvPr id="8" name="Connecteur droit 7"/>
          <p:cNvCxnSpPr/>
          <p:nvPr userDrawn="1"/>
        </p:nvCxnSpPr>
        <p:spPr>
          <a:xfrm>
            <a:off x="5"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125" name="Picture 10" descr="IMI Logo version2 copie"/>
          <p:cNvPicPr>
            <a:picLocks noChangeAspect="1" noChangeArrowheads="1"/>
          </p:cNvPicPr>
          <p:nvPr userDrawn="1"/>
        </p:nvPicPr>
        <p:blipFill>
          <a:blip r:embed="rId3">
            <a:extLst>
              <a:ext uri="{28A0092B-C50C-407E-A947-70E740481C1C}">
                <a14:useLocalDpi xmlns:a14="http://schemas.microsoft.com/office/drawing/2010/main" val="0"/>
              </a:ext>
            </a:extLst>
          </a:blip>
          <a:srcRect b="17415"/>
          <a:stretch>
            <a:fillRect/>
          </a:stretch>
        </p:blipFill>
        <p:spPr bwMode="auto">
          <a:xfrm>
            <a:off x="7205301" y="142982"/>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GB">
              <a:solidFill>
                <a:prstClr val="black"/>
              </a:solidFill>
              <a:latin typeface="Arial" pitchFamily="34" charset="0"/>
              <a:ea typeface="ヒラギノ角ゴ Pro W3" charset="-128"/>
            </a:endParaRPr>
          </a:p>
        </p:txBody>
      </p:sp>
      <p:pic>
        <p:nvPicPr>
          <p:cNvPr id="5127" name="Picture 11" descr="imi logo 3.jpg"/>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 y="5381732"/>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8" name="Group 11"/>
          <p:cNvGrpSpPr>
            <a:grpSpLocks/>
          </p:cNvGrpSpPr>
          <p:nvPr userDrawn="1"/>
        </p:nvGrpSpPr>
        <p:grpSpPr bwMode="auto">
          <a:xfrm>
            <a:off x="7026573" y="6296025"/>
            <a:ext cx="1783373" cy="539750"/>
            <a:chOff x="4550" y="3098"/>
            <a:chExt cx="1396" cy="422"/>
          </a:xfrm>
        </p:grpSpPr>
        <p:graphicFrame>
          <p:nvGraphicFramePr>
            <p:cNvPr id="5129" name="Object 12"/>
            <p:cNvGraphicFramePr>
              <a:graphicFrameLocks noChangeAspect="1"/>
            </p:cNvGraphicFramePr>
            <p:nvPr userDrawn="1"/>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15459" name="Photo Editor Photo" r:id="rId5" imgW="2828571" imgH="866896" progId="">
                    <p:embed/>
                  </p:oleObj>
                </mc:Choice>
                <mc:Fallback>
                  <p:oleObj name="Photo Editor Photo" r:id="rId5" imgW="2828571" imgH="866896"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5130" name="Picture 8" descr="Europ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959182996"/>
      </p:ext>
    </p:extLst>
  </p:cSld>
  <p:clrMap bg1="lt1" tx1="dk1" bg2="lt2" tx2="dk2" accent1="accent1" accent2="accent2" accent3="accent3" accent4="accent4" accent5="accent5" accent6="accent6" hlink="hlink" folHlink="folHlink"/>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Line 6"/>
          <p:cNvSpPr>
            <a:spLocks noChangeShapeType="1"/>
          </p:cNvSpPr>
          <p:nvPr/>
        </p:nvSpPr>
        <p:spPr bwMode="auto">
          <a:xfrm flipH="1">
            <a:off x="685827" y="6172200"/>
            <a:ext cx="7772400" cy="0"/>
          </a:xfrm>
          <a:prstGeom prst="line">
            <a:avLst/>
          </a:prstGeom>
          <a:noFill/>
          <a:ln w="28575">
            <a:solidFill>
              <a:srgbClr val="66BC29"/>
            </a:solidFill>
            <a:round/>
            <a:headEnd/>
            <a:tailEnd/>
          </a:ln>
        </p:spPr>
        <p:txBody>
          <a:bodyPr wrap="none" anchor="ctr"/>
          <a:lstStyle/>
          <a:p>
            <a:pPr fontAlgn="base">
              <a:spcBef>
                <a:spcPct val="0"/>
              </a:spcBef>
              <a:spcAft>
                <a:spcPct val="0"/>
              </a:spcAft>
              <a:defRPr/>
            </a:pPr>
            <a:endParaRPr lang="en-GB" sz="2400">
              <a:solidFill>
                <a:srgbClr val="00446A"/>
              </a:solidFill>
              <a:latin typeface="Arial" charset="0"/>
              <a:ea typeface="ヒラギノ角ゴ Pro W3" pitchFamily="1" charset="-128"/>
            </a:endParaRPr>
          </a:p>
        </p:txBody>
      </p:sp>
      <p:pic>
        <p:nvPicPr>
          <p:cNvPr id="1030" name="Picture 11" descr="imi logo 3.jpg"/>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2" y="5215132"/>
            <a:ext cx="719504" cy="148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Rectangle 2"/>
          <p:cNvSpPr>
            <a:spLocks noGrp="1" noChangeArrowheads="1"/>
          </p:cNvSpPr>
          <p:nvPr>
            <p:ph type="title"/>
          </p:nvPr>
        </p:nvSpPr>
        <p:spPr bwMode="auto">
          <a:xfrm>
            <a:off x="685800" y="381001"/>
            <a:ext cx="6096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32" name="Rectangle 3"/>
          <p:cNvSpPr>
            <a:spLocks noGrp="1" noChangeArrowheads="1"/>
          </p:cNvSpPr>
          <p:nvPr>
            <p:ph type="body" idx="1"/>
          </p:nvPr>
        </p:nvSpPr>
        <p:spPr bwMode="auto">
          <a:xfrm>
            <a:off x="685827" y="1371681"/>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Rectangle 4"/>
          <p:cNvSpPr>
            <a:spLocks noGrp="1" noChangeArrowheads="1"/>
          </p:cNvSpPr>
          <p:nvPr>
            <p:ph type="ftr" sz="quarter" idx="3"/>
          </p:nvPr>
        </p:nvSpPr>
        <p:spPr bwMode="auto">
          <a:xfrm>
            <a:off x="2209806" y="6248400"/>
            <a:ext cx="4800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defRPr sz="1200">
                <a:solidFill>
                  <a:srgbClr val="004151"/>
                </a:solidFill>
                <a:latin typeface="+mn-lt"/>
                <a:ea typeface="+mn-ea"/>
                <a:cs typeface="+mn-cs"/>
              </a:defRPr>
            </a:lvl1pPr>
          </a:lstStyle>
          <a:p>
            <a:pPr eaLnBrk="0" fontAlgn="base" hangingPunct="0">
              <a:spcBef>
                <a:spcPct val="0"/>
              </a:spcBef>
              <a:spcAft>
                <a:spcPct val="0"/>
              </a:spcAft>
              <a:defRPr/>
            </a:pPr>
            <a:endParaRPr lang="en-GB"/>
          </a:p>
        </p:txBody>
      </p:sp>
      <p:grpSp>
        <p:nvGrpSpPr>
          <p:cNvPr id="1034" name="Group 11"/>
          <p:cNvGrpSpPr>
            <a:grpSpLocks/>
          </p:cNvGrpSpPr>
          <p:nvPr/>
        </p:nvGrpSpPr>
        <p:grpSpPr bwMode="auto">
          <a:xfrm>
            <a:off x="7367954" y="6221413"/>
            <a:ext cx="1647092" cy="539750"/>
            <a:chOff x="4550" y="3098"/>
            <a:chExt cx="1396" cy="422"/>
          </a:xfrm>
        </p:grpSpPr>
        <p:graphicFrame>
          <p:nvGraphicFramePr>
            <p:cNvPr id="1027" name="Object 8"/>
            <p:cNvGraphicFramePr>
              <a:graphicFrameLocks noChangeAspect="1"/>
            </p:cNvGraphicFramePr>
            <p:nvPr/>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16580" name="Photo Editor Photo" r:id="rId16" imgW="2828571" imgH="866896" progId="">
                    <p:embed/>
                  </p:oleObj>
                </mc:Choice>
                <mc:Fallback>
                  <p:oleObj name="Photo Editor Photo" r:id="rId16" imgW="2828571" imgH="866896" progId="">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pic>
          <p:nvPicPr>
            <p:cNvPr id="1038" name="Picture 8" descr="Europa"/>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35" name="Group 11"/>
          <p:cNvGrpSpPr>
            <a:grpSpLocks/>
          </p:cNvGrpSpPr>
          <p:nvPr userDrawn="1"/>
        </p:nvGrpSpPr>
        <p:grpSpPr bwMode="auto">
          <a:xfrm>
            <a:off x="7367954" y="6221413"/>
            <a:ext cx="1647092" cy="539750"/>
            <a:chOff x="4550" y="3098"/>
            <a:chExt cx="1396" cy="422"/>
          </a:xfrm>
        </p:grpSpPr>
        <p:graphicFrame>
          <p:nvGraphicFramePr>
            <p:cNvPr id="1026" name="Object 12"/>
            <p:cNvGraphicFramePr>
              <a:graphicFrameLocks noChangeAspect="1"/>
            </p:cNvGraphicFramePr>
            <p:nvPr/>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16581" name="Photo Editor Photo" r:id="rId19" imgW="2828571" imgH="866896" progId="">
                    <p:embed/>
                  </p:oleObj>
                </mc:Choice>
                <mc:Fallback>
                  <p:oleObj name="Photo Editor Photo" r:id="rId19" imgW="2828571" imgH="866896" progId="">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pic>
          <p:nvPicPr>
            <p:cNvPr id="1037" name="Picture 8" descr="Europa"/>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36" name="Picture 10" descr="IMI Logo version2 copie"/>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b="17415"/>
          <a:stretch>
            <a:fillRect/>
          </a:stretch>
        </p:blipFill>
        <p:spPr bwMode="auto">
          <a:xfrm>
            <a:off x="7869190" y="57150"/>
            <a:ext cx="1186962"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9372710"/>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Lst>
  <p:hf hdr="0" ft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2pPr>
      <a:lvl3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3pPr>
      <a:lvl4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4pPr>
      <a:lvl5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5pPr>
      <a:lvl6pPr marL="457200"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6pPr>
      <a:lvl7pPr marL="914400"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7pPr>
      <a:lvl8pPr marL="1371600"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8pPr>
      <a:lvl9pPr marL="1828800"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9pPr>
    </p:titleStyle>
    <p:bodyStyle>
      <a:lvl1pPr marL="342900" indent="-342900" algn="l" rtl="0" eaLnBrk="0" fontAlgn="base" hangingPunct="0">
        <a:spcBef>
          <a:spcPct val="20000"/>
        </a:spcBef>
        <a:spcAft>
          <a:spcPct val="0"/>
        </a:spcAft>
        <a:buClr>
          <a:srgbClr val="004151"/>
        </a:buClr>
        <a:buFont typeface="Times" charset="0"/>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eaLnBrk="0" fontAlgn="base" hangingPunct="0">
        <a:spcBef>
          <a:spcPct val="20000"/>
        </a:spcBef>
        <a:spcAft>
          <a:spcPct val="0"/>
        </a:spcAft>
        <a:buChar char="»"/>
        <a:defRPr sz="2000">
          <a:solidFill>
            <a:schemeClr val="tx1"/>
          </a:solidFill>
          <a:latin typeface="+mn-lt"/>
          <a:ea typeface="+mn-ea"/>
          <a:cs typeface="+mn-cs"/>
        </a:defRPr>
      </a:lvl6pPr>
      <a:lvl7pPr marL="2971800" indent="-228600" algn="l" rtl="0" eaLnBrk="0" fontAlgn="base" hangingPunct="0">
        <a:spcBef>
          <a:spcPct val="20000"/>
        </a:spcBef>
        <a:spcAft>
          <a:spcPct val="0"/>
        </a:spcAft>
        <a:buChar char="»"/>
        <a:defRPr sz="2000">
          <a:solidFill>
            <a:schemeClr val="tx1"/>
          </a:solidFill>
          <a:latin typeface="+mn-lt"/>
          <a:ea typeface="+mn-ea"/>
          <a:cs typeface="+mn-cs"/>
        </a:defRPr>
      </a:lvl7pPr>
      <a:lvl8pPr marL="3429000" indent="-228600" algn="l" rtl="0" eaLnBrk="0" fontAlgn="base" hangingPunct="0">
        <a:spcBef>
          <a:spcPct val="20000"/>
        </a:spcBef>
        <a:spcAft>
          <a:spcPct val="0"/>
        </a:spcAft>
        <a:buChar char="»"/>
        <a:defRPr sz="2000">
          <a:solidFill>
            <a:schemeClr val="tx1"/>
          </a:solidFill>
          <a:latin typeface="+mn-lt"/>
          <a:ea typeface="+mn-ea"/>
          <a:cs typeface="+mn-cs"/>
        </a:defRPr>
      </a:lvl8pPr>
      <a:lvl9pPr marL="3886200" indent="-228600" algn="l" rtl="0" eaLnBrk="0" fontAlgn="base" hangingPunct="0">
        <a:spcBef>
          <a:spcPct val="20000"/>
        </a:spcBef>
        <a:spcAft>
          <a:spcPct val="0"/>
        </a:spcAft>
        <a:buChar char="»"/>
        <a:defRPr sz="20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443"/>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443"/>
            <a:ext cx="490904"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6FC7B2A1-B337-4C54-AE9C-38793FA6EB13}" type="slidenum">
              <a:rPr lang="fr-BE">
                <a:latin typeface="Arial" pitchFamily="34" charset="0"/>
                <a:ea typeface="ヒラギノ角ゴ Pro W3" charset="-128"/>
              </a:rPr>
              <a:pPr fontAlgn="base">
                <a:spcBef>
                  <a:spcPct val="0"/>
                </a:spcBef>
                <a:spcAft>
                  <a:spcPct val="0"/>
                </a:spcAft>
                <a:defRPr/>
              </a:pPr>
              <a:t>‹#›</a:t>
            </a:fld>
            <a:endParaRPr lang="fr-BE">
              <a:latin typeface="Arial" pitchFamily="34" charset="0"/>
              <a:ea typeface="ヒラギノ角ゴ Pro W3" charset="-128"/>
            </a:endParaRPr>
          </a:p>
        </p:txBody>
      </p:sp>
      <p:cxnSp>
        <p:nvCxnSpPr>
          <p:cNvPr id="8" name="Connecteur droit 7"/>
          <p:cNvCxnSpPr/>
          <p:nvPr userDrawn="1"/>
        </p:nvCxnSpPr>
        <p:spPr>
          <a:xfrm>
            <a:off x="5"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125" name="Picture 10" descr="IMI Logo version2 copie"/>
          <p:cNvPicPr>
            <a:picLocks noChangeAspect="1" noChangeArrowheads="1"/>
          </p:cNvPicPr>
          <p:nvPr userDrawn="1"/>
        </p:nvPicPr>
        <p:blipFill>
          <a:blip r:embed="rId4">
            <a:extLst>
              <a:ext uri="{28A0092B-C50C-407E-A947-70E740481C1C}">
                <a14:useLocalDpi xmlns:a14="http://schemas.microsoft.com/office/drawing/2010/main" val="0"/>
              </a:ext>
            </a:extLst>
          </a:blip>
          <a:srcRect b="17415"/>
          <a:stretch>
            <a:fillRect/>
          </a:stretch>
        </p:blipFill>
        <p:spPr bwMode="auto">
          <a:xfrm>
            <a:off x="7205301" y="142968"/>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GB">
              <a:solidFill>
                <a:prstClr val="black"/>
              </a:solidFill>
              <a:latin typeface="Arial" pitchFamily="34" charset="0"/>
              <a:ea typeface="ヒラギノ角ゴ Pro W3" charset="-128"/>
            </a:endParaRPr>
          </a:p>
        </p:txBody>
      </p:sp>
      <p:pic>
        <p:nvPicPr>
          <p:cNvPr id="5127" name="Picture 11" descr="imi logo 3.jpg"/>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 y="5381718"/>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8" name="Group 11"/>
          <p:cNvGrpSpPr>
            <a:grpSpLocks/>
          </p:cNvGrpSpPr>
          <p:nvPr userDrawn="1"/>
        </p:nvGrpSpPr>
        <p:grpSpPr bwMode="auto">
          <a:xfrm>
            <a:off x="7026566" y="6296025"/>
            <a:ext cx="1783373" cy="539750"/>
            <a:chOff x="4550" y="3098"/>
            <a:chExt cx="1396" cy="422"/>
          </a:xfrm>
        </p:grpSpPr>
        <p:graphicFrame>
          <p:nvGraphicFramePr>
            <p:cNvPr id="5129" name="Object 12"/>
            <p:cNvGraphicFramePr>
              <a:graphicFrameLocks noChangeAspect="1"/>
            </p:cNvGraphicFramePr>
            <p:nvPr userDrawn="1"/>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17507" name="Photo Editor Photo" r:id="rId6" imgW="2828571" imgH="866896" progId="">
                    <p:embed/>
                  </p:oleObj>
                </mc:Choice>
                <mc:Fallback>
                  <p:oleObj name="Photo Editor Photo" r:id="rId6" imgW="2828571" imgH="866896"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5130" name="Picture 8" descr="Europa"/>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539063852"/>
      </p:ext>
    </p:extLst>
  </p:cSld>
  <p:clrMap bg1="lt1" tx1="dk1" bg2="lt2" tx2="dk2" accent1="accent1" accent2="accent2" accent3="accent3" accent4="accent4" accent5="accent5" accent6="accent6" hlink="hlink" folHlink="folHlink"/>
  <p:sldLayoutIdLst>
    <p:sldLayoutId id="2147483760" r:id="rId1"/>
  </p:sldLayoutIdLst>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439"/>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439"/>
            <a:ext cx="490904"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fontAlgn="base">
              <a:spcBef>
                <a:spcPct val="0"/>
              </a:spcBef>
              <a:spcAft>
                <a:spcPct val="0"/>
              </a:spcAft>
              <a:defRPr/>
            </a:pPr>
            <a:fld id="{53C94680-59F9-45DD-98CA-E28754F07CAF}" type="slidenum">
              <a:rPr lang="fr-BE">
                <a:latin typeface="Arial" pitchFamily="34" charset="0"/>
                <a:ea typeface="ヒラギノ角ゴ Pro W3" pitchFamily="-84" charset="-128"/>
              </a:rPr>
              <a:pPr fontAlgn="base">
                <a:spcBef>
                  <a:spcPct val="0"/>
                </a:spcBef>
                <a:spcAft>
                  <a:spcPct val="0"/>
                </a:spcAft>
                <a:defRPr/>
              </a:pPr>
              <a:t>‹#›</a:t>
            </a:fld>
            <a:endParaRPr lang="fr-BE">
              <a:latin typeface="Arial" pitchFamily="34" charset="0"/>
              <a:ea typeface="ヒラギノ角ゴ Pro W3" pitchFamily="-84" charset="-128"/>
            </a:endParaRPr>
          </a:p>
        </p:txBody>
      </p:sp>
      <p:cxnSp>
        <p:nvCxnSpPr>
          <p:cNvPr id="8" name="Connecteur droit 7"/>
          <p:cNvCxnSpPr/>
          <p:nvPr userDrawn="1"/>
        </p:nvCxnSpPr>
        <p:spPr>
          <a:xfrm>
            <a:off x="5"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53" name="Picture 10" descr="IMI Logo version2 copie"/>
          <p:cNvPicPr>
            <a:picLocks noChangeAspect="1" noChangeArrowheads="1"/>
          </p:cNvPicPr>
          <p:nvPr userDrawn="1"/>
        </p:nvPicPr>
        <p:blipFill>
          <a:blip r:embed="rId4">
            <a:extLst>
              <a:ext uri="{28A0092B-C50C-407E-A947-70E740481C1C}">
                <a14:useLocalDpi xmlns:a14="http://schemas.microsoft.com/office/drawing/2010/main" val="0"/>
              </a:ext>
            </a:extLst>
          </a:blip>
          <a:srcRect b="17415"/>
          <a:stretch>
            <a:fillRect/>
          </a:stretch>
        </p:blipFill>
        <p:spPr bwMode="auto">
          <a:xfrm>
            <a:off x="7205301" y="142964"/>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4"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fr-BE">
              <a:solidFill>
                <a:prstClr val="black"/>
              </a:solidFill>
              <a:latin typeface="Arial" pitchFamily="34" charset="0"/>
              <a:ea typeface="ヒラギノ角ゴ Pro W3" pitchFamily="-84" charset="-128"/>
            </a:endParaRPr>
          </a:p>
        </p:txBody>
      </p:sp>
      <p:pic>
        <p:nvPicPr>
          <p:cNvPr id="2055" name="Picture 11" descr="imi logo 3.jpg"/>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 y="5381714"/>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56" name="Group 11"/>
          <p:cNvGrpSpPr>
            <a:grpSpLocks/>
          </p:cNvGrpSpPr>
          <p:nvPr userDrawn="1"/>
        </p:nvGrpSpPr>
        <p:grpSpPr bwMode="auto">
          <a:xfrm>
            <a:off x="7026564" y="6296025"/>
            <a:ext cx="1783373" cy="539750"/>
            <a:chOff x="4550" y="3098"/>
            <a:chExt cx="1396" cy="422"/>
          </a:xfrm>
        </p:grpSpPr>
        <p:graphicFrame>
          <p:nvGraphicFramePr>
            <p:cNvPr id="2057" name="Object 41"/>
            <p:cNvGraphicFramePr>
              <a:graphicFrameLocks noChangeAspect="1"/>
            </p:cNvGraphicFramePr>
            <p:nvPr/>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19551" name="Photo Editor Photo" r:id="rId6" imgW="2828571" imgH="866896" progId="">
                    <p:embed/>
                  </p:oleObj>
                </mc:Choice>
                <mc:Fallback>
                  <p:oleObj name="Photo Editor Photo" r:id="rId6" imgW="2828571" imgH="866896"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2058" name="Picture 8" descr="Europa"/>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99757118"/>
      </p:ext>
    </p:extLst>
  </p:cSld>
  <p:clrMap bg1="lt1" tx1="dk1" bg2="lt2" tx2="dk2" accent1="accent1" accent2="accent2" accent3="accent3" accent4="accent4" accent5="accent5" accent6="accent6" hlink="hlink" folHlink="folHlink"/>
  <p:sldLayoutIdLst>
    <p:sldLayoutId id="2147483763" r:id="rId1"/>
  </p:sldLayoutIdLst>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429"/>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429"/>
            <a:ext cx="490904"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fontAlgn="base">
              <a:spcBef>
                <a:spcPct val="0"/>
              </a:spcBef>
              <a:spcAft>
                <a:spcPct val="0"/>
              </a:spcAft>
              <a:defRPr/>
            </a:pPr>
            <a:fld id="{E20CE0BF-A659-4A0F-9180-B0B771735FD3}" type="slidenum">
              <a:rPr lang="fr-BE">
                <a:latin typeface="Arial" pitchFamily="34" charset="0"/>
                <a:ea typeface="ヒラギノ角ゴ Pro W3" pitchFamily="-84" charset="-128"/>
              </a:rPr>
              <a:pPr fontAlgn="base">
                <a:spcBef>
                  <a:spcPct val="0"/>
                </a:spcBef>
                <a:spcAft>
                  <a:spcPct val="0"/>
                </a:spcAft>
                <a:defRPr/>
              </a:pPr>
              <a:t>‹#›</a:t>
            </a:fld>
            <a:endParaRPr lang="fr-BE">
              <a:latin typeface="Arial" pitchFamily="34" charset="0"/>
              <a:ea typeface="ヒラギノ角ゴ Pro W3" pitchFamily="-84" charset="-128"/>
            </a:endParaRPr>
          </a:p>
        </p:txBody>
      </p:sp>
      <p:cxnSp>
        <p:nvCxnSpPr>
          <p:cNvPr id="8" name="Connecteur droit 7"/>
          <p:cNvCxnSpPr/>
          <p:nvPr userDrawn="1"/>
        </p:nvCxnSpPr>
        <p:spPr>
          <a:xfrm>
            <a:off x="5"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3317" name="Picture 10" descr="IMI Logo version2 copie"/>
          <p:cNvPicPr>
            <a:picLocks noChangeAspect="1" noChangeArrowheads="1"/>
          </p:cNvPicPr>
          <p:nvPr userDrawn="1"/>
        </p:nvPicPr>
        <p:blipFill>
          <a:blip r:embed="rId4">
            <a:extLst>
              <a:ext uri="{28A0092B-C50C-407E-A947-70E740481C1C}">
                <a14:useLocalDpi xmlns:a14="http://schemas.microsoft.com/office/drawing/2010/main" val="0"/>
              </a:ext>
            </a:extLst>
          </a:blip>
          <a:srcRect b="17415"/>
          <a:stretch>
            <a:fillRect/>
          </a:stretch>
        </p:blipFill>
        <p:spPr bwMode="auto">
          <a:xfrm>
            <a:off x="7205301" y="142954"/>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fr-BE">
              <a:solidFill>
                <a:prstClr val="black"/>
              </a:solidFill>
              <a:latin typeface="Arial" pitchFamily="34" charset="0"/>
              <a:ea typeface="ヒラギノ角ゴ Pro W3" pitchFamily="-84" charset="-128"/>
            </a:endParaRPr>
          </a:p>
        </p:txBody>
      </p:sp>
      <p:pic>
        <p:nvPicPr>
          <p:cNvPr id="13319" name="Picture 11" descr="imi logo 3.jpg"/>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 y="5381704"/>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320" name="Group 11"/>
          <p:cNvGrpSpPr>
            <a:grpSpLocks/>
          </p:cNvGrpSpPr>
          <p:nvPr userDrawn="1"/>
        </p:nvGrpSpPr>
        <p:grpSpPr bwMode="auto">
          <a:xfrm>
            <a:off x="7026559" y="6296025"/>
            <a:ext cx="1783373" cy="539750"/>
            <a:chOff x="4550" y="3098"/>
            <a:chExt cx="1396" cy="422"/>
          </a:xfrm>
        </p:grpSpPr>
        <p:graphicFrame>
          <p:nvGraphicFramePr>
            <p:cNvPr id="13321" name="Object 12"/>
            <p:cNvGraphicFramePr>
              <a:graphicFrameLocks noChangeAspect="1"/>
            </p:cNvGraphicFramePr>
            <p:nvPr userDrawn="1"/>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20575" name="Photo Editor Photo" r:id="rId6" imgW="2828571" imgH="866896" progId="">
                    <p:embed/>
                  </p:oleObj>
                </mc:Choice>
                <mc:Fallback>
                  <p:oleObj name="Photo Editor Photo" r:id="rId6" imgW="2828571" imgH="866896"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13322" name="Picture 8" descr="Europa"/>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504873436"/>
      </p:ext>
    </p:extLst>
  </p:cSld>
  <p:clrMap bg1="lt1" tx1="dk1" bg2="lt2" tx2="dk2" accent1="accent1" accent2="accent2" accent3="accent3" accent4="accent4" accent5="accent5" accent6="accent6" hlink="hlink" folHlink="folHlink"/>
  <p:sldLayoutIdLst>
    <p:sldLayoutId id="2147483766" r:id="rId1"/>
  </p:sldLayoutIdLst>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4177365"/>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Lst>
  <p:hf hdr="0" ftr="0" dt="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cs typeface="Arial" pitchFamily="34" charset="0"/>
        </a:defRPr>
      </a:lvl2pPr>
      <a:lvl3pPr algn="ctr" rtl="0" eaLnBrk="0" fontAlgn="base" hangingPunct="0">
        <a:spcBef>
          <a:spcPct val="0"/>
        </a:spcBef>
        <a:spcAft>
          <a:spcPct val="0"/>
        </a:spcAft>
        <a:defRPr sz="4400">
          <a:solidFill>
            <a:schemeClr val="tx1"/>
          </a:solidFill>
          <a:latin typeface="Calibri" pitchFamily="34" charset="0"/>
          <a:cs typeface="Arial" pitchFamily="34" charset="0"/>
        </a:defRPr>
      </a:lvl3pPr>
      <a:lvl4pPr algn="ctr" rtl="0" eaLnBrk="0" fontAlgn="base" hangingPunct="0">
        <a:spcBef>
          <a:spcPct val="0"/>
        </a:spcBef>
        <a:spcAft>
          <a:spcPct val="0"/>
        </a:spcAft>
        <a:defRPr sz="4400">
          <a:solidFill>
            <a:schemeClr val="tx1"/>
          </a:solidFill>
          <a:latin typeface="Calibri" pitchFamily="34" charset="0"/>
          <a:cs typeface="Arial" pitchFamily="34" charset="0"/>
        </a:defRPr>
      </a:lvl4pPr>
      <a:lvl5pPr algn="ctr" rtl="0" eaLnBrk="0" fontAlgn="base" hangingPunct="0">
        <a:spcBef>
          <a:spcPct val="0"/>
        </a:spcBef>
        <a:spcAft>
          <a:spcPct val="0"/>
        </a:spcAft>
        <a:defRPr sz="4400">
          <a:solidFill>
            <a:schemeClr val="tx1"/>
          </a:solidFill>
          <a:latin typeface="Calibri"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cs typeface="Arial" pitchFamily="34" charset="0"/>
        </a:defRPr>
      </a:lvl6pPr>
      <a:lvl7pPr marL="914400" algn="ctr" rtl="0" eaLnBrk="1" fontAlgn="base" hangingPunct="1">
        <a:spcBef>
          <a:spcPct val="0"/>
        </a:spcBef>
        <a:spcAft>
          <a:spcPct val="0"/>
        </a:spcAft>
        <a:defRPr sz="4400">
          <a:solidFill>
            <a:schemeClr val="tx1"/>
          </a:solidFill>
          <a:latin typeface="Calibri" pitchFamily="34" charset="0"/>
          <a:cs typeface="Arial" pitchFamily="34" charset="0"/>
        </a:defRPr>
      </a:lvl7pPr>
      <a:lvl8pPr marL="1371600" algn="ctr" rtl="0" eaLnBrk="1" fontAlgn="base" hangingPunct="1">
        <a:spcBef>
          <a:spcPct val="0"/>
        </a:spcBef>
        <a:spcAft>
          <a:spcPct val="0"/>
        </a:spcAft>
        <a:defRPr sz="4400">
          <a:solidFill>
            <a:schemeClr val="tx1"/>
          </a:solidFill>
          <a:latin typeface="Calibri" pitchFamily="34" charset="0"/>
          <a:cs typeface="Arial" pitchFamily="34" charset="0"/>
        </a:defRPr>
      </a:lvl8pPr>
      <a:lvl9pPr marL="1828800" algn="ctr" rtl="0" eaLnBrk="1" fontAlgn="base" hangingPunct="1">
        <a:spcBef>
          <a:spcPct val="0"/>
        </a:spcBef>
        <a:spcAft>
          <a:spcPct val="0"/>
        </a:spcAft>
        <a:defRPr sz="4400">
          <a:solidFill>
            <a:schemeClr val="tx1"/>
          </a:solidFill>
          <a:latin typeface="Calibri"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a:solidFill>
            <a:schemeClr val="tx1"/>
          </a:solidFill>
          <a:latin typeface="+mn-lt"/>
          <a:cs typeface="+mn-cs"/>
        </a:defRPr>
      </a:lvl2pPr>
      <a:lvl3pPr marL="1143000" indent="-228600" algn="l" rtl="0" eaLnBrk="0" fontAlgn="base" hangingPunct="0">
        <a:spcBef>
          <a:spcPct val="20000"/>
        </a:spcBef>
        <a:spcAft>
          <a:spcPct val="0"/>
        </a:spcAft>
        <a:buFont typeface="Arial" pitchFamily="34" charset="0"/>
        <a:buChar char="•"/>
        <a:defRPr sz="2400">
          <a:solidFill>
            <a:schemeClr val="tx1"/>
          </a:solidFill>
          <a:latin typeface="+mn-lt"/>
          <a:cs typeface="+mn-cs"/>
        </a:defRPr>
      </a:lvl3pPr>
      <a:lvl4pPr marL="1600200" indent="-228600" algn="l" rtl="0" eaLnBrk="0" fontAlgn="base" hangingPunct="0">
        <a:spcBef>
          <a:spcPct val="20000"/>
        </a:spcBef>
        <a:spcAft>
          <a:spcPct val="0"/>
        </a:spcAft>
        <a:buFont typeface="Arial" pitchFamily="34" charset="0"/>
        <a:buChar char="–"/>
        <a:defRPr sz="2000">
          <a:solidFill>
            <a:schemeClr val="tx1"/>
          </a:solidFill>
          <a:latin typeface="+mn-lt"/>
          <a:cs typeface="+mn-cs"/>
        </a:defRPr>
      </a:lvl4pPr>
      <a:lvl5pPr marL="2057400" indent="-228600" algn="l" rtl="0" eaLnBrk="0" fontAlgn="base" hangingPunct="0">
        <a:spcBef>
          <a:spcPct val="20000"/>
        </a:spcBef>
        <a:spcAft>
          <a:spcPct val="0"/>
        </a:spcAft>
        <a:buFont typeface="Arial" pitchFamily="34" charset="0"/>
        <a:buChar char="»"/>
        <a:defRPr sz="2000">
          <a:solidFill>
            <a:schemeClr val="tx1"/>
          </a:solidFill>
          <a:latin typeface="+mn-lt"/>
          <a:cs typeface="+mn-cs"/>
        </a:defRPr>
      </a:lvl5pPr>
      <a:lvl6pPr marL="2514600" indent="-228600" algn="l" rtl="0" eaLnBrk="1" fontAlgn="base" hangingPunct="1">
        <a:spcBef>
          <a:spcPct val="20000"/>
        </a:spcBef>
        <a:spcAft>
          <a:spcPct val="0"/>
        </a:spcAft>
        <a:buFont typeface="Arial" pitchFamily="34" charset="0"/>
        <a:buChar char="»"/>
        <a:defRPr sz="2000">
          <a:solidFill>
            <a:schemeClr val="tx1"/>
          </a:solidFill>
          <a:latin typeface="+mn-lt"/>
          <a:cs typeface="+mn-cs"/>
        </a:defRPr>
      </a:lvl6pPr>
      <a:lvl7pPr marL="2971800" indent="-228600" algn="l" rtl="0" eaLnBrk="1" fontAlgn="base" hangingPunct="1">
        <a:spcBef>
          <a:spcPct val="20000"/>
        </a:spcBef>
        <a:spcAft>
          <a:spcPct val="0"/>
        </a:spcAft>
        <a:buFont typeface="Arial" pitchFamily="34" charset="0"/>
        <a:buChar char="»"/>
        <a:defRPr sz="2000">
          <a:solidFill>
            <a:schemeClr val="tx1"/>
          </a:solidFill>
          <a:latin typeface="+mn-lt"/>
          <a:cs typeface="+mn-cs"/>
        </a:defRPr>
      </a:lvl7pPr>
      <a:lvl8pPr marL="3429000" indent="-228600" algn="l" rtl="0" eaLnBrk="1" fontAlgn="base" hangingPunct="1">
        <a:spcBef>
          <a:spcPct val="20000"/>
        </a:spcBef>
        <a:spcAft>
          <a:spcPct val="0"/>
        </a:spcAft>
        <a:buFont typeface="Arial" pitchFamily="34" charset="0"/>
        <a:buChar char="»"/>
        <a:defRPr sz="2000">
          <a:solidFill>
            <a:schemeClr val="tx1"/>
          </a:solidFill>
          <a:latin typeface="+mn-lt"/>
          <a:cs typeface="+mn-cs"/>
        </a:defRPr>
      </a:lvl8pPr>
      <a:lvl9pPr marL="3886200" indent="-228600" algn="l" rtl="0" eaLnBrk="1" fontAlgn="base" hangingPunct="1">
        <a:spcBef>
          <a:spcPct val="20000"/>
        </a:spcBef>
        <a:spcAft>
          <a:spcPct val="0"/>
        </a:spcAft>
        <a:buFont typeface="Arial" pitchFamily="34" charset="0"/>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Espace réservé du pied de page 4"/>
          <p:cNvSpPr>
            <a:spLocks noGrp="1"/>
          </p:cNvSpPr>
          <p:nvPr>
            <p:ph type="ftr" sz="quarter" idx="3"/>
          </p:nvPr>
        </p:nvSpPr>
        <p:spPr>
          <a:xfrm>
            <a:off x="3124200" y="6356423"/>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1">
                <a:solidFill>
                  <a:prstClr val="black">
                    <a:tint val="75000"/>
                  </a:prstClr>
                </a:solidFill>
                <a:latin typeface="Arial" pitchFamily="34" charset="0"/>
                <a:ea typeface="+mn-ea"/>
                <a:cs typeface="Arial" pitchFamily="34" charset="0"/>
              </a:defRPr>
            </a:lvl1pPr>
          </a:lstStyle>
          <a:p>
            <a:pPr>
              <a:defRPr/>
            </a:pPr>
            <a:endParaRPr lang="fr-BE"/>
          </a:p>
        </p:txBody>
      </p:sp>
      <p:sp>
        <p:nvSpPr>
          <p:cNvPr id="6" name="Espace réservé du numéro de diapositive 5"/>
          <p:cNvSpPr>
            <a:spLocks noGrp="1"/>
          </p:cNvSpPr>
          <p:nvPr>
            <p:ph type="sldNum" sz="quarter" idx="4"/>
          </p:nvPr>
        </p:nvSpPr>
        <p:spPr>
          <a:xfrm>
            <a:off x="263774" y="6356423"/>
            <a:ext cx="490904"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pPr>
            <a:fld id="{13CED0DE-A1E4-48BF-80D7-C2F316020D91}" type="slidenum">
              <a:rPr lang="fr-BE" smtClean="0">
                <a:latin typeface="Arial" pitchFamily="34" charset="0"/>
                <a:ea typeface="ヒラギノ角ゴ Pro W3" charset="-128"/>
              </a:rPr>
              <a:pPr fontAlgn="base">
                <a:spcBef>
                  <a:spcPct val="0"/>
                </a:spcBef>
                <a:spcAft>
                  <a:spcPct val="0"/>
                </a:spcAft>
              </a:pPr>
              <a:t>‹#›</a:t>
            </a:fld>
            <a:endParaRPr lang="fr-BE" smtClean="0">
              <a:latin typeface="Arial" pitchFamily="34" charset="0"/>
              <a:ea typeface="ヒラギノ角ゴ Pro W3" charset="-128"/>
            </a:endParaRPr>
          </a:p>
        </p:txBody>
      </p:sp>
      <p:cxnSp>
        <p:nvCxnSpPr>
          <p:cNvPr id="8" name="Connecteur droit 7"/>
          <p:cNvCxnSpPr/>
          <p:nvPr userDrawn="1"/>
        </p:nvCxnSpPr>
        <p:spPr>
          <a:xfrm>
            <a:off x="5" y="1255713"/>
            <a:ext cx="7051431"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5365" name="Picture 10" descr="IMI Logo version2 copie"/>
          <p:cNvPicPr>
            <a:picLocks noChangeAspect="1" noChangeArrowheads="1"/>
          </p:cNvPicPr>
          <p:nvPr userDrawn="1"/>
        </p:nvPicPr>
        <p:blipFill>
          <a:blip r:embed="rId5">
            <a:extLst>
              <a:ext uri="{28A0092B-C50C-407E-A947-70E740481C1C}">
                <a14:useLocalDpi xmlns:a14="http://schemas.microsoft.com/office/drawing/2010/main" val="0"/>
              </a:ext>
            </a:extLst>
          </a:blip>
          <a:srcRect b="17415"/>
          <a:stretch>
            <a:fillRect/>
          </a:stretch>
        </p:blipFill>
        <p:spPr bwMode="auto">
          <a:xfrm>
            <a:off x="7205301" y="142948"/>
            <a:ext cx="181121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Line 6"/>
          <p:cNvSpPr>
            <a:spLocks noChangeShapeType="1"/>
          </p:cNvSpPr>
          <p:nvPr userDrawn="1"/>
        </p:nvSpPr>
        <p:spPr bwMode="auto">
          <a:xfrm flipH="1">
            <a:off x="237399" y="6251575"/>
            <a:ext cx="8566638" cy="0"/>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fr-BE" smtClean="0">
              <a:solidFill>
                <a:prstClr val="black"/>
              </a:solidFill>
              <a:latin typeface="Arial" pitchFamily="34" charset="0"/>
              <a:ea typeface="ヒラギノ角ゴ Pro W3" charset="-128"/>
            </a:endParaRPr>
          </a:p>
        </p:txBody>
      </p:sp>
      <p:pic>
        <p:nvPicPr>
          <p:cNvPr id="15367" name="Picture 11" descr="imi logo 3.jpg"/>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 y="5381698"/>
            <a:ext cx="792774"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368" name="Group 11"/>
          <p:cNvGrpSpPr>
            <a:grpSpLocks/>
          </p:cNvGrpSpPr>
          <p:nvPr userDrawn="1"/>
        </p:nvGrpSpPr>
        <p:grpSpPr bwMode="auto">
          <a:xfrm>
            <a:off x="7026556" y="6296025"/>
            <a:ext cx="1783373" cy="539750"/>
            <a:chOff x="4550" y="3098"/>
            <a:chExt cx="1396" cy="422"/>
          </a:xfrm>
        </p:grpSpPr>
        <p:graphicFrame>
          <p:nvGraphicFramePr>
            <p:cNvPr id="15369" name="Object 12"/>
            <p:cNvGraphicFramePr>
              <a:graphicFrameLocks noChangeAspect="1"/>
            </p:cNvGraphicFramePr>
            <p:nvPr userDrawn="1"/>
          </p:nvGraphicFramePr>
          <p:xfrm>
            <a:off x="5274" y="3098"/>
            <a:ext cx="672" cy="384"/>
          </p:xfrm>
          <a:graphic>
            <a:graphicData uri="http://schemas.openxmlformats.org/presentationml/2006/ole">
              <mc:AlternateContent xmlns:mc="http://schemas.openxmlformats.org/markup-compatibility/2006">
                <mc:Choice xmlns:v="urn:schemas-microsoft-com:vml" Requires="v">
                  <p:oleObj spid="_x0000_s22619" name="Photo Editor Photo" r:id="rId7" imgW="2828571" imgH="866896" progId="">
                    <p:embed/>
                  </p:oleObj>
                </mc:Choice>
                <mc:Fallback>
                  <p:oleObj name="Photo Editor Photo" r:id="rId7" imgW="2828571" imgH="866896"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r="62289" b="29671"/>
                        <a:stretch>
                          <a:fillRect/>
                        </a:stretch>
                      </p:blipFill>
                      <p:spPr bwMode="auto">
                        <a:xfrm>
                          <a:off x="5274" y="3098"/>
                          <a:ext cx="6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15370" name="Picture 8" descr="Europa"/>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550" y="3098"/>
              <a:ext cx="63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968258622"/>
      </p:ext>
    </p:extLst>
  </p:cSld>
  <p:clrMap bg1="lt1" tx1="dk1" bg2="lt2" tx2="dk2" accent1="accent1" accent2="accent2" accent3="accent3" accent4="accent4" accent5="accent5" accent6="accent6" hlink="hlink" folHlink="folHlink"/>
  <p:sldLayoutIdLst>
    <p:sldLayoutId id="2147483790" r:id="rId1"/>
    <p:sldLayoutId id="2147483791" r:id="rId2"/>
  </p:sldLayoutIdLst>
  <p:hf hdr="0" ftr="0" dt="0"/>
  <p:txStyles>
    <p:titleStyle>
      <a:lvl1pPr algn="l" rtl="0" eaLnBrk="0" fontAlgn="base" hangingPunct="0">
        <a:spcBef>
          <a:spcPct val="0"/>
        </a:spcBef>
        <a:spcAft>
          <a:spcPct val="0"/>
        </a:spcAft>
        <a:defRPr sz="4000" kern="1200">
          <a:solidFill>
            <a:schemeClr val="tx1"/>
          </a:solidFill>
          <a:latin typeface="Arial" pitchFamily="34" charset="0"/>
          <a:ea typeface="MS PGothic" pitchFamily="34" charset="-128"/>
          <a:cs typeface="Arial" pitchFamily="34" charset="0"/>
        </a:defRPr>
      </a:lvl1pPr>
      <a:lvl2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2pPr>
      <a:lvl3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3pPr>
      <a:lvl4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4pPr>
      <a:lvl5pPr algn="l" rtl="0" eaLnBrk="0" fontAlgn="base" hangingPunct="0">
        <a:spcBef>
          <a:spcPct val="0"/>
        </a:spcBef>
        <a:spcAft>
          <a:spcPct val="0"/>
        </a:spcAft>
        <a:defRPr sz="4000">
          <a:solidFill>
            <a:schemeClr val="tx1"/>
          </a:solidFill>
          <a:latin typeface="Arial" pitchFamily="34" charset="0"/>
          <a:ea typeface="MS PGothic" pitchFamily="34" charset="-128"/>
          <a:cs typeface="Arial" pitchFamily="34" charset="0"/>
        </a:defRPr>
      </a:lvl5pPr>
      <a:lvl6pPr marL="457200" algn="l" rtl="0" fontAlgn="base">
        <a:spcBef>
          <a:spcPct val="0"/>
        </a:spcBef>
        <a:spcAft>
          <a:spcPct val="0"/>
        </a:spcAft>
        <a:defRPr sz="4000">
          <a:solidFill>
            <a:schemeClr val="tx1"/>
          </a:solidFill>
          <a:latin typeface="Arial" pitchFamily="34" charset="0"/>
          <a:cs typeface="Arial" pitchFamily="34" charset="0"/>
        </a:defRPr>
      </a:lvl6pPr>
      <a:lvl7pPr marL="914400" algn="l" rtl="0" fontAlgn="base">
        <a:spcBef>
          <a:spcPct val="0"/>
        </a:spcBef>
        <a:spcAft>
          <a:spcPct val="0"/>
        </a:spcAft>
        <a:defRPr sz="4000">
          <a:solidFill>
            <a:schemeClr val="tx1"/>
          </a:solidFill>
          <a:latin typeface="Arial" pitchFamily="34" charset="0"/>
          <a:cs typeface="Arial" pitchFamily="34" charset="0"/>
        </a:defRPr>
      </a:lvl7pPr>
      <a:lvl8pPr marL="1371600" algn="l" rtl="0" fontAlgn="base">
        <a:spcBef>
          <a:spcPct val="0"/>
        </a:spcBef>
        <a:spcAft>
          <a:spcPct val="0"/>
        </a:spcAft>
        <a:defRPr sz="4000">
          <a:solidFill>
            <a:schemeClr val="tx1"/>
          </a:solidFill>
          <a:latin typeface="Arial" pitchFamily="34" charset="0"/>
          <a:cs typeface="Arial" pitchFamily="34" charset="0"/>
        </a:defRPr>
      </a:lvl8pPr>
      <a:lvl9pPr marL="1828800" algn="l" rtl="0" fontAlgn="base">
        <a:spcBef>
          <a:spcPct val="0"/>
        </a:spcBef>
        <a:spcAft>
          <a:spcPct val="0"/>
        </a:spcAft>
        <a:defRPr sz="4000">
          <a:solidFill>
            <a:schemeClr val="tx1"/>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81000"/>
            <a:ext cx="6096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3" name="Rectangle 4"/>
          <p:cNvSpPr>
            <a:spLocks noGrp="1" noChangeArrowheads="1"/>
          </p:cNvSpPr>
          <p:nvPr>
            <p:ph type="ftr" sz="quarter" idx="3"/>
          </p:nvPr>
        </p:nvSpPr>
        <p:spPr bwMode="auto">
          <a:xfrm>
            <a:off x="2209800" y="6248400"/>
            <a:ext cx="4800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defRPr sz="1200">
                <a:solidFill>
                  <a:srgbClr val="004151"/>
                </a:solidFill>
                <a:latin typeface="+mn-lt"/>
                <a:ea typeface="+mn-ea"/>
                <a:cs typeface="+mn-cs"/>
              </a:defRPr>
            </a:lvl1pPr>
          </a:lstStyle>
          <a:p>
            <a:pPr eaLnBrk="0" fontAlgn="base" hangingPunct="0">
              <a:spcBef>
                <a:spcPct val="0"/>
              </a:spcBef>
              <a:spcAft>
                <a:spcPct val="0"/>
              </a:spcAft>
              <a:defRPr/>
            </a:pPr>
            <a:endParaRPr lang="en-GB"/>
          </a:p>
        </p:txBody>
      </p:sp>
      <p:pic>
        <p:nvPicPr>
          <p:cNvPr id="1029" name="Picture 10" descr="IMI Logo version2 copie"/>
          <p:cNvPicPr>
            <a:picLocks noChangeAspect="1" noChangeArrowheads="1"/>
          </p:cNvPicPr>
          <p:nvPr/>
        </p:nvPicPr>
        <p:blipFill>
          <a:blip r:embed="rId15" cstate="print">
            <a:extLst>
              <a:ext uri="{28A0092B-C50C-407E-A947-70E740481C1C}">
                <a14:useLocalDpi xmlns:a14="http://schemas.microsoft.com/office/drawing/2010/main" val="0"/>
              </a:ext>
            </a:extLst>
          </a:blip>
          <a:srcRect b="17415"/>
          <a:stretch>
            <a:fillRect/>
          </a:stretch>
        </p:blipFill>
        <p:spPr bwMode="auto">
          <a:xfrm>
            <a:off x="7524751" y="57150"/>
            <a:ext cx="1531326"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10" descr="IMI Logo version2 copie"/>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b="17415"/>
          <a:stretch>
            <a:fillRect/>
          </a:stretch>
        </p:blipFill>
        <p:spPr bwMode="auto">
          <a:xfrm>
            <a:off x="7524751" y="57150"/>
            <a:ext cx="1531326"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4355208"/>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Lst>
  <p:hf hdr="0" ft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2pPr>
      <a:lvl3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3pPr>
      <a:lvl4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4pPr>
      <a:lvl5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5pPr>
      <a:lvl6pPr marL="457200" algn="l" rtl="0" fontAlgn="base">
        <a:spcBef>
          <a:spcPct val="0"/>
        </a:spcBef>
        <a:spcAft>
          <a:spcPct val="0"/>
        </a:spcAft>
        <a:defRPr sz="3200">
          <a:solidFill>
            <a:schemeClr val="tx2"/>
          </a:solidFill>
          <a:latin typeface="Helvetica" pitchFamily="34" charset="0"/>
          <a:ea typeface="Osaka"/>
          <a:cs typeface="Arial" pitchFamily="34" charset="0"/>
        </a:defRPr>
      </a:lvl6pPr>
      <a:lvl7pPr marL="914400" algn="l" rtl="0" fontAlgn="base">
        <a:spcBef>
          <a:spcPct val="0"/>
        </a:spcBef>
        <a:spcAft>
          <a:spcPct val="0"/>
        </a:spcAft>
        <a:defRPr sz="3200">
          <a:solidFill>
            <a:schemeClr val="tx2"/>
          </a:solidFill>
          <a:latin typeface="Helvetica" pitchFamily="34" charset="0"/>
          <a:ea typeface="Osaka"/>
          <a:cs typeface="Arial" pitchFamily="34" charset="0"/>
        </a:defRPr>
      </a:lvl7pPr>
      <a:lvl8pPr marL="1371600" algn="l" rtl="0" fontAlgn="base">
        <a:spcBef>
          <a:spcPct val="0"/>
        </a:spcBef>
        <a:spcAft>
          <a:spcPct val="0"/>
        </a:spcAft>
        <a:defRPr sz="3200">
          <a:solidFill>
            <a:schemeClr val="tx2"/>
          </a:solidFill>
          <a:latin typeface="Helvetica" pitchFamily="34" charset="0"/>
          <a:ea typeface="Osaka"/>
          <a:cs typeface="Arial" pitchFamily="34" charset="0"/>
        </a:defRPr>
      </a:lvl8pPr>
      <a:lvl9pPr marL="1828800" algn="l" rtl="0" fontAlgn="base">
        <a:spcBef>
          <a:spcPct val="0"/>
        </a:spcBef>
        <a:spcAft>
          <a:spcPct val="0"/>
        </a:spcAft>
        <a:defRPr sz="3200">
          <a:solidFill>
            <a:schemeClr val="tx2"/>
          </a:solidFill>
          <a:latin typeface="Helvetica" pitchFamily="34" charset="0"/>
          <a:ea typeface="Osaka"/>
          <a:cs typeface="Arial" pitchFamily="34" charset="0"/>
        </a:defRPr>
      </a:lvl9pPr>
    </p:titleStyle>
    <p:bodyStyle>
      <a:lvl1pPr marL="342900" indent="-342900" algn="l" rtl="0" eaLnBrk="0" fontAlgn="base" hangingPunct="0">
        <a:spcBef>
          <a:spcPct val="20000"/>
        </a:spcBef>
        <a:spcAft>
          <a:spcPct val="0"/>
        </a:spcAft>
        <a:buClr>
          <a:srgbClr val="004151"/>
        </a:buClr>
        <a:buFont typeface="Times" charset="0"/>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bwMode="auto">
          <a:xfrm>
            <a:off x="685800" y="381000"/>
            <a:ext cx="6096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5779" name="Rectangle 3"/>
          <p:cNvSpPr>
            <a:spLocks noGrp="1" noChangeArrowheads="1"/>
          </p:cNvSpPr>
          <p:nvPr>
            <p:ph type="body" idx="1"/>
          </p:nvPr>
        </p:nvSpPr>
        <p:spPr bwMode="auto">
          <a:xfrm>
            <a:off x="685800"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Foliennummernplatzhalter 4"/>
          <p:cNvSpPr>
            <a:spLocks noGrp="1"/>
          </p:cNvSpPr>
          <p:nvPr>
            <p:ph type="sldNum" sz="quarter" idx="4"/>
          </p:nvPr>
        </p:nvSpPr>
        <p:spPr bwMode="auto">
          <a:xfrm>
            <a:off x="7848600" y="6248400"/>
            <a:ext cx="990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400">
                <a:solidFill>
                  <a:srgbClr val="00446A"/>
                </a:solidFill>
                <a:latin typeface="Helvetica" charset="0"/>
                <a:ea typeface="Osaka" charset="-128"/>
              </a:defRPr>
            </a:lvl1pPr>
          </a:lstStyle>
          <a:p>
            <a:pPr eaLnBrk="0" fontAlgn="base" hangingPunct="0">
              <a:spcBef>
                <a:spcPct val="0"/>
              </a:spcBef>
              <a:spcAft>
                <a:spcPct val="0"/>
              </a:spcAft>
            </a:pPr>
            <a:fld id="{007BA5FD-D0EA-4B75-A3C4-6224B9DDBF3A}" type="slidenum">
              <a:rPr lang="en-US" smtClean="0"/>
              <a:pPr eaLnBrk="0" fontAlgn="base" hangingPunct="0">
                <a:spcBef>
                  <a:spcPct val="0"/>
                </a:spcBef>
                <a:spcAft>
                  <a:spcPct val="0"/>
                </a:spcAft>
              </a:pPr>
              <a:t>‹#›</a:t>
            </a:fld>
            <a:endParaRPr lang="en-US" smtClean="0"/>
          </a:p>
        </p:txBody>
      </p:sp>
    </p:spTree>
    <p:extLst>
      <p:ext uri="{BB962C8B-B14F-4D97-AF65-F5344CB8AC3E}">
        <p14:creationId xmlns:p14="http://schemas.microsoft.com/office/powerpoint/2010/main" val="334982061"/>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Lst>
  <p:hf hdr="0" ftr="0" dt="0"/>
  <p:txStyles>
    <p:titleStyle>
      <a:lvl1pPr algn="l" rtl="0" eaLnBrk="0" fontAlgn="base" hangingPunct="0">
        <a:spcBef>
          <a:spcPct val="0"/>
        </a:spcBef>
        <a:spcAft>
          <a:spcPct val="0"/>
        </a:spcAft>
        <a:defRPr sz="3200">
          <a:solidFill>
            <a:schemeClr val="tx2"/>
          </a:solidFill>
          <a:latin typeface="Arial" pitchFamily="34" charset="0"/>
          <a:ea typeface="Osaka"/>
          <a:cs typeface="Osaka"/>
        </a:defRPr>
      </a:lvl1pPr>
      <a:lvl2pPr algn="l" rtl="0" eaLnBrk="0" fontAlgn="base" hangingPunct="0">
        <a:spcBef>
          <a:spcPct val="0"/>
        </a:spcBef>
        <a:spcAft>
          <a:spcPct val="0"/>
        </a:spcAft>
        <a:defRPr sz="3200">
          <a:solidFill>
            <a:schemeClr val="tx2"/>
          </a:solidFill>
          <a:latin typeface="Arial" pitchFamily="34" charset="0"/>
          <a:ea typeface="Osaka" charset="-128"/>
          <a:cs typeface="Osaka" pitchFamily="-107" charset="-128"/>
        </a:defRPr>
      </a:lvl2pPr>
      <a:lvl3pPr algn="l" rtl="0" eaLnBrk="0" fontAlgn="base" hangingPunct="0">
        <a:spcBef>
          <a:spcPct val="0"/>
        </a:spcBef>
        <a:spcAft>
          <a:spcPct val="0"/>
        </a:spcAft>
        <a:defRPr sz="3200">
          <a:solidFill>
            <a:schemeClr val="tx2"/>
          </a:solidFill>
          <a:latin typeface="Arial" pitchFamily="34" charset="0"/>
          <a:ea typeface="Osaka" charset="-128"/>
          <a:cs typeface="Osaka" pitchFamily="-107" charset="-128"/>
        </a:defRPr>
      </a:lvl3pPr>
      <a:lvl4pPr algn="l" rtl="0" eaLnBrk="0" fontAlgn="base" hangingPunct="0">
        <a:spcBef>
          <a:spcPct val="0"/>
        </a:spcBef>
        <a:spcAft>
          <a:spcPct val="0"/>
        </a:spcAft>
        <a:defRPr sz="3200">
          <a:solidFill>
            <a:schemeClr val="tx2"/>
          </a:solidFill>
          <a:latin typeface="Arial" pitchFamily="34" charset="0"/>
          <a:ea typeface="Osaka" charset="-128"/>
          <a:cs typeface="Osaka" pitchFamily="-107" charset="-128"/>
        </a:defRPr>
      </a:lvl4pPr>
      <a:lvl5pPr algn="l" rtl="0" eaLnBrk="0" fontAlgn="base" hangingPunct="0">
        <a:spcBef>
          <a:spcPct val="0"/>
        </a:spcBef>
        <a:spcAft>
          <a:spcPct val="0"/>
        </a:spcAft>
        <a:defRPr sz="3200">
          <a:solidFill>
            <a:schemeClr val="tx2"/>
          </a:solidFill>
          <a:latin typeface="Arial" pitchFamily="34" charset="0"/>
          <a:ea typeface="Osaka" charset="-128"/>
          <a:cs typeface="Osaka" pitchFamily="-107" charset="-128"/>
        </a:defRPr>
      </a:lvl5pPr>
      <a:lvl6pPr marL="457200" algn="l" rtl="0" fontAlgn="base">
        <a:spcBef>
          <a:spcPct val="0"/>
        </a:spcBef>
        <a:spcAft>
          <a:spcPct val="0"/>
        </a:spcAft>
        <a:defRPr sz="3200">
          <a:solidFill>
            <a:schemeClr val="tx2"/>
          </a:solidFill>
          <a:latin typeface="Helvetica" charset="0"/>
          <a:ea typeface="Osaka" charset="-128"/>
        </a:defRPr>
      </a:lvl6pPr>
      <a:lvl7pPr marL="914400" algn="l" rtl="0" fontAlgn="base">
        <a:spcBef>
          <a:spcPct val="0"/>
        </a:spcBef>
        <a:spcAft>
          <a:spcPct val="0"/>
        </a:spcAft>
        <a:defRPr sz="3200">
          <a:solidFill>
            <a:schemeClr val="tx2"/>
          </a:solidFill>
          <a:latin typeface="Helvetica" charset="0"/>
          <a:ea typeface="Osaka" charset="-128"/>
        </a:defRPr>
      </a:lvl7pPr>
      <a:lvl8pPr marL="1371600" algn="l" rtl="0" fontAlgn="base">
        <a:spcBef>
          <a:spcPct val="0"/>
        </a:spcBef>
        <a:spcAft>
          <a:spcPct val="0"/>
        </a:spcAft>
        <a:defRPr sz="3200">
          <a:solidFill>
            <a:schemeClr val="tx2"/>
          </a:solidFill>
          <a:latin typeface="Helvetica" charset="0"/>
          <a:ea typeface="Osaka" charset="-128"/>
        </a:defRPr>
      </a:lvl8pPr>
      <a:lvl9pPr marL="1828800" algn="l" rtl="0" fontAlgn="base">
        <a:spcBef>
          <a:spcPct val="0"/>
        </a:spcBef>
        <a:spcAft>
          <a:spcPct val="0"/>
        </a:spcAft>
        <a:defRPr sz="3200">
          <a:solidFill>
            <a:schemeClr val="tx2"/>
          </a:solidFill>
          <a:latin typeface="Helvetica" charset="0"/>
          <a:ea typeface="Osaka" charset="-128"/>
        </a:defRPr>
      </a:lvl9pPr>
    </p:titleStyle>
    <p:bodyStyle>
      <a:lvl1pPr marL="342900" indent="-342900" algn="l" rtl="0" eaLnBrk="0" fontAlgn="base" hangingPunct="0">
        <a:spcBef>
          <a:spcPct val="20000"/>
        </a:spcBef>
        <a:spcAft>
          <a:spcPct val="0"/>
        </a:spcAft>
        <a:buClr>
          <a:srgbClr val="004151"/>
        </a:buClr>
        <a:buFont typeface="Times" charset="0"/>
        <a:buChar char="•"/>
        <a:defRPr sz="2400">
          <a:solidFill>
            <a:schemeClr val="tx1"/>
          </a:solidFill>
          <a:latin typeface="Arial" pitchFamily="34" charset="0"/>
          <a:ea typeface="Osaka"/>
          <a:cs typeface="Osaka"/>
        </a:defRPr>
      </a:lvl1pPr>
      <a:lvl2pPr marL="742950" indent="-285750" algn="l" rtl="0" eaLnBrk="0" fontAlgn="base" hangingPunct="0">
        <a:spcBef>
          <a:spcPct val="20000"/>
        </a:spcBef>
        <a:spcAft>
          <a:spcPct val="0"/>
        </a:spcAft>
        <a:buChar char="–"/>
        <a:defRPr sz="2400">
          <a:solidFill>
            <a:schemeClr val="tx1"/>
          </a:solidFill>
          <a:latin typeface="Arial" pitchFamily="34" charset="0"/>
          <a:ea typeface="Osaka"/>
          <a:cs typeface="Osaka"/>
        </a:defRPr>
      </a:lvl2pPr>
      <a:lvl3pPr marL="1143000" indent="-228600" algn="l" rtl="0" eaLnBrk="0" fontAlgn="base" hangingPunct="0">
        <a:spcBef>
          <a:spcPct val="20000"/>
        </a:spcBef>
        <a:spcAft>
          <a:spcPct val="0"/>
        </a:spcAft>
        <a:buChar char="•"/>
        <a:defRPr sz="2400">
          <a:solidFill>
            <a:schemeClr val="tx1"/>
          </a:solidFill>
          <a:latin typeface="Arial" pitchFamily="34" charset="0"/>
          <a:ea typeface="Osaka"/>
          <a:cs typeface="Osaka"/>
        </a:defRPr>
      </a:lvl3pPr>
      <a:lvl4pPr marL="1600200" indent="-228600" algn="l" rtl="0" eaLnBrk="0" fontAlgn="base" hangingPunct="0">
        <a:spcBef>
          <a:spcPct val="20000"/>
        </a:spcBef>
        <a:spcAft>
          <a:spcPct val="0"/>
        </a:spcAft>
        <a:buChar char="–"/>
        <a:defRPr sz="2200">
          <a:solidFill>
            <a:schemeClr val="tx1"/>
          </a:solidFill>
          <a:latin typeface="Arial" pitchFamily="34" charset="0"/>
          <a:ea typeface="Osaka"/>
          <a:cs typeface="Osaka"/>
        </a:defRPr>
      </a:lvl4pPr>
      <a:lvl5pPr marL="2057400" indent="-228600" algn="l" rtl="0" eaLnBrk="0" fontAlgn="base" hangingPunct="0">
        <a:spcBef>
          <a:spcPct val="20000"/>
        </a:spcBef>
        <a:spcAft>
          <a:spcPct val="0"/>
        </a:spcAft>
        <a:buChar char="»"/>
        <a:defRPr sz="2000">
          <a:solidFill>
            <a:schemeClr val="tx1"/>
          </a:solidFill>
          <a:latin typeface="Arial" pitchFamily="34" charset="0"/>
          <a:ea typeface="Osaka"/>
          <a:cs typeface="Osak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0778430"/>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Lst>
  <p:timing>
    <p:tnLst>
      <p:par>
        <p:cTn id="1" dur="indefinite" restart="never" nodeType="tmRoot"/>
      </p:par>
    </p:tnLst>
  </p:timing>
  <p:hf hdr="0" ftr="0" dt="0"/>
  <p:txStyles>
    <p:titleStyle>
      <a:lvl1pPr algn="ctr" rtl="0" eaLnBrk="0" fontAlgn="base" hangingPunct="0">
        <a:spcBef>
          <a:spcPct val="0"/>
        </a:spcBef>
        <a:spcAft>
          <a:spcPct val="0"/>
        </a:spcAft>
        <a:defRPr sz="3600" b="1">
          <a:solidFill>
            <a:srgbClr val="004273"/>
          </a:solidFill>
          <a:latin typeface="+mj-lt"/>
          <a:ea typeface="+mj-ea"/>
          <a:cs typeface="+mj-cs"/>
        </a:defRPr>
      </a:lvl1pPr>
      <a:lvl2pPr algn="ctr" rtl="0" eaLnBrk="0" fontAlgn="base" hangingPunct="0">
        <a:spcBef>
          <a:spcPct val="0"/>
        </a:spcBef>
        <a:spcAft>
          <a:spcPct val="0"/>
        </a:spcAft>
        <a:defRPr sz="3600" b="1">
          <a:solidFill>
            <a:srgbClr val="004273"/>
          </a:solidFill>
          <a:latin typeface="Arial" pitchFamily="34" charset="0"/>
          <a:cs typeface="Arial" pitchFamily="34" charset="0"/>
        </a:defRPr>
      </a:lvl2pPr>
      <a:lvl3pPr algn="ctr" rtl="0" eaLnBrk="0" fontAlgn="base" hangingPunct="0">
        <a:spcBef>
          <a:spcPct val="0"/>
        </a:spcBef>
        <a:spcAft>
          <a:spcPct val="0"/>
        </a:spcAft>
        <a:defRPr sz="3600" b="1">
          <a:solidFill>
            <a:srgbClr val="004273"/>
          </a:solidFill>
          <a:latin typeface="Arial" pitchFamily="34" charset="0"/>
          <a:cs typeface="Arial" pitchFamily="34" charset="0"/>
        </a:defRPr>
      </a:lvl3pPr>
      <a:lvl4pPr algn="ctr" rtl="0" eaLnBrk="0" fontAlgn="base" hangingPunct="0">
        <a:spcBef>
          <a:spcPct val="0"/>
        </a:spcBef>
        <a:spcAft>
          <a:spcPct val="0"/>
        </a:spcAft>
        <a:defRPr sz="3600" b="1">
          <a:solidFill>
            <a:srgbClr val="004273"/>
          </a:solidFill>
          <a:latin typeface="Arial" pitchFamily="34" charset="0"/>
          <a:cs typeface="Arial" pitchFamily="34" charset="0"/>
        </a:defRPr>
      </a:lvl4pPr>
      <a:lvl5pPr algn="ctr" rtl="0" eaLnBrk="0" fontAlgn="base" hangingPunct="0">
        <a:spcBef>
          <a:spcPct val="0"/>
        </a:spcBef>
        <a:spcAft>
          <a:spcPct val="0"/>
        </a:spcAft>
        <a:defRPr sz="3600" b="1">
          <a:solidFill>
            <a:srgbClr val="004273"/>
          </a:solidFill>
          <a:latin typeface="Arial" pitchFamily="34" charset="0"/>
          <a:cs typeface="Arial" pitchFamily="34" charset="0"/>
        </a:defRPr>
      </a:lvl5pPr>
      <a:lvl6pPr marL="457200" algn="ctr" rtl="0" fontAlgn="base">
        <a:spcBef>
          <a:spcPct val="0"/>
        </a:spcBef>
        <a:spcAft>
          <a:spcPct val="0"/>
        </a:spcAft>
        <a:defRPr sz="3600" b="1">
          <a:solidFill>
            <a:srgbClr val="004273"/>
          </a:solidFill>
          <a:latin typeface="Arial" pitchFamily="34" charset="0"/>
          <a:cs typeface="Arial" pitchFamily="34" charset="0"/>
        </a:defRPr>
      </a:lvl6pPr>
      <a:lvl7pPr marL="914400" algn="ctr" rtl="0" fontAlgn="base">
        <a:spcBef>
          <a:spcPct val="0"/>
        </a:spcBef>
        <a:spcAft>
          <a:spcPct val="0"/>
        </a:spcAft>
        <a:defRPr sz="3600" b="1">
          <a:solidFill>
            <a:srgbClr val="004273"/>
          </a:solidFill>
          <a:latin typeface="Arial" pitchFamily="34" charset="0"/>
          <a:cs typeface="Arial" pitchFamily="34" charset="0"/>
        </a:defRPr>
      </a:lvl7pPr>
      <a:lvl8pPr marL="1371600" algn="ctr" rtl="0" fontAlgn="base">
        <a:spcBef>
          <a:spcPct val="0"/>
        </a:spcBef>
        <a:spcAft>
          <a:spcPct val="0"/>
        </a:spcAft>
        <a:defRPr sz="3600" b="1">
          <a:solidFill>
            <a:srgbClr val="004273"/>
          </a:solidFill>
          <a:latin typeface="Arial" pitchFamily="34" charset="0"/>
          <a:cs typeface="Arial" pitchFamily="34" charset="0"/>
        </a:defRPr>
      </a:lvl8pPr>
      <a:lvl9pPr marL="1828800" algn="ctr" rtl="0" fontAlgn="base">
        <a:spcBef>
          <a:spcPct val="0"/>
        </a:spcBef>
        <a:spcAft>
          <a:spcPct val="0"/>
        </a:spcAft>
        <a:defRPr sz="3600" b="1">
          <a:solidFill>
            <a:srgbClr val="004273"/>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Char char="•"/>
        <a:defRPr sz="3200">
          <a:solidFill>
            <a:srgbClr val="004273"/>
          </a:solidFill>
          <a:latin typeface="+mn-lt"/>
          <a:ea typeface="+mn-ea"/>
          <a:cs typeface="+mn-cs"/>
        </a:defRPr>
      </a:lvl1pPr>
      <a:lvl2pPr marL="742950" indent="-285750" algn="l" rtl="0" eaLnBrk="0" fontAlgn="base" hangingPunct="0">
        <a:spcBef>
          <a:spcPct val="20000"/>
        </a:spcBef>
        <a:spcAft>
          <a:spcPct val="0"/>
        </a:spcAft>
        <a:buChar char="–"/>
        <a:defRPr sz="2800">
          <a:solidFill>
            <a:srgbClr val="004273"/>
          </a:solidFill>
          <a:latin typeface="+mn-lt"/>
          <a:cs typeface="+mn-cs"/>
        </a:defRPr>
      </a:lvl2pPr>
      <a:lvl3pPr marL="1143000" indent="-228600" algn="l" rtl="0" eaLnBrk="0" fontAlgn="base" hangingPunct="0">
        <a:spcBef>
          <a:spcPct val="20000"/>
        </a:spcBef>
        <a:spcAft>
          <a:spcPct val="0"/>
        </a:spcAft>
        <a:buChar char="•"/>
        <a:defRPr sz="2400">
          <a:solidFill>
            <a:schemeClr val="bg2"/>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smtClean="0"/>
              <a:t>Click to edit Master title style</a:t>
            </a:r>
            <a:endParaRPr lang="fr-BE"/>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Date Placeholder 3"/>
          <p:cNvSpPr>
            <a:spLocks noGrp="1"/>
          </p:cNvSpPr>
          <p:nvPr>
            <p:ph type="dt" sz="half" idx="2"/>
          </p:nvPr>
        </p:nvSpPr>
        <p:spPr>
          <a:xfrm>
            <a:off x="457200" y="635651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BE">
              <a:solidFill>
                <a:prstClr val="black">
                  <a:tint val="75000"/>
                </a:prstClr>
              </a:solidFill>
            </a:endParaRPr>
          </a:p>
        </p:txBody>
      </p:sp>
      <p:sp>
        <p:nvSpPr>
          <p:cNvPr id="5" name="Footer Placeholder 4"/>
          <p:cNvSpPr>
            <a:spLocks noGrp="1"/>
          </p:cNvSpPr>
          <p:nvPr>
            <p:ph type="ftr" sz="quarter" idx="3"/>
          </p:nvPr>
        </p:nvSpPr>
        <p:spPr>
          <a:xfrm>
            <a:off x="3124200" y="635651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solidFill>
                <a:prstClr val="black">
                  <a:tint val="75000"/>
                </a:prstClr>
              </a:solidFill>
            </a:endParaRPr>
          </a:p>
        </p:txBody>
      </p:sp>
      <p:sp>
        <p:nvSpPr>
          <p:cNvPr id="6" name="Slide Number Placeholder 5"/>
          <p:cNvSpPr>
            <a:spLocks noGrp="1"/>
          </p:cNvSpPr>
          <p:nvPr>
            <p:ph type="sldNum" sz="quarter" idx="4"/>
          </p:nvPr>
        </p:nvSpPr>
        <p:spPr>
          <a:xfrm>
            <a:off x="6553200" y="635651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291487442"/>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smtClean="0"/>
              <a:t>Click to edit Master title style</a:t>
            </a:r>
            <a:endParaRPr lang="fr-BE"/>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BE"/>
          </a:p>
        </p:txBody>
      </p:sp>
      <p:sp>
        <p:nvSpPr>
          <p:cNvPr id="4" name="Date Placeholder 3"/>
          <p:cNvSpPr>
            <a:spLocks noGrp="1"/>
          </p:cNvSpPr>
          <p:nvPr>
            <p:ph type="dt" sz="half" idx="2"/>
          </p:nvPr>
        </p:nvSpPr>
        <p:spPr>
          <a:xfrm>
            <a:off x="457200" y="635651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BE">
              <a:solidFill>
                <a:prstClr val="black">
                  <a:tint val="75000"/>
                </a:prstClr>
              </a:solidFill>
            </a:endParaRPr>
          </a:p>
        </p:txBody>
      </p:sp>
      <p:sp>
        <p:nvSpPr>
          <p:cNvPr id="5" name="Footer Placeholder 4"/>
          <p:cNvSpPr>
            <a:spLocks noGrp="1"/>
          </p:cNvSpPr>
          <p:nvPr>
            <p:ph type="ftr" sz="quarter" idx="3"/>
          </p:nvPr>
        </p:nvSpPr>
        <p:spPr>
          <a:xfrm>
            <a:off x="3124200" y="635651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solidFill>
                <a:prstClr val="black">
                  <a:tint val="75000"/>
                </a:prstClr>
              </a:solidFill>
            </a:endParaRPr>
          </a:p>
        </p:txBody>
      </p:sp>
      <p:sp>
        <p:nvSpPr>
          <p:cNvPr id="6" name="Slide Number Placeholder 5"/>
          <p:cNvSpPr>
            <a:spLocks noGrp="1"/>
          </p:cNvSpPr>
          <p:nvPr>
            <p:ph type="sldNum" sz="quarter" idx="4"/>
          </p:nvPr>
        </p:nvSpPr>
        <p:spPr>
          <a:xfrm>
            <a:off x="6553200" y="635651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6B5BAE-E9D5-4D7D-84D0-C917AEFCCB22}" type="slidenum">
              <a:rPr lang="fr-BE" smtClean="0">
                <a:solidFill>
                  <a:prstClr val="black">
                    <a:tint val="75000"/>
                  </a:prstClr>
                </a:solidFill>
              </a:rPr>
              <a:pPr/>
              <a:t>‹#›</a:t>
            </a:fld>
            <a:endParaRPr lang="fr-BE">
              <a:solidFill>
                <a:prstClr val="black">
                  <a:tint val="75000"/>
                </a:prstClr>
              </a:solidFill>
            </a:endParaRPr>
          </a:p>
        </p:txBody>
      </p:sp>
    </p:spTree>
    <p:extLst>
      <p:ext uri="{BB962C8B-B14F-4D97-AF65-F5344CB8AC3E}">
        <p14:creationId xmlns:p14="http://schemas.microsoft.com/office/powerpoint/2010/main" val="875505510"/>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6635750" cy="85010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US" dirty="0" smtClean="0"/>
          </a:p>
        </p:txBody>
      </p:sp>
      <p:sp>
        <p:nvSpPr>
          <p:cNvPr id="1027" name="Text Placeholder 2"/>
          <p:cNvSpPr>
            <a:spLocks noGrp="1"/>
          </p:cNvSpPr>
          <p:nvPr>
            <p:ph type="body" idx="1"/>
          </p:nvPr>
        </p:nvSpPr>
        <p:spPr bwMode="auto">
          <a:xfrm>
            <a:off x="457200" y="1196752"/>
            <a:ext cx="8229600" cy="49294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34" charset="0"/>
              </a:defRPr>
            </a:lvl1pPr>
          </a:lstStyle>
          <a:p>
            <a:pPr fontAlgn="base">
              <a:spcBef>
                <a:spcPct val="0"/>
              </a:spcBef>
              <a:spcAft>
                <a:spcPct val="0"/>
              </a:spcAft>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pitchFamily="34" charset="0"/>
              </a:defRPr>
            </a:lvl1pPr>
          </a:lstStyle>
          <a:p>
            <a:pPr fontAlgn="base">
              <a:spcBef>
                <a:spcPct val="0"/>
              </a:spcBef>
              <a:spcAft>
                <a:spcPct val="0"/>
              </a:spcAft>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34" charset="0"/>
              </a:defRPr>
            </a:lvl1pPr>
          </a:lstStyle>
          <a:p>
            <a:pPr fontAlgn="base">
              <a:spcBef>
                <a:spcPct val="0"/>
              </a:spcBef>
              <a:spcAft>
                <a:spcPct val="0"/>
              </a:spcAft>
            </a:pPr>
            <a:fld id="{DF47FCCC-0BAF-4004-BD16-F9A9DB79D90D}" type="slidenum">
              <a:rPr lang="en-US" smtClean="0"/>
              <a:pPr fontAlgn="base">
                <a:spcBef>
                  <a:spcPct val="0"/>
                </a:spcBef>
                <a:spcAft>
                  <a:spcPct val="0"/>
                </a:spcAft>
              </a:pPr>
              <a:t>‹#›</a:t>
            </a:fld>
            <a:endParaRPr lang="en-US" dirty="0"/>
          </a:p>
        </p:txBody>
      </p:sp>
      <p:pic>
        <p:nvPicPr>
          <p:cNvPr id="7" name="Tijdelijke aanduiding voor inhoud 5" descr="06008_definitief.tif"/>
          <p:cNvPicPr>
            <a:picLocks noChangeAspect="1"/>
          </p:cNvPicPr>
          <p:nvPr/>
        </p:nvPicPr>
        <p:blipFill>
          <a:blip r:embed="rId5" cstate="print"/>
          <a:srcRect l="-28143" r="-28143"/>
          <a:stretch>
            <a:fillRect/>
          </a:stretch>
        </p:blipFill>
        <p:spPr bwMode="auto">
          <a:xfrm>
            <a:off x="7236296" y="187329"/>
            <a:ext cx="1835696" cy="1009423"/>
          </a:xfrm>
          <a:prstGeom prst="rect">
            <a:avLst/>
          </a:prstGeom>
          <a:noFill/>
          <a:ln w="9525">
            <a:noFill/>
            <a:miter lim="800000"/>
            <a:headEnd/>
            <a:tailEnd/>
          </a:ln>
        </p:spPr>
      </p:pic>
    </p:spTree>
    <p:extLst>
      <p:ext uri="{BB962C8B-B14F-4D97-AF65-F5344CB8AC3E}">
        <p14:creationId xmlns:p14="http://schemas.microsoft.com/office/powerpoint/2010/main" val="1951423088"/>
      </p:ext>
    </p:extLst>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Lst>
  <p:hf hdr="0" ftr="0" dt="0"/>
  <p:txStyles>
    <p:titleStyle>
      <a:lvl1pPr algn="l" rtl="0" eaLnBrk="1" fontAlgn="base" hangingPunct="1">
        <a:spcBef>
          <a:spcPct val="0"/>
        </a:spcBef>
        <a:spcAft>
          <a:spcPct val="0"/>
        </a:spcAft>
        <a:defRPr sz="3600" kern="1200">
          <a:solidFill>
            <a:srgbClr val="254061"/>
          </a:solidFill>
          <a:latin typeface="+mj-lt"/>
          <a:ea typeface="+mj-ea"/>
          <a:cs typeface="+mj-cs"/>
        </a:defRPr>
      </a:lvl1pPr>
      <a:lvl2pPr algn="ctr" rtl="0" eaLnBrk="1" fontAlgn="base" hangingPunct="1">
        <a:spcBef>
          <a:spcPct val="0"/>
        </a:spcBef>
        <a:spcAft>
          <a:spcPct val="0"/>
        </a:spcAft>
        <a:defRPr sz="4000">
          <a:solidFill>
            <a:srgbClr val="254061"/>
          </a:solidFill>
          <a:latin typeface="Calibri" pitchFamily="34" charset="0"/>
        </a:defRPr>
      </a:lvl2pPr>
      <a:lvl3pPr algn="ctr" rtl="0" eaLnBrk="1" fontAlgn="base" hangingPunct="1">
        <a:spcBef>
          <a:spcPct val="0"/>
        </a:spcBef>
        <a:spcAft>
          <a:spcPct val="0"/>
        </a:spcAft>
        <a:defRPr sz="4000">
          <a:solidFill>
            <a:srgbClr val="254061"/>
          </a:solidFill>
          <a:latin typeface="Calibri" pitchFamily="34" charset="0"/>
        </a:defRPr>
      </a:lvl3pPr>
      <a:lvl4pPr algn="ctr" rtl="0" eaLnBrk="1" fontAlgn="base" hangingPunct="1">
        <a:spcBef>
          <a:spcPct val="0"/>
        </a:spcBef>
        <a:spcAft>
          <a:spcPct val="0"/>
        </a:spcAft>
        <a:defRPr sz="4000">
          <a:solidFill>
            <a:srgbClr val="254061"/>
          </a:solidFill>
          <a:latin typeface="Calibri" pitchFamily="34" charset="0"/>
        </a:defRPr>
      </a:lvl4pPr>
      <a:lvl5pPr algn="ctr" rtl="0" eaLnBrk="1" fontAlgn="base" hangingPunct="1">
        <a:spcBef>
          <a:spcPct val="0"/>
        </a:spcBef>
        <a:spcAft>
          <a:spcPct val="0"/>
        </a:spcAft>
        <a:defRPr sz="4000">
          <a:solidFill>
            <a:srgbClr val="25406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Clr>
          <a:srgbClr val="339933"/>
        </a:buClr>
        <a:buSzPct val="90000"/>
        <a:buFont typeface="Wingdings" pitchFamily="2" charset="2"/>
        <a:buChar char="v"/>
        <a:defRPr sz="2800" kern="1200">
          <a:solidFill>
            <a:srgbClr val="25406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400" kern="1200">
          <a:solidFill>
            <a:srgbClr val="25406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000" kern="1200">
          <a:solidFill>
            <a:srgbClr val="25406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1800" kern="1200">
          <a:solidFill>
            <a:srgbClr val="25406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1800" kern="1200">
          <a:solidFill>
            <a:srgbClr val="25406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21.jpeg"/><Relationship Id="rId4" Type="http://schemas.openxmlformats.org/officeDocument/2006/relationships/image" Target="../media/image20.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2.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vmlDrawing" Target="../drawings/vmlDrawing17.vml"/><Relationship Id="rId5" Type="http://schemas.openxmlformats.org/officeDocument/2006/relationships/image" Target="../media/image27.png"/><Relationship Id="rId4" Type="http://schemas.openxmlformats.org/officeDocument/2006/relationships/oleObject" Target="../embeddings/Microsoft_Excel_97-2003_Worksheet1.xls"/></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1.wmf"/><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hyperlink" Target="http://www.ddmore.eu/" TargetMode="External"/><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hyperlink" Target="http://www.openphacts.org/" TargetMode="External"/><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35.jpeg"/><Relationship Id="rId5" Type="http://schemas.openxmlformats.org/officeDocument/2006/relationships/image" Target="../media/image34.png"/><Relationship Id="rId4" Type="http://schemas.openxmlformats.org/officeDocument/2006/relationships/image" Target="../media/image33.emf"/></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notesSlide" Target="../notesSlides/notesSlide16.xml"/><Relationship Id="rId7" Type="http://schemas.openxmlformats.org/officeDocument/2006/relationships/image" Target="../media/image39.png"/><Relationship Id="rId2" Type="http://schemas.openxmlformats.org/officeDocument/2006/relationships/slideLayout" Target="../slideLayouts/slideLayout14.xml"/><Relationship Id="rId1" Type="http://schemas.openxmlformats.org/officeDocument/2006/relationships/vmlDrawing" Target="../drawings/vmlDrawing18.vml"/><Relationship Id="rId6" Type="http://schemas.openxmlformats.org/officeDocument/2006/relationships/oleObject" Target="../embeddings/oleObject20.bin"/><Relationship Id="rId5" Type="http://schemas.openxmlformats.org/officeDocument/2006/relationships/image" Target="../media/image38.png"/><Relationship Id="rId4" Type="http://schemas.openxmlformats.org/officeDocument/2006/relationships/oleObject" Target="../embeddings/oleObject19.bin"/><Relationship Id="rId9" Type="http://schemas.openxmlformats.org/officeDocument/2006/relationships/oleObject" Target="../embeddings/oleObject22.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46.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45.jpeg"/><Relationship Id="rId7" Type="http://schemas.openxmlformats.org/officeDocument/2006/relationships/diagramColors" Target="../diagrams/colors4.xml"/><Relationship Id="rId2" Type="http://schemas.openxmlformats.org/officeDocument/2006/relationships/notesSlide" Target="../notesSlides/notesSlide22.xml"/><Relationship Id="rId1" Type="http://schemas.openxmlformats.org/officeDocument/2006/relationships/slideLayout" Target="../slideLayouts/slideLayout5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46.xml"/><Relationship Id="rId6" Type="http://schemas.openxmlformats.org/officeDocument/2006/relationships/hyperlink" Target="http://www.etoxproject.eu/" TargetMode="External"/><Relationship Id="rId5" Type="http://schemas.openxmlformats.org/officeDocument/2006/relationships/image" Target="../media/image48.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hyperlink" Target="http://www.etoxproject.eu/" TargetMode="External"/><Relationship Id="rId2" Type="http://schemas.openxmlformats.org/officeDocument/2006/relationships/notesSlide" Target="../notesSlides/notesSlide26.xml"/><Relationship Id="rId1" Type="http://schemas.openxmlformats.org/officeDocument/2006/relationships/slideLayout" Target="../slideLayouts/slideLayout46.xml"/><Relationship Id="rId6" Type="http://schemas.openxmlformats.org/officeDocument/2006/relationships/image" Target="../media/image48.png"/><Relationship Id="rId5" Type="http://schemas.openxmlformats.org/officeDocument/2006/relationships/image" Target="../media/image34.pn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8" Type="http://schemas.openxmlformats.org/officeDocument/2006/relationships/image" Target="../media/image45.jpe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8.xml"/><Relationship Id="rId1" Type="http://schemas.openxmlformats.org/officeDocument/2006/relationships/slideLayout" Target="../slideLayouts/slideLayout5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109.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jpeg"/></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98.xml"/><Relationship Id="rId4" Type="http://schemas.openxmlformats.org/officeDocument/2006/relationships/image" Target="../media/image56.jpeg"/></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1.xml"/><Relationship Id="rId1" Type="http://schemas.openxmlformats.org/officeDocument/2006/relationships/slideLayout" Target="../slideLayouts/slideLayout4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3.xml"/><Relationship Id="rId1" Type="http://schemas.openxmlformats.org/officeDocument/2006/relationships/slideLayout" Target="../slideLayouts/slideLayout64.xml"/></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4.xml"/><Relationship Id="rId1" Type="http://schemas.openxmlformats.org/officeDocument/2006/relationships/slideLayout" Target="../slideLayouts/slideLayout36.xml"/><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74.xml"/><Relationship Id="rId4" Type="http://schemas.openxmlformats.org/officeDocument/2006/relationships/image" Target="../media/image62.jpeg"/></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6.xml"/><Relationship Id="rId1" Type="http://schemas.openxmlformats.org/officeDocument/2006/relationships/slideLayout" Target="../slideLayouts/slideLayout7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6386" name="Picture 11" descr="imi logo 3.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 y="5215101"/>
            <a:ext cx="719504" cy="148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11" descr="imi logo 3.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 y="5215101"/>
            <a:ext cx="719504" cy="148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Rectangle 10"/>
          <p:cNvSpPr>
            <a:spLocks noChangeArrowheads="1"/>
          </p:cNvSpPr>
          <p:nvPr/>
        </p:nvSpPr>
        <p:spPr bwMode="auto">
          <a:xfrm>
            <a:off x="4507740" y="2792663"/>
            <a:ext cx="295572" cy="1694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p>
            <a:pPr algn="ctr" eaLnBrk="0" fontAlgn="base" hangingPunct="0">
              <a:spcBef>
                <a:spcPct val="0"/>
              </a:spcBef>
              <a:spcAft>
                <a:spcPct val="0"/>
              </a:spcAft>
            </a:pPr>
            <a:endParaRPr lang="en-US" sz="3600" dirty="0">
              <a:solidFill>
                <a:srgbClr val="000066"/>
              </a:solidFill>
              <a:latin typeface="Arial" pitchFamily="34" charset="0"/>
              <a:ea typeface="ヒラギノ角ゴ Pro W3" charset="-128"/>
            </a:endParaRPr>
          </a:p>
          <a:p>
            <a:pPr algn="ctr" eaLnBrk="0" fontAlgn="base" hangingPunct="0">
              <a:spcBef>
                <a:spcPct val="0"/>
              </a:spcBef>
              <a:spcAft>
                <a:spcPct val="0"/>
              </a:spcAft>
            </a:pPr>
            <a:endParaRPr lang="en-US" sz="3600" dirty="0">
              <a:solidFill>
                <a:srgbClr val="000066"/>
              </a:solidFill>
              <a:latin typeface="Arial" pitchFamily="34" charset="0"/>
              <a:ea typeface="ヒラギノ角ゴ Pro W3" charset="-128"/>
            </a:endParaRPr>
          </a:p>
          <a:p>
            <a:pPr algn="ctr" eaLnBrk="0" fontAlgn="base" hangingPunct="0">
              <a:spcBef>
                <a:spcPct val="0"/>
              </a:spcBef>
              <a:spcAft>
                <a:spcPct val="0"/>
              </a:spcAft>
            </a:pPr>
            <a:r>
              <a:rPr lang="en-US" sz="3200" dirty="0">
                <a:solidFill>
                  <a:srgbClr val="000066"/>
                </a:solidFill>
                <a:latin typeface="Arial" pitchFamily="34" charset="0"/>
                <a:ea typeface="ヒラギノ角ゴ Pro W3" charset="-128"/>
              </a:rPr>
              <a:t> </a:t>
            </a:r>
          </a:p>
        </p:txBody>
      </p:sp>
      <p:pic>
        <p:nvPicPr>
          <p:cNvPr id="16389" name="Picture 5"/>
          <p:cNvPicPr>
            <a:picLocks noChangeAspect="1" noChangeArrowheads="1"/>
          </p:cNvPicPr>
          <p:nvPr/>
        </p:nvPicPr>
        <p:blipFill>
          <a:blip r:embed="rId4">
            <a:extLst>
              <a:ext uri="{28A0092B-C50C-407E-A947-70E740481C1C}">
                <a14:useLocalDpi xmlns:a14="http://schemas.microsoft.com/office/drawing/2010/main" val="0"/>
              </a:ext>
            </a:extLst>
          </a:blip>
          <a:srcRect l="6445" t="27191" r="5696" b="39345"/>
          <a:stretch>
            <a:fillRect/>
          </a:stretch>
        </p:blipFill>
        <p:spPr bwMode="auto">
          <a:xfrm>
            <a:off x="0" y="2492909"/>
            <a:ext cx="9144000" cy="2624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6390" name="Text Box 6"/>
          <p:cNvSpPr txBox="1">
            <a:spLocks noChangeArrowheads="1"/>
          </p:cNvSpPr>
          <p:nvPr/>
        </p:nvSpPr>
        <p:spPr bwMode="auto">
          <a:xfrm>
            <a:off x="0" y="12980"/>
            <a:ext cx="9144000" cy="2123658"/>
          </a:xfrm>
          <a:prstGeom prst="rect">
            <a:avLst/>
          </a:prstGeom>
          <a:solidFill>
            <a:schemeClr val="bg1"/>
          </a:solidFill>
          <a:ln>
            <a:noFill/>
          </a:ln>
        </p:spPr>
        <p:txBody>
          <a:bodyPr wrap="square">
            <a:spAutoFit/>
          </a:bodyPr>
          <a:lstStyle>
            <a:lvl1pPr>
              <a:defRPr>
                <a:solidFill>
                  <a:schemeClr val="tx1"/>
                </a:solidFill>
                <a:latin typeface="Arial" pitchFamily="34" charset="0"/>
                <a:ea typeface="ヒラギノ角ゴ Pro W3" charset="-128"/>
              </a:defRPr>
            </a:lvl1pPr>
            <a:lvl2pPr marL="742950" indent="-285750">
              <a:defRPr>
                <a:solidFill>
                  <a:schemeClr val="tx1"/>
                </a:solidFill>
                <a:latin typeface="Arial" pitchFamily="34" charset="0"/>
                <a:ea typeface="ヒラギノ角ゴ Pro W3" charset="-128"/>
              </a:defRPr>
            </a:lvl2pPr>
            <a:lvl3pPr marL="1143000" indent="-228600">
              <a:defRPr>
                <a:solidFill>
                  <a:schemeClr val="tx1"/>
                </a:solidFill>
                <a:latin typeface="Arial" pitchFamily="34" charset="0"/>
                <a:ea typeface="ヒラギノ角ゴ Pro W3" charset="-128"/>
              </a:defRPr>
            </a:lvl3pPr>
            <a:lvl4pPr marL="1600200" indent="-228600">
              <a:defRPr>
                <a:solidFill>
                  <a:schemeClr val="tx1"/>
                </a:solidFill>
                <a:latin typeface="Arial" pitchFamily="34" charset="0"/>
                <a:ea typeface="ヒラギノ角ゴ Pro W3" charset="-128"/>
              </a:defRPr>
            </a:lvl4pPr>
            <a:lvl5pPr marL="2057400" indent="-228600">
              <a:defRPr>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itchFamily="34" charset="0"/>
                <a:ea typeface="ヒラギノ角ゴ Pro W3" charset="-128"/>
              </a:defRPr>
            </a:lvl9pPr>
          </a:lstStyle>
          <a:p>
            <a:pPr fontAlgn="base">
              <a:spcBef>
                <a:spcPct val="0"/>
              </a:spcBef>
              <a:spcAft>
                <a:spcPct val="0"/>
              </a:spcAft>
            </a:pPr>
            <a:endParaRPr lang="en-US" sz="2400" b="1" dirty="0">
              <a:solidFill>
                <a:srgbClr val="000066"/>
              </a:solidFill>
            </a:endParaRPr>
          </a:p>
          <a:p>
            <a:pPr marL="274638" fontAlgn="base">
              <a:spcBef>
                <a:spcPct val="0"/>
              </a:spcBef>
              <a:spcAft>
                <a:spcPct val="0"/>
              </a:spcAft>
              <a:tabLst>
                <a:tab pos="9326563" algn="l"/>
              </a:tabLst>
            </a:pPr>
            <a:r>
              <a:rPr lang="en-GB" sz="3600" dirty="0" smtClean="0">
                <a:solidFill>
                  <a:srgbClr val="004151"/>
                </a:solidFill>
              </a:rPr>
              <a:t>Joining </a:t>
            </a:r>
            <a:r>
              <a:rPr lang="en-GB" sz="3600" dirty="0">
                <a:solidFill>
                  <a:srgbClr val="004151"/>
                </a:solidFill>
              </a:rPr>
              <a:t>Private and Public Forces to Boost </a:t>
            </a:r>
            <a:r>
              <a:rPr lang="en-GB" sz="3600" dirty="0" smtClean="0">
                <a:solidFill>
                  <a:srgbClr val="004151"/>
                </a:solidFill>
              </a:rPr>
              <a:t>Innovation in Healthcare: </a:t>
            </a:r>
            <a:r>
              <a:rPr lang="en-GB" sz="3600" dirty="0" smtClean="0">
                <a:solidFill>
                  <a:srgbClr val="004151"/>
                </a:solidFill>
              </a:rPr>
              <a:t>Knowledge Management at IMI</a:t>
            </a:r>
            <a:endParaRPr lang="en-US" sz="3600" dirty="0">
              <a:solidFill>
                <a:srgbClr val="004151"/>
              </a:solidFill>
            </a:endParaRPr>
          </a:p>
        </p:txBody>
      </p:sp>
      <p:sp>
        <p:nvSpPr>
          <p:cNvPr id="2" name="Rectangle 1"/>
          <p:cNvSpPr/>
          <p:nvPr/>
        </p:nvSpPr>
        <p:spPr>
          <a:xfrm>
            <a:off x="2359152" y="5229362"/>
            <a:ext cx="6466859" cy="954107"/>
          </a:xfrm>
          <a:prstGeom prst="rect">
            <a:avLst/>
          </a:prstGeom>
        </p:spPr>
        <p:txBody>
          <a:bodyPr wrap="square">
            <a:spAutoFit/>
          </a:bodyPr>
          <a:lstStyle/>
          <a:p>
            <a:pPr algn="r" fontAlgn="base">
              <a:spcBef>
                <a:spcPct val="0"/>
              </a:spcBef>
              <a:spcAft>
                <a:spcPct val="0"/>
              </a:spcAft>
            </a:pPr>
            <a:r>
              <a:rPr lang="en-US" sz="2800" dirty="0" smtClean="0">
                <a:solidFill>
                  <a:srgbClr val="7ABB53"/>
                </a:solidFill>
                <a:latin typeface="Arial" pitchFamily="34" charset="0"/>
                <a:ea typeface="ヒラギノ角ゴ Pro W3" charset="-128"/>
              </a:rPr>
              <a:t>Ann Martin MSc</a:t>
            </a:r>
          </a:p>
          <a:p>
            <a:pPr algn="r" fontAlgn="base">
              <a:spcBef>
                <a:spcPct val="0"/>
              </a:spcBef>
              <a:spcAft>
                <a:spcPct val="0"/>
              </a:spcAft>
            </a:pPr>
            <a:r>
              <a:rPr lang="en-US" sz="2800" dirty="0" smtClean="0">
                <a:solidFill>
                  <a:srgbClr val="7ABB53"/>
                </a:solidFill>
                <a:latin typeface="Arial" pitchFamily="34" charset="0"/>
                <a:ea typeface="ヒラギノ角ゴ Pro W3" charset="-128"/>
              </a:rPr>
              <a:t>Principal Scientific Manager IMI JU</a:t>
            </a:r>
            <a:endParaRPr lang="fr-FR" sz="2800" dirty="0">
              <a:solidFill>
                <a:srgbClr val="7ABB53"/>
              </a:solidFill>
              <a:latin typeface="Arial" pitchFamily="34" charset="0"/>
              <a:ea typeface="ヒラギノ角ゴ Pro W3" charset="-128"/>
            </a:endParaRPr>
          </a:p>
        </p:txBody>
      </p:sp>
    </p:spTree>
    <p:extLst>
      <p:ext uri="{BB962C8B-B14F-4D97-AF65-F5344CB8AC3E}">
        <p14:creationId xmlns:p14="http://schemas.microsoft.com/office/powerpoint/2010/main" val="26953792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576397" y="1486966"/>
            <a:ext cx="4519887" cy="4626458"/>
            <a:chOff x="2648744" y="1466838"/>
            <a:chExt cx="4561781" cy="4346599"/>
          </a:xfrm>
        </p:grpSpPr>
        <p:sp>
          <p:nvSpPr>
            <p:cNvPr id="3" name="Oval 2"/>
            <p:cNvSpPr/>
            <p:nvPr/>
          </p:nvSpPr>
          <p:spPr>
            <a:xfrm>
              <a:off x="2648744" y="1466838"/>
              <a:ext cx="4561781" cy="4346599"/>
            </a:xfrm>
            <a:prstGeom prst="ellipse">
              <a:avLst/>
            </a:prstGeom>
            <a:gradFill flip="none" rotWithShape="1">
              <a:gsLst>
                <a:gs pos="0">
                  <a:schemeClr val="bg1"/>
                </a:gs>
                <a:gs pos="50000">
                  <a:schemeClr val="bg1"/>
                </a:gs>
                <a:gs pos="100000">
                  <a:srgbClr val="66BC29"/>
                </a:gs>
              </a:gsLst>
              <a:lin ang="5400000" scaled="1"/>
              <a:tileRect/>
            </a:gradFill>
            <a:ln>
              <a:solidFill>
                <a:srgbClr val="66BC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GB">
                <a:solidFill>
                  <a:prstClr val="white"/>
                </a:solidFill>
              </a:endParaRPr>
            </a:p>
          </p:txBody>
        </p:sp>
        <p:pic>
          <p:nvPicPr>
            <p:cNvPr id="39" name="Picture 6" descr="IMI Logo version2 copi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3963" y="1729344"/>
              <a:ext cx="1703133" cy="97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Rectangle 49"/>
            <p:cNvSpPr/>
            <p:nvPr/>
          </p:nvSpPr>
          <p:spPr>
            <a:xfrm>
              <a:off x="4009133" y="2736850"/>
              <a:ext cx="1951979" cy="491570"/>
            </a:xfrm>
            <a:prstGeom prst="rect">
              <a:avLst/>
            </a:prstGeom>
            <a:noFill/>
          </p:spPr>
          <p:txBody>
            <a:bodyPr wrap="squar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eaLnBrk="0" fontAlgn="base" hangingPunct="0">
                <a:spcBef>
                  <a:spcPct val="0"/>
                </a:spcBef>
                <a:spcAft>
                  <a:spcPct val="0"/>
                </a:spcAft>
              </a:pPr>
              <a:r>
                <a:rPr lang="en-US" sz="2800" b="1" dirty="0">
                  <a:ln w="50800"/>
                  <a:solidFill>
                    <a:srgbClr val="66BC29"/>
                  </a:solidFill>
                  <a:latin typeface="Arial" pitchFamily="34" charset="0"/>
                  <a:ea typeface="ヒラギノ角ゴ Pro W3" charset="-128"/>
                </a:rPr>
                <a:t>2 Billion €</a:t>
              </a:r>
            </a:p>
          </p:txBody>
        </p:sp>
        <p:sp>
          <p:nvSpPr>
            <p:cNvPr id="53" name="Rectangle 52"/>
            <p:cNvSpPr/>
            <p:nvPr/>
          </p:nvSpPr>
          <p:spPr>
            <a:xfrm>
              <a:off x="3718319" y="5199583"/>
              <a:ext cx="2415791" cy="491570"/>
            </a:xfrm>
            <a:prstGeom prst="rect">
              <a:avLst/>
            </a:prstGeom>
            <a:noFill/>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eaLnBrk="0" fontAlgn="base" hangingPunct="0">
                <a:spcBef>
                  <a:spcPct val="0"/>
                </a:spcBef>
                <a:spcAft>
                  <a:spcPct val="0"/>
                </a:spcAft>
              </a:pPr>
              <a:r>
                <a:rPr lang="en-US" sz="2800" b="1" spc="150" dirty="0">
                  <a:ln w="11430"/>
                  <a:solidFill>
                    <a:srgbClr val="F8F8F8"/>
                  </a:solidFill>
                  <a:effectLst>
                    <a:outerShdw blurRad="25400" algn="tl" rotWithShape="0">
                      <a:srgbClr val="000000">
                        <a:alpha val="43000"/>
                      </a:srgbClr>
                    </a:outerShdw>
                  </a:effectLst>
                  <a:latin typeface="Arial" pitchFamily="34" charset="0"/>
                  <a:ea typeface="ヒラギノ角ゴ Pro W3" charset="-128"/>
                </a:rPr>
                <a:t>Partnership</a:t>
              </a:r>
            </a:p>
          </p:txBody>
        </p:sp>
      </p:grpSp>
      <p:sp>
        <p:nvSpPr>
          <p:cNvPr id="18434" name="Rectangle 2"/>
          <p:cNvSpPr>
            <a:spLocks noChangeArrowheads="1"/>
          </p:cNvSpPr>
          <p:nvPr/>
        </p:nvSpPr>
        <p:spPr bwMode="auto">
          <a:xfrm>
            <a:off x="450928" y="201104"/>
            <a:ext cx="6569345"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0"/>
              </a:spcBef>
              <a:spcAft>
                <a:spcPct val="0"/>
              </a:spcAft>
            </a:pPr>
            <a:r>
              <a:rPr lang="en-US" sz="3600" dirty="0">
                <a:solidFill>
                  <a:srgbClr val="004151"/>
                </a:solidFill>
                <a:latin typeface="Arial" pitchFamily="34" charset="0"/>
                <a:ea typeface="ヒラギノ角ゴ Pro W3" charset="-128"/>
              </a:rPr>
              <a:t>Innovative Medicines Initiative:</a:t>
            </a:r>
            <a:br>
              <a:rPr lang="en-US" sz="3600" dirty="0">
                <a:solidFill>
                  <a:srgbClr val="004151"/>
                </a:solidFill>
                <a:latin typeface="Arial" pitchFamily="34" charset="0"/>
                <a:ea typeface="ヒラギノ角ゴ Pro W3" charset="-128"/>
              </a:rPr>
            </a:br>
            <a:r>
              <a:rPr lang="en-US" sz="2800" i="1" dirty="0">
                <a:solidFill>
                  <a:srgbClr val="004151"/>
                </a:solidFill>
                <a:latin typeface="Arial" pitchFamily="34" charset="0"/>
                <a:ea typeface="ヒラギノ角ゴ Pro W3" charset="-128"/>
              </a:rPr>
              <a:t>Joining Forces in the Healthcare Sector </a:t>
            </a:r>
            <a:endParaRPr lang="en-GB" sz="3600" i="1" dirty="0">
              <a:solidFill>
                <a:srgbClr val="004151"/>
              </a:solidFill>
              <a:latin typeface="Arial" pitchFamily="34" charset="0"/>
              <a:ea typeface="ヒラギノ角ゴ Pro W3" charset="-128"/>
            </a:endParaRPr>
          </a:p>
        </p:txBody>
      </p:sp>
      <p:grpSp>
        <p:nvGrpSpPr>
          <p:cNvPr id="9" name="Group 8"/>
          <p:cNvGrpSpPr/>
          <p:nvPr/>
        </p:nvGrpSpPr>
        <p:grpSpPr>
          <a:xfrm>
            <a:off x="875626" y="3297769"/>
            <a:ext cx="1521046" cy="2045841"/>
            <a:chOff x="2959720" y="3227872"/>
            <a:chExt cx="1647800" cy="2045841"/>
          </a:xfrm>
        </p:grpSpPr>
        <p:sp>
          <p:nvSpPr>
            <p:cNvPr id="41" name="Oval 40"/>
            <p:cNvSpPr/>
            <p:nvPr/>
          </p:nvSpPr>
          <p:spPr>
            <a:xfrm>
              <a:off x="2959720" y="3227872"/>
              <a:ext cx="1647800" cy="1534628"/>
            </a:xfrm>
            <a:prstGeom prst="ellipse">
              <a:avLst/>
            </a:prstGeom>
            <a:gradFill>
              <a:gsLst>
                <a:gs pos="0">
                  <a:schemeClr val="bg1"/>
                </a:gs>
                <a:gs pos="85000">
                  <a:schemeClr val="bg1"/>
                </a:gs>
                <a:gs pos="100000">
                  <a:srgbClr val="004151"/>
                </a:gs>
              </a:gsLst>
              <a:lin ang="5400000" scaled="0"/>
            </a:gradFill>
            <a:ln>
              <a:solidFill>
                <a:srgbClr val="0041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GB">
                <a:solidFill>
                  <a:prstClr val="white"/>
                </a:solidFill>
              </a:endParaRPr>
            </a:p>
          </p:txBody>
        </p:sp>
        <p:pic>
          <p:nvPicPr>
            <p:cNvPr id="18456" name="Picture 24" descr="http://www.csreurope.org/data/images/logos/partners/European_Commissio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36675" y="3740231"/>
              <a:ext cx="1040261" cy="76888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067971" y="3460939"/>
              <a:ext cx="1431296" cy="400110"/>
            </a:xfrm>
            <a:prstGeom prst="rect">
              <a:avLst/>
            </a:prstGeom>
            <a:no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eaLnBrk="0" fontAlgn="base" hangingPunct="0">
                <a:spcBef>
                  <a:spcPct val="0"/>
                </a:spcBef>
                <a:spcAft>
                  <a:spcPct val="0"/>
                </a:spcAft>
              </a:pPr>
              <a:r>
                <a:rPr lang="en-US" sz="2000" b="1" dirty="0">
                  <a:ln w="50800"/>
                  <a:solidFill>
                    <a:srgbClr val="004151"/>
                  </a:solidFill>
                  <a:latin typeface="Arial" pitchFamily="34" charset="0"/>
                  <a:ea typeface="ヒラギノ角ゴ Pro W3" charset="-128"/>
                </a:rPr>
                <a:t>I Billion €</a:t>
              </a:r>
            </a:p>
          </p:txBody>
        </p:sp>
        <p:sp>
          <p:nvSpPr>
            <p:cNvPr id="5" name="Rectangle 4"/>
            <p:cNvSpPr/>
            <p:nvPr/>
          </p:nvSpPr>
          <p:spPr>
            <a:xfrm>
              <a:off x="3118778" y="4812048"/>
              <a:ext cx="1323627" cy="461665"/>
            </a:xfrm>
            <a:prstGeom prst="rect">
              <a:avLst/>
            </a:prstGeom>
            <a:noFill/>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eaLnBrk="0" fontAlgn="base" hangingPunct="0">
                <a:spcBef>
                  <a:spcPct val="0"/>
                </a:spcBef>
                <a:spcAft>
                  <a:spcPct val="0"/>
                </a:spcAft>
              </a:pPr>
              <a:r>
                <a:rPr lang="en-US" sz="2400" b="1" spc="150" dirty="0">
                  <a:ln w="11430"/>
                  <a:solidFill>
                    <a:srgbClr val="004151"/>
                  </a:solidFill>
                  <a:effectLst>
                    <a:outerShdw blurRad="25400" algn="tl" rotWithShape="0">
                      <a:srgbClr val="000000">
                        <a:alpha val="43000"/>
                      </a:srgbClr>
                    </a:outerShdw>
                  </a:effectLst>
                  <a:latin typeface="Arial" pitchFamily="34" charset="0"/>
                  <a:ea typeface="ヒラギノ角ゴ Pro W3" charset="-128"/>
                </a:rPr>
                <a:t>Public</a:t>
              </a:r>
            </a:p>
          </p:txBody>
        </p:sp>
      </p:grpSp>
      <p:grpSp>
        <p:nvGrpSpPr>
          <p:cNvPr id="14" name="Group 13"/>
          <p:cNvGrpSpPr/>
          <p:nvPr/>
        </p:nvGrpSpPr>
        <p:grpSpPr>
          <a:xfrm>
            <a:off x="2975077" y="3361969"/>
            <a:ext cx="1521046" cy="1996293"/>
            <a:chOff x="5177408" y="3334532"/>
            <a:chExt cx="1647800" cy="1996293"/>
          </a:xfrm>
        </p:grpSpPr>
        <p:sp>
          <p:nvSpPr>
            <p:cNvPr id="45" name="Oval 44"/>
            <p:cNvSpPr/>
            <p:nvPr/>
          </p:nvSpPr>
          <p:spPr>
            <a:xfrm>
              <a:off x="5177408" y="3334532"/>
              <a:ext cx="1647800" cy="1534628"/>
            </a:xfrm>
            <a:prstGeom prst="ellipse">
              <a:avLst/>
            </a:prstGeom>
            <a:gradFill>
              <a:gsLst>
                <a:gs pos="0">
                  <a:schemeClr val="bg1"/>
                </a:gs>
                <a:gs pos="85000">
                  <a:schemeClr val="bg1"/>
                </a:gs>
                <a:gs pos="100000">
                  <a:srgbClr val="F7931D"/>
                </a:gs>
              </a:gsLst>
              <a:lin ang="5400000" scaled="0"/>
            </a:gradFill>
            <a:ln>
              <a:solidFill>
                <a:srgbClr val="F793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GB">
                <a:solidFill>
                  <a:prstClr val="white"/>
                </a:solidFill>
              </a:endParaRPr>
            </a:p>
          </p:txBody>
        </p:sp>
        <p:sp>
          <p:nvSpPr>
            <p:cNvPr id="47" name="Rectangle 46"/>
            <p:cNvSpPr/>
            <p:nvPr/>
          </p:nvSpPr>
          <p:spPr>
            <a:xfrm>
              <a:off x="5304950" y="3543995"/>
              <a:ext cx="1431296" cy="400110"/>
            </a:xfrm>
            <a:prstGeom prst="rect">
              <a:avLst/>
            </a:prstGeom>
            <a:no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eaLnBrk="0" fontAlgn="base" hangingPunct="0">
                <a:spcBef>
                  <a:spcPct val="0"/>
                </a:spcBef>
                <a:spcAft>
                  <a:spcPct val="0"/>
                </a:spcAft>
              </a:pPr>
              <a:r>
                <a:rPr lang="en-US" sz="2000" b="1" dirty="0">
                  <a:ln w="50800"/>
                  <a:solidFill>
                    <a:srgbClr val="F7931D"/>
                  </a:solidFill>
                  <a:latin typeface="Arial" pitchFamily="34" charset="0"/>
                  <a:ea typeface="ヒラギノ角ゴ Pro W3" charset="-128"/>
                </a:rPr>
                <a:t>I Billion €</a:t>
              </a:r>
            </a:p>
          </p:txBody>
        </p:sp>
        <p:pic>
          <p:nvPicPr>
            <p:cNvPr id="18462" name="Picture 30" descr="http://www.neuro.med.tu-muenchen.de/dfns/presse/images_presse/PI_Europain_210410/efpia_300dpi.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9022" y="3975149"/>
              <a:ext cx="781050" cy="461963"/>
            </a:xfrm>
            <a:prstGeom prst="rect">
              <a:avLst/>
            </a:prstGeom>
            <a:noFill/>
            <a:extLst>
              <a:ext uri="{909E8E84-426E-40DD-AFC4-6F175D3DCCD1}">
                <a14:hiddenFill xmlns:a14="http://schemas.microsoft.com/office/drawing/2010/main">
                  <a:solidFill>
                    <a:srgbClr val="FFFFFF"/>
                  </a:solidFill>
                </a14:hiddenFill>
              </a:ext>
            </a:extLst>
          </p:spPr>
        </p:pic>
        <p:sp>
          <p:nvSpPr>
            <p:cNvPr id="52" name="Rectangle 51"/>
            <p:cNvSpPr/>
            <p:nvPr/>
          </p:nvSpPr>
          <p:spPr>
            <a:xfrm>
              <a:off x="5256921" y="4869160"/>
              <a:ext cx="1459081" cy="461665"/>
            </a:xfrm>
            <a:prstGeom prst="rect">
              <a:avLst/>
            </a:prstGeom>
            <a:noFill/>
          </p:spPr>
          <p:txBody>
            <a:bodyPr wrap="none" lIns="91440" tIns="45720" rIns="91440" bIns="45720">
              <a:spAutoFit/>
              <a:scene3d>
                <a:camera prst="orthographicFront"/>
                <a:lightRig rig="soft" dir="t">
                  <a:rot lat="0" lon="0" rev="10800000"/>
                </a:lightRig>
              </a:scene3d>
              <a:sp3d>
                <a:bevelT w="27940" h="12700"/>
                <a:contourClr>
                  <a:srgbClr val="DDDDDD"/>
                </a:contourClr>
              </a:sp3d>
            </a:bodyPr>
            <a:lstStyle/>
            <a:p>
              <a:pPr algn="ctr" eaLnBrk="0" fontAlgn="base" hangingPunct="0">
                <a:spcBef>
                  <a:spcPct val="0"/>
                </a:spcBef>
                <a:spcAft>
                  <a:spcPct val="0"/>
                </a:spcAft>
              </a:pPr>
              <a:r>
                <a:rPr lang="en-US" sz="2400" b="1" spc="150" dirty="0">
                  <a:ln w="11430"/>
                  <a:solidFill>
                    <a:srgbClr val="F7931D"/>
                  </a:solidFill>
                  <a:effectLst>
                    <a:outerShdw blurRad="25400" algn="tl" rotWithShape="0">
                      <a:srgbClr val="000000">
                        <a:alpha val="43000"/>
                      </a:srgbClr>
                    </a:outerShdw>
                  </a:effectLst>
                  <a:latin typeface="Arial" pitchFamily="34" charset="0"/>
                  <a:ea typeface="ヒラギノ角ゴ Pro W3" charset="-128"/>
                </a:rPr>
                <a:t>Private</a:t>
              </a:r>
            </a:p>
          </p:txBody>
        </p:sp>
      </p:grpSp>
      <p:sp>
        <p:nvSpPr>
          <p:cNvPr id="18" name="TextBox 17"/>
          <p:cNvSpPr txBox="1"/>
          <p:nvPr/>
        </p:nvSpPr>
        <p:spPr>
          <a:xfrm>
            <a:off x="4787900" y="1484784"/>
            <a:ext cx="3960564" cy="4524315"/>
          </a:xfrm>
          <a:prstGeom prst="rect">
            <a:avLst/>
          </a:prstGeom>
          <a:noFill/>
        </p:spPr>
        <p:txBody>
          <a:bodyPr wrap="square" rtlCol="0">
            <a:spAutoFit/>
          </a:bodyPr>
          <a:lstStyle/>
          <a:p>
            <a:pPr marL="176213" indent="-176213">
              <a:buFont typeface="Arial" pitchFamily="34" charset="0"/>
              <a:buChar char="•"/>
            </a:pPr>
            <a:r>
              <a:rPr lang="en-GB" sz="2400" dirty="0" smtClean="0">
                <a:solidFill>
                  <a:srgbClr val="004151"/>
                </a:solidFill>
                <a:latin typeface="Arial" pitchFamily="34" charset="0"/>
                <a:ea typeface="ヒラギノ角ゴ Pro W3" charset="-128"/>
              </a:rPr>
              <a:t>Partnership European </a:t>
            </a:r>
            <a:r>
              <a:rPr lang="en-GB" sz="2400" dirty="0">
                <a:solidFill>
                  <a:srgbClr val="004151"/>
                </a:solidFill>
                <a:latin typeface="Arial" pitchFamily="34" charset="0"/>
                <a:ea typeface="ヒラギノ角ゴ Pro W3" charset="-128"/>
              </a:rPr>
              <a:t>Commission </a:t>
            </a:r>
            <a:r>
              <a:rPr lang="en-GB" sz="2400" dirty="0" smtClean="0">
                <a:solidFill>
                  <a:srgbClr val="004151"/>
                </a:solidFill>
                <a:latin typeface="Arial" pitchFamily="34" charset="0"/>
                <a:ea typeface="ヒラギノ角ゴ Pro W3" charset="-128"/>
              </a:rPr>
              <a:t>&amp; </a:t>
            </a:r>
            <a:r>
              <a:rPr lang="en-GB" sz="2400" dirty="0" err="1" smtClean="0">
                <a:solidFill>
                  <a:srgbClr val="004151"/>
                </a:solidFill>
                <a:latin typeface="Arial" pitchFamily="34" charset="0"/>
                <a:ea typeface="ヒラギノ角ゴ Pro W3" charset="-128"/>
              </a:rPr>
              <a:t>EFPIA</a:t>
            </a:r>
            <a:endParaRPr lang="en-GB" sz="2400" dirty="0">
              <a:solidFill>
                <a:srgbClr val="004151"/>
              </a:solidFill>
              <a:latin typeface="Arial" pitchFamily="34" charset="0"/>
              <a:ea typeface="ヒラギノ角ゴ Pro W3" charset="-128"/>
            </a:endParaRPr>
          </a:p>
          <a:p>
            <a:pPr marL="176213" indent="-176213">
              <a:buFont typeface="Arial" pitchFamily="34" charset="0"/>
              <a:buChar char="•"/>
            </a:pPr>
            <a:endParaRPr lang="en-GB" sz="3600" dirty="0">
              <a:solidFill>
                <a:srgbClr val="004151"/>
              </a:solidFill>
              <a:latin typeface="Arial" pitchFamily="34" charset="0"/>
              <a:ea typeface="ヒラギノ角ゴ Pro W3" charset="-128"/>
            </a:endParaRPr>
          </a:p>
          <a:p>
            <a:pPr marL="176213" indent="-176213">
              <a:buFont typeface="Arial" pitchFamily="34" charset="0"/>
              <a:buChar char="•"/>
            </a:pPr>
            <a:r>
              <a:rPr lang="en-GB" sz="3600" dirty="0">
                <a:solidFill>
                  <a:srgbClr val="004151"/>
                </a:solidFill>
                <a:latin typeface="Arial" pitchFamily="34" charset="0"/>
                <a:ea typeface="ヒラギノ角ゴ Pro W3" charset="-128"/>
              </a:rPr>
              <a:t> </a:t>
            </a:r>
            <a:r>
              <a:rPr lang="en-GB" sz="2400" dirty="0">
                <a:solidFill>
                  <a:srgbClr val="004151"/>
                </a:solidFill>
                <a:latin typeface="Arial" pitchFamily="34" charset="0"/>
                <a:ea typeface="ヒラギノ角ゴ Pro W3" charset="-128"/>
              </a:rPr>
              <a:t>Objective: </a:t>
            </a:r>
          </a:p>
          <a:p>
            <a:pPr marL="633413" lvl="1" indent="-176213">
              <a:buFont typeface="Arial" pitchFamily="34" charset="0"/>
              <a:buChar char="•"/>
            </a:pPr>
            <a:r>
              <a:rPr lang="en-GB" sz="2400" dirty="0">
                <a:solidFill>
                  <a:srgbClr val="004151"/>
                </a:solidFill>
                <a:latin typeface="Arial" pitchFamily="34" charset="0"/>
                <a:ea typeface="ヒラギノ角ゴ Pro W3" charset="-128"/>
              </a:rPr>
              <a:t>More efficient Drug R&amp;D leading to better medicines</a:t>
            </a:r>
          </a:p>
          <a:p>
            <a:pPr marL="633413" lvl="1" indent="-176213">
              <a:buFont typeface="Arial" pitchFamily="34" charset="0"/>
              <a:buChar char="•"/>
            </a:pPr>
            <a:r>
              <a:rPr lang="en-GB" sz="2400" dirty="0">
                <a:solidFill>
                  <a:srgbClr val="004151"/>
                </a:solidFill>
                <a:latin typeface="Arial" pitchFamily="34" charset="0"/>
                <a:ea typeface="ヒラギノ角ゴ Pro W3" charset="-128"/>
              </a:rPr>
              <a:t>Enhance Europe’s competitiveness in the pharmaceutical sector</a:t>
            </a:r>
          </a:p>
          <a:p>
            <a:pPr marL="176213" indent="-176213">
              <a:buFont typeface="Arial" pitchFamily="34" charset="0"/>
              <a:buChar char="•"/>
            </a:pPr>
            <a:endParaRPr lang="en-GB" sz="2400" dirty="0">
              <a:solidFill>
                <a:srgbClr val="004151"/>
              </a:solidFill>
              <a:latin typeface="Arial" pitchFamily="34" charset="0"/>
              <a:ea typeface="ヒラギノ角ゴ Pro W3" charset="-128"/>
            </a:endParaRPr>
          </a:p>
        </p:txBody>
      </p:sp>
    </p:spTree>
    <p:extLst>
      <p:ext uri="{BB962C8B-B14F-4D97-AF65-F5344CB8AC3E}">
        <p14:creationId xmlns:p14="http://schemas.microsoft.com/office/powerpoint/2010/main" val="31880350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7410" name="Picture 11" descr="imi logo 3.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 y="5215101"/>
            <a:ext cx="719504" cy="148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11" descr="imi logo 3.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 y="5215101"/>
            <a:ext cx="719504" cy="148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Rectangle 10"/>
          <p:cNvSpPr>
            <a:spLocks noChangeArrowheads="1"/>
          </p:cNvSpPr>
          <p:nvPr/>
        </p:nvSpPr>
        <p:spPr bwMode="auto">
          <a:xfrm>
            <a:off x="4507740" y="2792663"/>
            <a:ext cx="295572" cy="1694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p>
            <a:pPr algn="ctr" eaLnBrk="0" fontAlgn="base" hangingPunct="0">
              <a:spcBef>
                <a:spcPct val="0"/>
              </a:spcBef>
              <a:spcAft>
                <a:spcPct val="0"/>
              </a:spcAft>
            </a:pPr>
            <a:endParaRPr lang="en-US" sz="3600" dirty="0">
              <a:solidFill>
                <a:srgbClr val="000066"/>
              </a:solidFill>
              <a:latin typeface="Arial" pitchFamily="34" charset="0"/>
              <a:ea typeface="ヒラギノ角ゴ Pro W3" charset="-128"/>
            </a:endParaRPr>
          </a:p>
          <a:p>
            <a:pPr algn="ctr" eaLnBrk="0" fontAlgn="base" hangingPunct="0">
              <a:spcBef>
                <a:spcPct val="0"/>
              </a:spcBef>
              <a:spcAft>
                <a:spcPct val="0"/>
              </a:spcAft>
            </a:pPr>
            <a:endParaRPr lang="en-US" sz="3600" dirty="0">
              <a:solidFill>
                <a:srgbClr val="000066"/>
              </a:solidFill>
              <a:latin typeface="Arial" pitchFamily="34" charset="0"/>
              <a:ea typeface="ヒラギノ角ゴ Pro W3" charset="-128"/>
            </a:endParaRPr>
          </a:p>
          <a:p>
            <a:pPr algn="ctr" eaLnBrk="0" fontAlgn="base" hangingPunct="0">
              <a:spcBef>
                <a:spcPct val="0"/>
              </a:spcBef>
              <a:spcAft>
                <a:spcPct val="0"/>
              </a:spcAft>
            </a:pPr>
            <a:r>
              <a:rPr lang="en-US" sz="3200" dirty="0">
                <a:solidFill>
                  <a:srgbClr val="000066"/>
                </a:solidFill>
                <a:latin typeface="Arial" pitchFamily="34" charset="0"/>
                <a:ea typeface="ヒラギノ角ゴ Pro W3" charset="-128"/>
              </a:rPr>
              <a:t> </a:t>
            </a:r>
          </a:p>
        </p:txBody>
      </p:sp>
      <p:sp>
        <p:nvSpPr>
          <p:cNvPr id="17413" name="Rectangle 5"/>
          <p:cNvSpPr txBox="1">
            <a:spLocks noChangeArrowheads="1"/>
          </p:cNvSpPr>
          <p:nvPr/>
        </p:nvSpPr>
        <p:spPr bwMode="auto">
          <a:xfrm>
            <a:off x="450927" y="44784"/>
            <a:ext cx="7652238"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itchFamily="34" charset="0"/>
                <a:ea typeface="ヒラギノ角ゴ Pro W3" charset="-128"/>
              </a:defRPr>
            </a:lvl1pPr>
            <a:lvl2pPr marL="742950" indent="-285750">
              <a:defRPr>
                <a:solidFill>
                  <a:schemeClr val="tx1"/>
                </a:solidFill>
                <a:latin typeface="Arial" pitchFamily="34" charset="0"/>
                <a:ea typeface="ヒラギノ角ゴ Pro W3" charset="-128"/>
              </a:defRPr>
            </a:lvl2pPr>
            <a:lvl3pPr marL="1143000" indent="-228600">
              <a:defRPr>
                <a:solidFill>
                  <a:schemeClr val="tx1"/>
                </a:solidFill>
                <a:latin typeface="Arial" pitchFamily="34" charset="0"/>
                <a:ea typeface="ヒラギノ角ゴ Pro W3" charset="-128"/>
              </a:defRPr>
            </a:lvl3pPr>
            <a:lvl4pPr marL="1600200" indent="-228600">
              <a:defRPr>
                <a:solidFill>
                  <a:schemeClr val="tx1"/>
                </a:solidFill>
                <a:latin typeface="Arial" pitchFamily="34" charset="0"/>
                <a:ea typeface="ヒラギノ角ゴ Pro W3" charset="-128"/>
              </a:defRPr>
            </a:lvl4pPr>
            <a:lvl5pPr marL="2057400" indent="-228600">
              <a:defRPr>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itchFamily="34" charset="0"/>
                <a:ea typeface="ヒラギノ角ゴ Pro W3" charset="-128"/>
              </a:defRPr>
            </a:lvl9pPr>
          </a:lstStyle>
          <a:p>
            <a:pPr fontAlgn="base">
              <a:spcBef>
                <a:spcPct val="0"/>
              </a:spcBef>
              <a:spcAft>
                <a:spcPct val="0"/>
              </a:spcAft>
            </a:pPr>
            <a:r>
              <a:rPr lang="en-GB" sz="3600" dirty="0">
                <a:solidFill>
                  <a:srgbClr val="004151"/>
                </a:solidFill>
              </a:rPr>
              <a:t>Key Hurdles in </a:t>
            </a:r>
            <a:r>
              <a:rPr lang="en-GB" sz="3600" dirty="0" err="1">
                <a:solidFill>
                  <a:srgbClr val="004151"/>
                </a:solidFill>
              </a:rPr>
              <a:t>Pharma</a:t>
            </a:r>
            <a:r>
              <a:rPr lang="en-GB" sz="3600" dirty="0">
                <a:solidFill>
                  <a:srgbClr val="004151"/>
                </a:solidFill>
              </a:rPr>
              <a:t> R&amp;D</a:t>
            </a:r>
          </a:p>
        </p:txBody>
      </p:sp>
      <p:pic>
        <p:nvPicPr>
          <p:cNvPr id="17420" name="Picture 12" descr="http://www.cpronline.in/images/aboutus_img.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4208" y="1735061"/>
            <a:ext cx="2581214" cy="2796316"/>
          </a:xfrm>
          <a:prstGeom prst="rect">
            <a:avLst/>
          </a:prstGeom>
          <a:noFill/>
          <a:extLst>
            <a:ext uri="{909E8E84-426E-40DD-AFC4-6F175D3DCCD1}">
              <a14:hiddenFill xmlns:a14="http://schemas.microsoft.com/office/drawing/2010/main">
                <a:solidFill>
                  <a:srgbClr val="FFFFFF"/>
                </a:solidFill>
              </a14:hiddenFill>
            </a:ext>
          </a:extLst>
        </p:spPr>
      </p:pic>
      <p:sp>
        <p:nvSpPr>
          <p:cNvPr id="17414" name="Text Box 9"/>
          <p:cNvSpPr txBox="1">
            <a:spLocks noChangeArrowheads="1"/>
          </p:cNvSpPr>
          <p:nvPr/>
        </p:nvSpPr>
        <p:spPr bwMode="auto">
          <a:xfrm>
            <a:off x="467620" y="1307953"/>
            <a:ext cx="7217059" cy="5001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itchFamily="34" charset="0"/>
                <a:ea typeface="ヒラギノ角ゴ Pro W3" charset="-128"/>
              </a:defRPr>
            </a:lvl1pPr>
            <a:lvl2pPr marL="742950" indent="-285750">
              <a:defRPr>
                <a:solidFill>
                  <a:schemeClr val="tx1"/>
                </a:solidFill>
                <a:latin typeface="Arial" pitchFamily="34" charset="0"/>
                <a:ea typeface="ヒラギノ角ゴ Pro W3" charset="-128"/>
              </a:defRPr>
            </a:lvl2pPr>
            <a:lvl3pPr marL="1143000" indent="-228600">
              <a:defRPr>
                <a:solidFill>
                  <a:schemeClr val="tx1"/>
                </a:solidFill>
                <a:latin typeface="Arial" pitchFamily="34" charset="0"/>
                <a:ea typeface="ヒラギノ角ゴ Pro W3" charset="-128"/>
              </a:defRPr>
            </a:lvl3pPr>
            <a:lvl4pPr marL="1600200" indent="-228600">
              <a:defRPr>
                <a:solidFill>
                  <a:schemeClr val="tx1"/>
                </a:solidFill>
                <a:latin typeface="Arial" pitchFamily="34" charset="0"/>
                <a:ea typeface="ヒラギノ角ゴ Pro W3" charset="-128"/>
              </a:defRPr>
            </a:lvl4pPr>
            <a:lvl5pPr marL="2057400" indent="-228600">
              <a:defRPr>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itchFamily="34" charset="0"/>
                <a:ea typeface="ヒラギノ角ゴ Pro W3" charset="-128"/>
              </a:defRPr>
            </a:lvl9pPr>
          </a:lstStyle>
          <a:p>
            <a:pPr marL="457200" indent="-457200" eaLnBrk="0" fontAlgn="base" hangingPunct="0">
              <a:lnSpc>
                <a:spcPct val="150000"/>
              </a:lnSpc>
              <a:spcBef>
                <a:spcPct val="0"/>
              </a:spcBef>
              <a:spcAft>
                <a:spcPts val="600"/>
              </a:spcAft>
              <a:buFont typeface="Wingdings" pitchFamily="2" charset="2"/>
              <a:buChar char="Ø"/>
            </a:pPr>
            <a:r>
              <a:rPr lang="en-US" sz="2800" dirty="0">
                <a:solidFill>
                  <a:srgbClr val="004151"/>
                </a:solidFill>
              </a:rPr>
              <a:t>Disease heterogeneity</a:t>
            </a:r>
          </a:p>
          <a:p>
            <a:pPr marL="457200" indent="-457200" eaLnBrk="0" fontAlgn="base" hangingPunct="0">
              <a:lnSpc>
                <a:spcPct val="150000"/>
              </a:lnSpc>
              <a:spcBef>
                <a:spcPct val="0"/>
              </a:spcBef>
              <a:spcAft>
                <a:spcPts val="600"/>
              </a:spcAft>
              <a:buFont typeface="Wingdings" pitchFamily="2" charset="2"/>
              <a:buChar char="Ø"/>
            </a:pPr>
            <a:r>
              <a:rPr lang="en-US" sz="2800" dirty="0">
                <a:solidFill>
                  <a:srgbClr val="004151"/>
                </a:solidFill>
              </a:rPr>
              <a:t>Lack of predictive </a:t>
            </a:r>
            <a:r>
              <a:rPr lang="en-US" sz="2800" dirty="0" smtClean="0">
                <a:solidFill>
                  <a:srgbClr val="004151"/>
                </a:solidFill>
              </a:rPr>
              <a:t>biomarkers</a:t>
            </a:r>
            <a:br>
              <a:rPr lang="en-US" sz="2800" dirty="0" smtClean="0">
                <a:solidFill>
                  <a:srgbClr val="004151"/>
                </a:solidFill>
              </a:rPr>
            </a:br>
            <a:r>
              <a:rPr lang="en-US" sz="2800" dirty="0" smtClean="0">
                <a:solidFill>
                  <a:srgbClr val="004151"/>
                </a:solidFill>
              </a:rPr>
              <a:t>for </a:t>
            </a:r>
            <a:r>
              <a:rPr lang="en-US" sz="2800" dirty="0">
                <a:solidFill>
                  <a:srgbClr val="004151"/>
                </a:solidFill>
              </a:rPr>
              <a:t>drug efficacy/ safety</a:t>
            </a:r>
          </a:p>
          <a:p>
            <a:pPr marL="457200" indent="-457200" eaLnBrk="0" fontAlgn="base" hangingPunct="0">
              <a:lnSpc>
                <a:spcPct val="150000"/>
              </a:lnSpc>
              <a:spcBef>
                <a:spcPct val="0"/>
              </a:spcBef>
              <a:spcAft>
                <a:spcPts val="600"/>
              </a:spcAft>
              <a:buFont typeface="Wingdings" pitchFamily="2" charset="2"/>
              <a:buChar char="Ø"/>
            </a:pPr>
            <a:r>
              <a:rPr lang="en-US" sz="2800" dirty="0">
                <a:solidFill>
                  <a:srgbClr val="004151"/>
                </a:solidFill>
              </a:rPr>
              <a:t>Insufficient </a:t>
            </a:r>
            <a:r>
              <a:rPr lang="en-US" sz="2800" dirty="0" err="1" smtClean="0">
                <a:solidFill>
                  <a:srgbClr val="004151"/>
                </a:solidFill>
              </a:rPr>
              <a:t>pharmacovigilance</a:t>
            </a:r>
            <a:r>
              <a:rPr lang="en-US" sz="2800" dirty="0" smtClean="0">
                <a:solidFill>
                  <a:srgbClr val="004151"/>
                </a:solidFill>
              </a:rPr>
              <a:t> tools</a:t>
            </a:r>
            <a:endParaRPr lang="en-US" sz="2800" dirty="0">
              <a:solidFill>
                <a:srgbClr val="004151"/>
              </a:solidFill>
            </a:endParaRPr>
          </a:p>
          <a:p>
            <a:pPr marL="457200" indent="-457200" eaLnBrk="0" fontAlgn="base" hangingPunct="0">
              <a:lnSpc>
                <a:spcPct val="150000"/>
              </a:lnSpc>
              <a:spcBef>
                <a:spcPct val="0"/>
              </a:spcBef>
              <a:spcAft>
                <a:spcPts val="600"/>
              </a:spcAft>
              <a:buFont typeface="Wingdings" pitchFamily="2" charset="2"/>
              <a:buChar char="Ø"/>
            </a:pPr>
            <a:r>
              <a:rPr lang="en-US" sz="2800" dirty="0" err="1">
                <a:solidFill>
                  <a:srgbClr val="004151"/>
                </a:solidFill>
              </a:rPr>
              <a:t>Unadapted</a:t>
            </a:r>
            <a:r>
              <a:rPr lang="en-US" sz="2800" dirty="0">
                <a:solidFill>
                  <a:srgbClr val="004151"/>
                </a:solidFill>
              </a:rPr>
              <a:t> clinical </a:t>
            </a:r>
            <a:r>
              <a:rPr lang="en-US" sz="2800" dirty="0" smtClean="0">
                <a:solidFill>
                  <a:srgbClr val="004151"/>
                </a:solidFill>
              </a:rPr>
              <a:t>designs</a:t>
            </a:r>
          </a:p>
          <a:p>
            <a:pPr marL="457200" indent="-457200" eaLnBrk="0" fontAlgn="base" hangingPunct="0">
              <a:lnSpc>
                <a:spcPct val="150000"/>
              </a:lnSpc>
              <a:spcBef>
                <a:spcPct val="0"/>
              </a:spcBef>
              <a:spcAft>
                <a:spcPts val="600"/>
              </a:spcAft>
              <a:buFont typeface="Wingdings" pitchFamily="2" charset="2"/>
              <a:buChar char="Ø"/>
            </a:pPr>
            <a:r>
              <a:rPr lang="en-US" sz="2800" dirty="0" smtClean="0">
                <a:solidFill>
                  <a:srgbClr val="004151"/>
                </a:solidFill>
              </a:rPr>
              <a:t>Societal bottlenecks</a:t>
            </a:r>
            <a:endParaRPr lang="en-US" sz="2800" dirty="0">
              <a:solidFill>
                <a:srgbClr val="004151"/>
              </a:solidFill>
            </a:endParaRPr>
          </a:p>
          <a:p>
            <a:pPr marL="457200" indent="-457200" eaLnBrk="0" fontAlgn="base" hangingPunct="0">
              <a:lnSpc>
                <a:spcPct val="150000"/>
              </a:lnSpc>
              <a:spcBef>
                <a:spcPct val="0"/>
              </a:spcBef>
              <a:spcAft>
                <a:spcPts val="600"/>
              </a:spcAft>
              <a:buFont typeface="Wingdings" pitchFamily="2" charset="2"/>
              <a:buChar char="Ø"/>
            </a:pPr>
            <a:r>
              <a:rPr lang="en-US" sz="2800" dirty="0">
                <a:solidFill>
                  <a:srgbClr val="004151"/>
                </a:solidFill>
              </a:rPr>
              <a:t>Lack of incentive for industry</a:t>
            </a:r>
          </a:p>
        </p:txBody>
      </p:sp>
    </p:spTree>
    <p:extLst>
      <p:ext uri="{BB962C8B-B14F-4D97-AF65-F5344CB8AC3E}">
        <p14:creationId xmlns:p14="http://schemas.microsoft.com/office/powerpoint/2010/main" val="15381706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9458" name="Picture 11" descr="imi logo 3.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 y="5215101"/>
            <a:ext cx="719504" cy="148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Picture 11" descr="imi logo 3.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 y="5215101"/>
            <a:ext cx="719504" cy="148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Rectangle 10"/>
          <p:cNvSpPr>
            <a:spLocks noChangeArrowheads="1"/>
          </p:cNvSpPr>
          <p:nvPr/>
        </p:nvSpPr>
        <p:spPr bwMode="auto">
          <a:xfrm>
            <a:off x="4507740" y="2792663"/>
            <a:ext cx="295572" cy="1694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p>
            <a:pPr algn="ctr" eaLnBrk="0" fontAlgn="base" hangingPunct="0">
              <a:spcBef>
                <a:spcPct val="0"/>
              </a:spcBef>
              <a:spcAft>
                <a:spcPct val="0"/>
              </a:spcAft>
            </a:pPr>
            <a:endParaRPr lang="en-US" sz="3600">
              <a:solidFill>
                <a:srgbClr val="000066"/>
              </a:solidFill>
              <a:latin typeface="Arial" pitchFamily="34" charset="0"/>
            </a:endParaRPr>
          </a:p>
          <a:p>
            <a:pPr algn="ctr" eaLnBrk="0" fontAlgn="base" hangingPunct="0">
              <a:spcBef>
                <a:spcPct val="0"/>
              </a:spcBef>
              <a:spcAft>
                <a:spcPct val="0"/>
              </a:spcAft>
            </a:pPr>
            <a:endParaRPr lang="en-US" sz="3600">
              <a:solidFill>
                <a:srgbClr val="000066"/>
              </a:solidFill>
              <a:latin typeface="Arial" pitchFamily="34" charset="0"/>
            </a:endParaRPr>
          </a:p>
          <a:p>
            <a:pPr algn="ctr" eaLnBrk="0" fontAlgn="base" hangingPunct="0">
              <a:spcBef>
                <a:spcPct val="0"/>
              </a:spcBef>
              <a:spcAft>
                <a:spcPct val="0"/>
              </a:spcAft>
            </a:pPr>
            <a:r>
              <a:rPr lang="en-US" sz="3200">
                <a:solidFill>
                  <a:srgbClr val="000066"/>
                </a:solidFill>
                <a:latin typeface="Arial" pitchFamily="34" charset="0"/>
              </a:rPr>
              <a:t> </a:t>
            </a:r>
          </a:p>
        </p:txBody>
      </p:sp>
      <p:sp>
        <p:nvSpPr>
          <p:cNvPr id="19461" name="Text Box 8"/>
          <p:cNvSpPr txBox="1">
            <a:spLocks noChangeArrowheads="1"/>
          </p:cNvSpPr>
          <p:nvPr/>
        </p:nvSpPr>
        <p:spPr bwMode="auto">
          <a:xfrm>
            <a:off x="1907780" y="3140975"/>
            <a:ext cx="780024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ヒラギノ角ゴ Pro W3" charset="-128"/>
              </a:defRPr>
            </a:lvl1pPr>
            <a:lvl2pPr marL="742950" indent="-285750">
              <a:defRPr>
                <a:solidFill>
                  <a:schemeClr val="tx1"/>
                </a:solidFill>
                <a:latin typeface="Arial" pitchFamily="34" charset="0"/>
                <a:ea typeface="ヒラギノ角ゴ Pro W3" charset="-128"/>
              </a:defRPr>
            </a:lvl2pPr>
            <a:lvl3pPr marL="1143000" indent="-228600">
              <a:defRPr>
                <a:solidFill>
                  <a:schemeClr val="tx1"/>
                </a:solidFill>
                <a:latin typeface="Arial" pitchFamily="34" charset="0"/>
                <a:ea typeface="ヒラギノ角ゴ Pro W3" charset="-128"/>
              </a:defRPr>
            </a:lvl3pPr>
            <a:lvl4pPr marL="1600200" indent="-228600">
              <a:defRPr>
                <a:solidFill>
                  <a:schemeClr val="tx1"/>
                </a:solidFill>
                <a:latin typeface="Arial" pitchFamily="34" charset="0"/>
                <a:ea typeface="ヒラギノ角ゴ Pro W3" charset="-128"/>
              </a:defRPr>
            </a:lvl4pPr>
            <a:lvl5pPr marL="2057400" indent="-228600">
              <a:defRPr>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itchFamily="34" charset="0"/>
                <a:ea typeface="ヒラギノ角ゴ Pro W3" charset="-128"/>
              </a:defRPr>
            </a:lvl9pPr>
          </a:lstStyle>
          <a:p>
            <a:pPr marL="457200" indent="-457200" eaLnBrk="0" fontAlgn="base" hangingPunct="0">
              <a:spcBef>
                <a:spcPct val="0"/>
              </a:spcBef>
              <a:spcAft>
                <a:spcPct val="0"/>
              </a:spcAft>
              <a:buFont typeface="Wingdings" pitchFamily="2" charset="2"/>
              <a:buChar char="Ø"/>
            </a:pPr>
            <a:r>
              <a:rPr lang="en-US" sz="2800" dirty="0">
                <a:solidFill>
                  <a:srgbClr val="004151"/>
                </a:solidFill>
              </a:rPr>
              <a:t>  Open collaboration in public-private </a:t>
            </a:r>
            <a:r>
              <a:rPr lang="en-US" sz="2800" dirty="0" smtClean="0">
                <a:solidFill>
                  <a:srgbClr val="004151"/>
                </a:solidFill>
              </a:rPr>
              <a:t>  </a:t>
            </a:r>
          </a:p>
          <a:p>
            <a:pPr eaLnBrk="0" fontAlgn="base" hangingPunct="0">
              <a:spcBef>
                <a:spcPct val="0"/>
              </a:spcBef>
              <a:spcAft>
                <a:spcPct val="0"/>
              </a:spcAft>
            </a:pPr>
            <a:r>
              <a:rPr lang="en-US" sz="2800" dirty="0">
                <a:solidFill>
                  <a:srgbClr val="004151"/>
                </a:solidFill>
              </a:rPr>
              <a:t> </a:t>
            </a:r>
            <a:r>
              <a:rPr lang="en-US" sz="2800" dirty="0" smtClean="0">
                <a:solidFill>
                  <a:srgbClr val="004151"/>
                </a:solidFill>
              </a:rPr>
              <a:t>      consortia (data </a:t>
            </a:r>
            <a:r>
              <a:rPr lang="en-US" sz="2800" dirty="0">
                <a:solidFill>
                  <a:srgbClr val="004151"/>
                </a:solidFill>
              </a:rPr>
              <a:t>sharing, </a:t>
            </a:r>
            <a:r>
              <a:rPr lang="en-US" sz="2800" dirty="0" smtClean="0">
                <a:solidFill>
                  <a:srgbClr val="004151"/>
                </a:solidFill>
              </a:rPr>
              <a:t>wide </a:t>
            </a:r>
          </a:p>
          <a:p>
            <a:pPr eaLnBrk="0" fontAlgn="base" hangingPunct="0">
              <a:spcBef>
                <a:spcPct val="0"/>
              </a:spcBef>
              <a:spcAft>
                <a:spcPct val="0"/>
              </a:spcAft>
            </a:pPr>
            <a:r>
              <a:rPr lang="en-US" sz="2800" dirty="0">
                <a:solidFill>
                  <a:srgbClr val="004151"/>
                </a:solidFill>
              </a:rPr>
              <a:t> </a:t>
            </a:r>
            <a:r>
              <a:rPr lang="en-US" sz="2800" dirty="0" smtClean="0">
                <a:solidFill>
                  <a:srgbClr val="004151"/>
                </a:solidFill>
              </a:rPr>
              <a:t>      dissemination </a:t>
            </a:r>
            <a:r>
              <a:rPr lang="en-US" sz="2800" dirty="0">
                <a:solidFill>
                  <a:srgbClr val="004151"/>
                </a:solidFill>
              </a:rPr>
              <a:t>of results)  </a:t>
            </a:r>
          </a:p>
        </p:txBody>
      </p:sp>
      <p:sp>
        <p:nvSpPr>
          <p:cNvPr id="19462" name="Text Box 9"/>
          <p:cNvSpPr txBox="1">
            <a:spLocks noChangeArrowheads="1"/>
          </p:cNvSpPr>
          <p:nvPr/>
        </p:nvSpPr>
        <p:spPr bwMode="auto">
          <a:xfrm>
            <a:off x="3159576" y="1700970"/>
            <a:ext cx="587692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ヒラギノ角ゴ Pro W3" charset="-128"/>
              </a:defRPr>
            </a:lvl1pPr>
            <a:lvl2pPr marL="742950" indent="-285750">
              <a:defRPr>
                <a:solidFill>
                  <a:schemeClr val="tx1"/>
                </a:solidFill>
                <a:latin typeface="Arial" pitchFamily="34" charset="0"/>
                <a:ea typeface="ヒラギノ角ゴ Pro W3" charset="-128"/>
              </a:defRPr>
            </a:lvl2pPr>
            <a:lvl3pPr marL="1143000" indent="-228600">
              <a:defRPr>
                <a:solidFill>
                  <a:schemeClr val="tx1"/>
                </a:solidFill>
                <a:latin typeface="Arial" pitchFamily="34" charset="0"/>
                <a:ea typeface="ヒラギノ角ゴ Pro W3" charset="-128"/>
              </a:defRPr>
            </a:lvl3pPr>
            <a:lvl4pPr marL="1600200" indent="-228600">
              <a:defRPr>
                <a:solidFill>
                  <a:schemeClr val="tx1"/>
                </a:solidFill>
                <a:latin typeface="Arial" pitchFamily="34" charset="0"/>
                <a:ea typeface="ヒラギノ角ゴ Pro W3" charset="-128"/>
              </a:defRPr>
            </a:lvl4pPr>
            <a:lvl5pPr marL="2057400" indent="-228600">
              <a:defRPr>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itchFamily="34" charset="0"/>
                <a:ea typeface="ヒラギノ角ゴ Pro W3" charset="-128"/>
              </a:defRPr>
            </a:lvl9pPr>
          </a:lstStyle>
          <a:p>
            <a:pPr marL="457200" indent="-457200" eaLnBrk="0" fontAlgn="base" hangingPunct="0">
              <a:spcBef>
                <a:spcPct val="0"/>
              </a:spcBef>
              <a:spcAft>
                <a:spcPct val="0"/>
              </a:spcAft>
              <a:buFont typeface="Wingdings" pitchFamily="2" charset="2"/>
              <a:buChar char="Ø"/>
            </a:pPr>
            <a:r>
              <a:rPr lang="en-US" sz="2800" dirty="0">
                <a:solidFill>
                  <a:srgbClr val="004151"/>
                </a:solidFill>
              </a:rPr>
              <a:t>  </a:t>
            </a:r>
            <a:r>
              <a:rPr lang="en-US" altLang="en-GB" sz="2800" dirty="0">
                <a:solidFill>
                  <a:srgbClr val="004151"/>
                </a:solidFill>
              </a:rPr>
              <a:t>“</a:t>
            </a:r>
            <a:r>
              <a:rPr lang="en-US" sz="2800" dirty="0" smtClean="0">
                <a:solidFill>
                  <a:srgbClr val="004151"/>
                </a:solidFill>
              </a:rPr>
              <a:t>Non-competitive</a:t>
            </a:r>
            <a:r>
              <a:rPr lang="en-US" altLang="en-GB" sz="2800" dirty="0" smtClean="0">
                <a:solidFill>
                  <a:srgbClr val="004151"/>
                </a:solidFill>
              </a:rPr>
              <a:t>” </a:t>
            </a:r>
            <a:r>
              <a:rPr lang="en-US" sz="2800" dirty="0" smtClean="0">
                <a:solidFill>
                  <a:srgbClr val="004151"/>
                </a:solidFill>
              </a:rPr>
              <a:t>collaborative  </a:t>
            </a:r>
          </a:p>
          <a:p>
            <a:pPr eaLnBrk="0" fontAlgn="base" hangingPunct="0">
              <a:spcBef>
                <a:spcPct val="0"/>
              </a:spcBef>
              <a:spcAft>
                <a:spcPct val="0"/>
              </a:spcAft>
            </a:pPr>
            <a:r>
              <a:rPr lang="en-US" sz="2800" dirty="0">
                <a:solidFill>
                  <a:srgbClr val="004151"/>
                </a:solidFill>
              </a:rPr>
              <a:t> </a:t>
            </a:r>
            <a:r>
              <a:rPr lang="en-US" sz="2800" dirty="0" smtClean="0">
                <a:solidFill>
                  <a:srgbClr val="004151"/>
                </a:solidFill>
              </a:rPr>
              <a:t>       research </a:t>
            </a:r>
            <a:r>
              <a:rPr lang="en-US" sz="2800" dirty="0">
                <a:solidFill>
                  <a:srgbClr val="004151"/>
                </a:solidFill>
              </a:rPr>
              <a:t>for </a:t>
            </a:r>
            <a:r>
              <a:rPr lang="en-US" sz="2800" dirty="0" smtClean="0">
                <a:solidFill>
                  <a:srgbClr val="004151"/>
                </a:solidFill>
              </a:rPr>
              <a:t>EFPIA companies </a:t>
            </a:r>
            <a:endParaRPr lang="en-US" sz="2800" dirty="0">
              <a:solidFill>
                <a:srgbClr val="004151"/>
              </a:solidFill>
            </a:endParaRPr>
          </a:p>
        </p:txBody>
      </p:sp>
      <p:sp>
        <p:nvSpPr>
          <p:cNvPr id="19463" name="Text Box 8"/>
          <p:cNvSpPr txBox="1">
            <a:spLocks noChangeArrowheads="1"/>
          </p:cNvSpPr>
          <p:nvPr/>
        </p:nvSpPr>
        <p:spPr bwMode="auto">
          <a:xfrm>
            <a:off x="611560" y="4725296"/>
            <a:ext cx="691276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ヒラギノ角ゴ Pro W3" charset="-128"/>
              </a:defRPr>
            </a:lvl1pPr>
            <a:lvl2pPr marL="742950" indent="-285750">
              <a:defRPr>
                <a:solidFill>
                  <a:schemeClr val="tx1"/>
                </a:solidFill>
                <a:latin typeface="Arial" pitchFamily="34" charset="0"/>
                <a:ea typeface="ヒラギノ角ゴ Pro W3" charset="-128"/>
              </a:defRPr>
            </a:lvl2pPr>
            <a:lvl3pPr marL="1143000" indent="-228600">
              <a:defRPr>
                <a:solidFill>
                  <a:schemeClr val="tx1"/>
                </a:solidFill>
                <a:latin typeface="Arial" pitchFamily="34" charset="0"/>
                <a:ea typeface="ヒラギノ角ゴ Pro W3" charset="-128"/>
              </a:defRPr>
            </a:lvl3pPr>
            <a:lvl4pPr marL="1600200" indent="-228600">
              <a:defRPr>
                <a:solidFill>
                  <a:schemeClr val="tx1"/>
                </a:solidFill>
                <a:latin typeface="Arial" pitchFamily="34" charset="0"/>
                <a:ea typeface="ヒラギノ角ゴ Pro W3" charset="-128"/>
              </a:defRPr>
            </a:lvl4pPr>
            <a:lvl5pPr marL="2057400" indent="-228600">
              <a:defRPr>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itchFamily="34" charset="0"/>
                <a:ea typeface="ヒラギノ角ゴ Pro W3" charset="-128"/>
              </a:defRPr>
            </a:lvl9pPr>
          </a:lstStyle>
          <a:p>
            <a:pPr marL="457200" indent="-457200" eaLnBrk="0" fontAlgn="base" hangingPunct="0">
              <a:spcBef>
                <a:spcPct val="0"/>
              </a:spcBef>
              <a:spcAft>
                <a:spcPct val="0"/>
              </a:spcAft>
              <a:buFont typeface="Wingdings" pitchFamily="2" charset="2"/>
              <a:buChar char="Ø"/>
            </a:pPr>
            <a:r>
              <a:rPr lang="en-US" sz="2800" dirty="0">
                <a:solidFill>
                  <a:srgbClr val="004151"/>
                </a:solidFill>
              </a:rPr>
              <a:t>  Competitive calls to select partners </a:t>
            </a:r>
            <a:r>
              <a:rPr lang="en-US" sz="2800" dirty="0" smtClean="0">
                <a:solidFill>
                  <a:srgbClr val="004151"/>
                </a:solidFill>
              </a:rPr>
              <a:t>of</a:t>
            </a:r>
            <a:br>
              <a:rPr lang="en-US" sz="2800" dirty="0" smtClean="0">
                <a:solidFill>
                  <a:srgbClr val="004151"/>
                </a:solidFill>
              </a:rPr>
            </a:br>
            <a:r>
              <a:rPr lang="en-US" sz="2800" dirty="0" smtClean="0">
                <a:solidFill>
                  <a:srgbClr val="004151"/>
                </a:solidFill>
              </a:rPr>
              <a:t>  EFPIA companies (IMI </a:t>
            </a:r>
            <a:r>
              <a:rPr lang="en-US" sz="2800" dirty="0">
                <a:solidFill>
                  <a:srgbClr val="004151"/>
                </a:solidFill>
              </a:rPr>
              <a:t>beneficiaries)</a:t>
            </a:r>
          </a:p>
        </p:txBody>
      </p:sp>
      <p:sp>
        <p:nvSpPr>
          <p:cNvPr id="19464" name="Rectangle 6"/>
          <p:cNvSpPr>
            <a:spLocks noChangeArrowheads="1"/>
          </p:cNvSpPr>
          <p:nvPr/>
        </p:nvSpPr>
        <p:spPr bwMode="auto">
          <a:xfrm>
            <a:off x="119257" y="44785"/>
            <a:ext cx="7842739" cy="102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fontAlgn="base" hangingPunct="0">
              <a:spcBef>
                <a:spcPct val="0"/>
              </a:spcBef>
              <a:spcAft>
                <a:spcPct val="0"/>
              </a:spcAft>
            </a:pPr>
            <a:r>
              <a:rPr lang="fr-BE" sz="3600" dirty="0">
                <a:solidFill>
                  <a:srgbClr val="000066"/>
                </a:solidFill>
                <a:latin typeface="Arial" pitchFamily="34" charset="0"/>
                <a:ea typeface="Osaka" charset="-128"/>
              </a:rPr>
              <a:t>   </a:t>
            </a:r>
            <a:r>
              <a:rPr lang="fr-BE" sz="3600" dirty="0">
                <a:solidFill>
                  <a:srgbClr val="004151"/>
                </a:solidFill>
                <a:latin typeface="Arial" pitchFamily="34" charset="0"/>
              </a:rPr>
              <a:t>Key Concepts</a:t>
            </a:r>
            <a:endParaRPr lang="en-GB" sz="3600" dirty="0">
              <a:solidFill>
                <a:srgbClr val="004151"/>
              </a:solidFill>
              <a:latin typeface="Arial" pitchFamily="34" charset="0"/>
            </a:endParaRPr>
          </a:p>
        </p:txBody>
      </p:sp>
      <p:pic>
        <p:nvPicPr>
          <p:cNvPr id="19466" name="Picture 10" descr="http://www.stage2planning.com/Portals/13035/images/collaboration.jpg"/>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0" b="99333" l="2000" r="100000">
                        <a14:foregroundMark x1="87250" y1="38667" x2="87250" y2="38667"/>
                      </a14:backgroundRemoval>
                    </a14:imgEffect>
                  </a14:imgLayer>
                </a14:imgProps>
              </a:ext>
              <a:ext uri="{28A0092B-C50C-407E-A947-70E740481C1C}">
                <a14:useLocalDpi xmlns:a14="http://schemas.microsoft.com/office/drawing/2010/main" val="0"/>
              </a:ext>
            </a:extLst>
          </a:blip>
          <a:srcRect/>
          <a:stretch>
            <a:fillRect/>
          </a:stretch>
        </p:blipFill>
        <p:spPr bwMode="auto">
          <a:xfrm>
            <a:off x="191813" y="1364361"/>
            <a:ext cx="3177149" cy="2581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55855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5592" y="176375"/>
            <a:ext cx="6049108" cy="595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6" y="3"/>
            <a:ext cx="1131277" cy="1925639"/>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23556" name="TextBox 3"/>
          <p:cNvSpPr txBox="1">
            <a:spLocks noChangeArrowheads="1"/>
          </p:cNvSpPr>
          <p:nvPr/>
        </p:nvSpPr>
        <p:spPr bwMode="auto">
          <a:xfrm>
            <a:off x="7236069" y="3384549"/>
            <a:ext cx="177604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ヒラギノ角ゴ Pro W3" charset="-128"/>
              </a:defRPr>
            </a:lvl1pPr>
            <a:lvl2pPr marL="742950" indent="-285750">
              <a:defRPr>
                <a:solidFill>
                  <a:schemeClr val="tx1"/>
                </a:solidFill>
                <a:latin typeface="Arial" pitchFamily="34" charset="0"/>
                <a:ea typeface="ヒラギノ角ゴ Pro W3" charset="-128"/>
              </a:defRPr>
            </a:lvl2pPr>
            <a:lvl3pPr marL="1143000" indent="-228600">
              <a:defRPr>
                <a:solidFill>
                  <a:schemeClr val="tx1"/>
                </a:solidFill>
                <a:latin typeface="Arial" pitchFamily="34" charset="0"/>
                <a:ea typeface="ヒラギノ角ゴ Pro W3" charset="-128"/>
              </a:defRPr>
            </a:lvl3pPr>
            <a:lvl4pPr marL="1600200" indent="-228600">
              <a:defRPr>
                <a:solidFill>
                  <a:schemeClr val="tx1"/>
                </a:solidFill>
                <a:latin typeface="Arial" pitchFamily="34" charset="0"/>
                <a:ea typeface="ヒラギノ角ゴ Pro W3" charset="-128"/>
              </a:defRPr>
            </a:lvl4pPr>
            <a:lvl5pPr marL="2057400" indent="-228600">
              <a:defRPr>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itchFamily="34" charset="0"/>
                <a:ea typeface="ヒラギノ角ゴ Pro W3" charset="-128"/>
              </a:defRPr>
            </a:lvl9pPr>
          </a:lstStyle>
          <a:p>
            <a:pPr eaLnBrk="0" fontAlgn="base" hangingPunct="0">
              <a:spcBef>
                <a:spcPct val="0"/>
              </a:spcBef>
              <a:spcAft>
                <a:spcPct val="0"/>
              </a:spcAft>
            </a:pPr>
            <a:r>
              <a:rPr lang="en-US">
                <a:solidFill>
                  <a:srgbClr val="000000"/>
                </a:solidFill>
              </a:rPr>
              <a:t>Nature Medicine</a:t>
            </a:r>
          </a:p>
          <a:p>
            <a:pPr algn="ctr" eaLnBrk="0" fontAlgn="base" hangingPunct="0">
              <a:spcBef>
                <a:spcPct val="0"/>
              </a:spcBef>
              <a:spcAft>
                <a:spcPct val="0"/>
              </a:spcAft>
            </a:pPr>
            <a:r>
              <a:rPr lang="en-US">
                <a:solidFill>
                  <a:srgbClr val="000000"/>
                </a:solidFill>
              </a:rPr>
              <a:t>18: 341, 2012</a:t>
            </a:r>
          </a:p>
        </p:txBody>
      </p:sp>
      <p:sp>
        <p:nvSpPr>
          <p:cNvPr id="4" name="Rectangle 3"/>
          <p:cNvSpPr/>
          <p:nvPr/>
        </p:nvSpPr>
        <p:spPr>
          <a:xfrm>
            <a:off x="5968512" y="476402"/>
            <a:ext cx="1195754" cy="165735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Tree>
    <p:extLst>
      <p:ext uri="{BB962C8B-B14F-4D97-AF65-F5344CB8AC3E}">
        <p14:creationId xmlns:p14="http://schemas.microsoft.com/office/powerpoint/2010/main" val="8419806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7"/>
          <p:cNvSpPr txBox="1">
            <a:spLocks noChangeArrowheads="1"/>
          </p:cNvSpPr>
          <p:nvPr/>
        </p:nvSpPr>
        <p:spPr bwMode="auto">
          <a:xfrm>
            <a:off x="450935" y="140599"/>
            <a:ext cx="6725111"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ヒラギノ角ゴ Pro W3" charset="-128"/>
              </a:defRPr>
            </a:lvl1pPr>
            <a:lvl2pPr marL="742950" indent="-285750">
              <a:defRPr>
                <a:solidFill>
                  <a:schemeClr val="tx1"/>
                </a:solidFill>
                <a:latin typeface="Arial" pitchFamily="34" charset="0"/>
                <a:ea typeface="ヒラギノ角ゴ Pro W3" charset="-128"/>
              </a:defRPr>
            </a:lvl2pPr>
            <a:lvl3pPr marL="1143000" indent="-228600">
              <a:defRPr>
                <a:solidFill>
                  <a:schemeClr val="tx1"/>
                </a:solidFill>
                <a:latin typeface="Arial" pitchFamily="34" charset="0"/>
                <a:ea typeface="ヒラギノ角ゴ Pro W3" charset="-128"/>
              </a:defRPr>
            </a:lvl3pPr>
            <a:lvl4pPr marL="1600200" indent="-228600">
              <a:defRPr>
                <a:solidFill>
                  <a:schemeClr val="tx1"/>
                </a:solidFill>
                <a:latin typeface="Arial" pitchFamily="34" charset="0"/>
                <a:ea typeface="ヒラギノ角ゴ Pro W3" charset="-128"/>
              </a:defRPr>
            </a:lvl4pPr>
            <a:lvl5pPr marL="2057400" indent="-228600">
              <a:defRPr>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itchFamily="34" charset="0"/>
                <a:ea typeface="ヒラギノ角ゴ Pro W3" charset="-128"/>
              </a:defRPr>
            </a:lvl9pPr>
          </a:lstStyle>
          <a:p>
            <a:pPr fontAlgn="base">
              <a:spcBef>
                <a:spcPct val="0"/>
              </a:spcBef>
              <a:spcAft>
                <a:spcPct val="0"/>
              </a:spcAft>
            </a:pPr>
            <a:r>
              <a:rPr lang="en-US" sz="3600" dirty="0">
                <a:solidFill>
                  <a:srgbClr val="004151"/>
                </a:solidFill>
              </a:rPr>
              <a:t>IMI JU and EFPIA commitments</a:t>
            </a:r>
          </a:p>
          <a:p>
            <a:pPr algn="ctr" fontAlgn="base">
              <a:spcBef>
                <a:spcPct val="0"/>
              </a:spcBef>
              <a:spcAft>
                <a:spcPct val="0"/>
              </a:spcAft>
            </a:pPr>
            <a:r>
              <a:rPr lang="en-US" sz="3200" dirty="0" smtClean="0">
                <a:solidFill>
                  <a:srgbClr val="004151"/>
                </a:solidFill>
              </a:rPr>
              <a:t>as </a:t>
            </a:r>
            <a:r>
              <a:rPr lang="en-US" sz="3200" dirty="0">
                <a:solidFill>
                  <a:srgbClr val="004151"/>
                </a:solidFill>
              </a:rPr>
              <a:t>of </a:t>
            </a:r>
            <a:r>
              <a:rPr lang="en-US" sz="3200" dirty="0" smtClean="0">
                <a:solidFill>
                  <a:srgbClr val="004151"/>
                </a:solidFill>
              </a:rPr>
              <a:t>October 2012</a:t>
            </a:r>
            <a:endParaRPr lang="en-US" sz="3200" dirty="0">
              <a:solidFill>
                <a:srgbClr val="004151"/>
              </a:solidFill>
            </a:endParaRPr>
          </a:p>
        </p:txBody>
      </p:sp>
      <p:pic>
        <p:nvPicPr>
          <p:cNvPr id="24579" name="Picture 1" descr="Untitled.png"/>
          <p:cNvPicPr>
            <a:picLocks noChangeAspect="1"/>
          </p:cNvPicPr>
          <p:nvPr/>
        </p:nvPicPr>
        <p:blipFill>
          <a:blip r:embed="rId3">
            <a:extLst>
              <a:ext uri="{28A0092B-C50C-407E-A947-70E740481C1C}">
                <a14:useLocalDpi xmlns:a14="http://schemas.microsoft.com/office/drawing/2010/main" val="0"/>
              </a:ext>
            </a:extLst>
          </a:blip>
          <a:srcRect r="12917"/>
          <a:stretch>
            <a:fillRect/>
          </a:stretch>
        </p:blipFill>
        <p:spPr bwMode="auto">
          <a:xfrm>
            <a:off x="1241189" y="1460510"/>
            <a:ext cx="5578719" cy="461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ZoneTexte 15"/>
          <p:cNvSpPr txBox="1"/>
          <p:nvPr/>
        </p:nvSpPr>
        <p:spPr>
          <a:xfrm>
            <a:off x="6012564" y="2887670"/>
            <a:ext cx="2470548" cy="954107"/>
          </a:xfrm>
          <a:prstGeom prst="rect">
            <a:avLst/>
          </a:prstGeom>
          <a:noFill/>
          <a:ln>
            <a:solidFill>
              <a:schemeClr val="tx1"/>
            </a:solidFill>
          </a:ln>
        </p:spPr>
        <p:txBody>
          <a:bodyPr wrap="none">
            <a:spAutoFit/>
          </a:bodyPr>
          <a:lstStyle/>
          <a:p>
            <a:pPr indent="-285750">
              <a:buFont typeface="Arial"/>
              <a:buChar char="•"/>
              <a:defRPr/>
            </a:pPr>
            <a:r>
              <a:rPr lang="fr-FR" sz="1400" b="1" dirty="0">
                <a:solidFill>
                  <a:srgbClr val="00446A"/>
                </a:solidFill>
                <a:latin typeface="Arial" pitchFamily="34" charset="0"/>
                <a:ea typeface="Times New Roman"/>
                <a:cs typeface="Arial" pitchFamily="34" charset="0"/>
              </a:rPr>
              <a:t>7 Calls </a:t>
            </a:r>
            <a:r>
              <a:rPr lang="fr-FR" sz="1400" b="1" dirty="0" err="1">
                <a:solidFill>
                  <a:srgbClr val="00446A"/>
                </a:solidFill>
                <a:latin typeface="Arial" pitchFamily="34" charset="0"/>
                <a:ea typeface="Times New Roman"/>
                <a:cs typeface="Arial" pitchFamily="34" charset="0"/>
              </a:rPr>
              <a:t>launched</a:t>
            </a:r>
            <a:r>
              <a:rPr lang="fr-FR" sz="1400" b="1" dirty="0">
                <a:solidFill>
                  <a:srgbClr val="00446A"/>
                </a:solidFill>
                <a:latin typeface="Arial" pitchFamily="34" charset="0"/>
                <a:ea typeface="Times New Roman"/>
                <a:cs typeface="Arial" pitchFamily="34" charset="0"/>
              </a:rPr>
              <a:t> </a:t>
            </a:r>
            <a:r>
              <a:rPr lang="fr-FR" sz="1400" b="1" dirty="0" err="1">
                <a:solidFill>
                  <a:srgbClr val="00446A"/>
                </a:solidFill>
                <a:latin typeface="Arial" pitchFamily="34" charset="0"/>
                <a:ea typeface="Times New Roman"/>
                <a:cs typeface="Arial" pitchFamily="34" charset="0"/>
              </a:rPr>
              <a:t>so</a:t>
            </a:r>
            <a:r>
              <a:rPr lang="fr-FR" sz="1400" b="1" dirty="0">
                <a:solidFill>
                  <a:srgbClr val="00446A"/>
                </a:solidFill>
                <a:latin typeface="Arial" pitchFamily="34" charset="0"/>
                <a:ea typeface="Times New Roman"/>
                <a:cs typeface="Arial" pitchFamily="34" charset="0"/>
              </a:rPr>
              <a:t> far </a:t>
            </a:r>
          </a:p>
          <a:p>
            <a:pPr>
              <a:defRPr/>
            </a:pPr>
            <a:r>
              <a:rPr lang="fr-FR" sz="1400" b="1" dirty="0">
                <a:solidFill>
                  <a:srgbClr val="00446A"/>
                </a:solidFill>
                <a:latin typeface="Arial" pitchFamily="34" charset="0"/>
                <a:ea typeface="Times New Roman"/>
                <a:cs typeface="Arial" pitchFamily="34" charset="0"/>
              </a:rPr>
              <a:t>     (42 </a:t>
            </a:r>
            <a:r>
              <a:rPr lang="fr-FR" sz="1400" b="1" dirty="0" err="1">
                <a:solidFill>
                  <a:srgbClr val="00446A"/>
                </a:solidFill>
                <a:latin typeface="Arial" pitchFamily="34" charset="0"/>
                <a:ea typeface="Times New Roman"/>
                <a:cs typeface="Arial" pitchFamily="34" charset="0"/>
              </a:rPr>
              <a:t>projects</a:t>
            </a:r>
            <a:r>
              <a:rPr lang="fr-FR" sz="1400" b="1" dirty="0">
                <a:solidFill>
                  <a:srgbClr val="00446A"/>
                </a:solidFill>
                <a:latin typeface="Arial" pitchFamily="34" charset="0"/>
                <a:ea typeface="Times New Roman"/>
                <a:cs typeface="Arial" pitchFamily="34" charset="0"/>
              </a:rPr>
              <a:t>)</a:t>
            </a:r>
          </a:p>
          <a:p>
            <a:pPr indent="-285750">
              <a:buFont typeface="Arial"/>
              <a:buChar char="•"/>
              <a:defRPr/>
            </a:pPr>
            <a:r>
              <a:rPr lang="fr-FR" sz="1400" b="1" dirty="0">
                <a:solidFill>
                  <a:srgbClr val="00446A"/>
                </a:solidFill>
                <a:latin typeface="Arial" pitchFamily="34" charset="0"/>
                <a:ea typeface="Times New Roman"/>
                <a:cs typeface="Arial" pitchFamily="34" charset="0"/>
              </a:rPr>
              <a:t>1-(2) </a:t>
            </a:r>
            <a:r>
              <a:rPr lang="fr-FR" sz="1400" b="1" dirty="0" err="1">
                <a:solidFill>
                  <a:srgbClr val="00446A"/>
                </a:solidFill>
                <a:latin typeface="Arial" pitchFamily="34" charset="0"/>
                <a:ea typeface="Times New Roman"/>
                <a:cs typeface="Arial" pitchFamily="34" charset="0"/>
              </a:rPr>
              <a:t>additional</a:t>
            </a:r>
            <a:r>
              <a:rPr lang="fr-FR" sz="1400" b="1" dirty="0">
                <a:solidFill>
                  <a:srgbClr val="00446A"/>
                </a:solidFill>
                <a:latin typeface="Arial" pitchFamily="34" charset="0"/>
                <a:ea typeface="Times New Roman"/>
                <a:cs typeface="Arial" pitchFamily="34" charset="0"/>
              </a:rPr>
              <a:t> Call(s)</a:t>
            </a:r>
          </a:p>
          <a:p>
            <a:pPr>
              <a:defRPr/>
            </a:pPr>
            <a:r>
              <a:rPr lang="fr-FR" sz="1400" b="1" dirty="0">
                <a:solidFill>
                  <a:srgbClr val="00446A"/>
                </a:solidFill>
                <a:latin typeface="Arial" pitchFamily="34" charset="0"/>
                <a:ea typeface="Times New Roman"/>
                <a:cs typeface="Arial" pitchFamily="34" charset="0"/>
              </a:rPr>
              <a:t>     to </a:t>
            </a:r>
            <a:r>
              <a:rPr lang="fr-FR" sz="1400" b="1" dirty="0" err="1">
                <a:solidFill>
                  <a:srgbClr val="00446A"/>
                </a:solidFill>
                <a:latin typeface="Arial" pitchFamily="34" charset="0"/>
                <a:ea typeface="Times New Roman"/>
                <a:cs typeface="Arial" pitchFamily="34" charset="0"/>
              </a:rPr>
              <a:t>be</a:t>
            </a:r>
            <a:r>
              <a:rPr lang="fr-FR" sz="1400" b="1" dirty="0">
                <a:solidFill>
                  <a:srgbClr val="00446A"/>
                </a:solidFill>
                <a:latin typeface="Arial" pitchFamily="34" charset="0"/>
                <a:ea typeface="Times New Roman"/>
                <a:cs typeface="Arial" pitchFamily="34" charset="0"/>
              </a:rPr>
              <a:t> </a:t>
            </a:r>
            <a:r>
              <a:rPr lang="fr-FR" sz="1400" b="1" dirty="0" err="1">
                <a:solidFill>
                  <a:srgbClr val="00446A"/>
                </a:solidFill>
                <a:latin typeface="Arial" pitchFamily="34" charset="0"/>
                <a:ea typeface="Times New Roman"/>
                <a:cs typeface="Arial" pitchFamily="34" charset="0"/>
              </a:rPr>
              <a:t>launched</a:t>
            </a:r>
            <a:r>
              <a:rPr lang="fr-FR" sz="1400" b="1" dirty="0">
                <a:solidFill>
                  <a:srgbClr val="00446A"/>
                </a:solidFill>
                <a:latin typeface="Arial" pitchFamily="34" charset="0"/>
                <a:ea typeface="Times New Roman"/>
                <a:cs typeface="Arial" pitchFamily="34" charset="0"/>
              </a:rPr>
              <a:t> in 2012</a:t>
            </a:r>
          </a:p>
        </p:txBody>
      </p:sp>
      <p:sp>
        <p:nvSpPr>
          <p:cNvPr id="24581" name="ZoneTexte 1"/>
          <p:cNvSpPr txBox="1">
            <a:spLocks noChangeArrowheads="1"/>
          </p:cNvSpPr>
          <p:nvPr/>
        </p:nvSpPr>
        <p:spPr bwMode="auto">
          <a:xfrm rot="-5400000">
            <a:off x="-59114" y="3400711"/>
            <a:ext cx="16993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ヒラギノ角ゴ Pro W3" charset="-128"/>
              </a:defRPr>
            </a:lvl1pPr>
            <a:lvl2pPr marL="742950" indent="-285750">
              <a:defRPr>
                <a:solidFill>
                  <a:schemeClr val="tx1"/>
                </a:solidFill>
                <a:latin typeface="Arial" pitchFamily="34" charset="0"/>
                <a:ea typeface="ヒラギノ角ゴ Pro W3" charset="-128"/>
              </a:defRPr>
            </a:lvl2pPr>
            <a:lvl3pPr marL="1143000" indent="-228600">
              <a:defRPr>
                <a:solidFill>
                  <a:schemeClr val="tx1"/>
                </a:solidFill>
                <a:latin typeface="Arial" pitchFamily="34" charset="0"/>
                <a:ea typeface="ヒラギノ角ゴ Pro W3" charset="-128"/>
              </a:defRPr>
            </a:lvl3pPr>
            <a:lvl4pPr marL="1600200" indent="-228600">
              <a:defRPr>
                <a:solidFill>
                  <a:schemeClr val="tx1"/>
                </a:solidFill>
                <a:latin typeface="Arial" pitchFamily="34" charset="0"/>
                <a:ea typeface="ヒラギノ角ゴ Pro W3" charset="-128"/>
              </a:defRPr>
            </a:lvl4pPr>
            <a:lvl5pPr marL="2057400" indent="-228600">
              <a:defRPr>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itchFamily="34" charset="0"/>
                <a:ea typeface="ヒラギノ角ゴ Pro W3" charset="-128"/>
              </a:defRPr>
            </a:lvl9pPr>
          </a:lstStyle>
          <a:p>
            <a:pPr fontAlgn="base">
              <a:spcBef>
                <a:spcPct val="0"/>
              </a:spcBef>
              <a:spcAft>
                <a:spcPct val="0"/>
              </a:spcAft>
            </a:pPr>
            <a:r>
              <a:rPr lang="en-GB" sz="2400">
                <a:solidFill>
                  <a:srgbClr val="00446A"/>
                </a:solidFill>
                <a:latin typeface="Calibri" pitchFamily="34" charset="0"/>
                <a:ea typeface="Osaka" charset="-128"/>
              </a:rPr>
              <a:t>Million Euro</a:t>
            </a:r>
          </a:p>
        </p:txBody>
      </p:sp>
      <p:pic>
        <p:nvPicPr>
          <p:cNvPr id="24583" name="Picture 1" descr="Untitled.png"/>
          <p:cNvPicPr>
            <a:picLocks noChangeAspect="1"/>
          </p:cNvPicPr>
          <p:nvPr/>
        </p:nvPicPr>
        <p:blipFill>
          <a:blip r:embed="rId3">
            <a:extLst>
              <a:ext uri="{28A0092B-C50C-407E-A947-70E740481C1C}">
                <a14:useLocalDpi xmlns:a14="http://schemas.microsoft.com/office/drawing/2010/main" val="0"/>
              </a:ext>
            </a:extLst>
          </a:blip>
          <a:srcRect l="84792"/>
          <a:stretch>
            <a:fillRect/>
          </a:stretch>
        </p:blipFill>
        <p:spPr bwMode="auto">
          <a:xfrm>
            <a:off x="3669332" y="1335088"/>
            <a:ext cx="974481" cy="461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67312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a:grpSpLocks noChangeAspect="1"/>
          </p:cNvGrpSpPr>
          <p:nvPr/>
        </p:nvGrpSpPr>
        <p:grpSpPr>
          <a:xfrm>
            <a:off x="3572719" y="2592290"/>
            <a:ext cx="1563799" cy="1228937"/>
            <a:chOff x="9355351" y="10154249"/>
            <a:chExt cx="3996605" cy="2754425"/>
          </a:xfrm>
        </p:grpSpPr>
        <p:sp>
          <p:nvSpPr>
            <p:cNvPr id="18" name="Oval 17"/>
            <p:cNvSpPr/>
            <p:nvPr/>
          </p:nvSpPr>
          <p:spPr>
            <a:xfrm>
              <a:off x="10996811" y="10154249"/>
              <a:ext cx="2355145" cy="2162349"/>
            </a:xfrm>
            <a:prstGeom prst="ellipse">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900" b="1" dirty="0">
                  <a:solidFill>
                    <a:schemeClr val="bg1"/>
                  </a:solidFill>
                  <a:latin typeface="Arial" pitchFamily="34" charset="0"/>
                  <a:cs typeface="Arial" pitchFamily="34" charset="0"/>
                </a:rPr>
                <a:t>7</a:t>
              </a:r>
              <a:r>
                <a:rPr lang="en-US" sz="900" b="1" dirty="0" smtClean="0">
                  <a:solidFill>
                    <a:schemeClr val="bg1"/>
                  </a:solidFill>
                  <a:latin typeface="Arial" pitchFamily="34" charset="0"/>
                  <a:cs typeface="Arial" pitchFamily="34" charset="0"/>
                </a:rPr>
                <a:t> regulators</a:t>
              </a:r>
              <a:endParaRPr lang="en-US" sz="900" b="1" dirty="0">
                <a:solidFill>
                  <a:schemeClr val="bg1"/>
                </a:solidFill>
                <a:latin typeface="Arial" pitchFamily="34" charset="0"/>
                <a:cs typeface="Arial" pitchFamily="34" charset="0"/>
              </a:endParaRPr>
            </a:p>
          </p:txBody>
        </p:sp>
        <p:sp>
          <p:nvSpPr>
            <p:cNvPr id="19" name="Oval 18"/>
            <p:cNvSpPr/>
            <p:nvPr/>
          </p:nvSpPr>
          <p:spPr>
            <a:xfrm>
              <a:off x="9355351" y="11151112"/>
              <a:ext cx="2026511" cy="1757562"/>
            </a:xfrm>
            <a:prstGeom prst="ellipse">
              <a:avLst/>
            </a:prstGeom>
            <a:solidFill>
              <a:srgbClr val="8BB2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smtClean="0">
                  <a:solidFill>
                    <a:schemeClr val="bg1"/>
                  </a:solidFill>
                  <a:latin typeface="Arial" pitchFamily="34" charset="0"/>
                  <a:cs typeface="Arial" pitchFamily="34" charset="0"/>
                </a:rPr>
                <a:t>22 patient org</a:t>
              </a:r>
              <a:endParaRPr lang="en-US" sz="900" b="1" dirty="0">
                <a:solidFill>
                  <a:schemeClr val="bg1"/>
                </a:solidFill>
                <a:latin typeface="Arial" pitchFamily="34" charset="0"/>
                <a:cs typeface="Arial" pitchFamily="34" charset="0"/>
              </a:endParaRPr>
            </a:p>
          </p:txBody>
        </p:sp>
      </p:grpSp>
      <p:grpSp>
        <p:nvGrpSpPr>
          <p:cNvPr id="20" name="Group 10"/>
          <p:cNvGrpSpPr>
            <a:grpSpLocks/>
          </p:cNvGrpSpPr>
          <p:nvPr/>
        </p:nvGrpSpPr>
        <p:grpSpPr bwMode="auto">
          <a:xfrm>
            <a:off x="1654305" y="2087712"/>
            <a:ext cx="5329604" cy="3700463"/>
            <a:chOff x="1288" y="1468"/>
            <a:chExt cx="3637" cy="2331"/>
          </a:xfrm>
        </p:grpSpPr>
        <p:sp>
          <p:nvSpPr>
            <p:cNvPr id="21" name="Text Box 31"/>
            <p:cNvSpPr txBox="1">
              <a:spLocks noChangeArrowheads="1"/>
            </p:cNvSpPr>
            <p:nvPr/>
          </p:nvSpPr>
          <p:spPr bwMode="auto">
            <a:xfrm>
              <a:off x="1288" y="1468"/>
              <a:ext cx="126" cy="698"/>
            </a:xfrm>
            <a:prstGeom prst="rect">
              <a:avLst/>
            </a:prstGeom>
            <a:noFill/>
            <a:ln w="9525">
              <a:noFill/>
              <a:miter lim="800000"/>
              <a:headEnd/>
              <a:tailEnd/>
            </a:ln>
          </p:spPr>
          <p:txBody>
            <a:bodyPr wrap="none">
              <a:spAutoFit/>
            </a:bodyPr>
            <a:lstStyle/>
            <a:p>
              <a:endParaRPr lang="en-GB" sz="6600" dirty="0">
                <a:solidFill>
                  <a:srgbClr val="004273"/>
                </a:solidFill>
                <a:latin typeface="Arial" pitchFamily="34" charset="0"/>
                <a:cs typeface="Arial" pitchFamily="34" charset="0"/>
              </a:endParaRPr>
            </a:p>
          </p:txBody>
        </p:sp>
        <p:sp>
          <p:nvSpPr>
            <p:cNvPr id="22" name="Text Box 32"/>
            <p:cNvSpPr txBox="1">
              <a:spLocks noChangeArrowheads="1"/>
            </p:cNvSpPr>
            <p:nvPr/>
          </p:nvSpPr>
          <p:spPr bwMode="auto">
            <a:xfrm>
              <a:off x="4799" y="3566"/>
              <a:ext cx="126" cy="233"/>
            </a:xfrm>
            <a:prstGeom prst="rect">
              <a:avLst/>
            </a:prstGeom>
            <a:noFill/>
            <a:ln w="9525">
              <a:noFill/>
              <a:miter lim="800000"/>
              <a:headEnd/>
              <a:tailEnd/>
            </a:ln>
          </p:spPr>
          <p:txBody>
            <a:bodyPr wrap="none">
              <a:spAutoFit/>
            </a:bodyPr>
            <a:lstStyle/>
            <a:p>
              <a:pPr algn="ctr"/>
              <a:endParaRPr lang="en-GB" dirty="0">
                <a:solidFill>
                  <a:srgbClr val="004273"/>
                </a:solidFill>
                <a:latin typeface="Arial" pitchFamily="34" charset="0"/>
                <a:cs typeface="Arial" pitchFamily="34" charset="0"/>
              </a:endParaRPr>
            </a:p>
          </p:txBody>
        </p:sp>
        <p:sp>
          <p:nvSpPr>
            <p:cNvPr id="23" name="Text Box 33"/>
            <p:cNvSpPr txBox="1">
              <a:spLocks noChangeArrowheads="1"/>
            </p:cNvSpPr>
            <p:nvPr/>
          </p:nvSpPr>
          <p:spPr bwMode="auto">
            <a:xfrm>
              <a:off x="2632" y="2341"/>
              <a:ext cx="126" cy="233"/>
            </a:xfrm>
            <a:prstGeom prst="rect">
              <a:avLst/>
            </a:prstGeom>
            <a:noFill/>
            <a:ln w="9525">
              <a:noFill/>
              <a:miter lim="800000"/>
              <a:headEnd/>
              <a:tailEnd/>
            </a:ln>
          </p:spPr>
          <p:txBody>
            <a:bodyPr wrap="none">
              <a:spAutoFit/>
            </a:bodyPr>
            <a:lstStyle/>
            <a:p>
              <a:pPr algn="ctr"/>
              <a:endParaRPr lang="en-GB" dirty="0">
                <a:solidFill>
                  <a:srgbClr val="004273"/>
                </a:solidFill>
                <a:latin typeface="Arial" pitchFamily="34" charset="0"/>
                <a:cs typeface="Arial" pitchFamily="34" charset="0"/>
              </a:endParaRPr>
            </a:p>
          </p:txBody>
        </p:sp>
      </p:grpSp>
      <p:sp>
        <p:nvSpPr>
          <p:cNvPr id="24" name="Rectangle 12"/>
          <p:cNvSpPr>
            <a:spLocks noChangeArrowheads="1"/>
          </p:cNvSpPr>
          <p:nvPr/>
        </p:nvSpPr>
        <p:spPr bwMode="auto">
          <a:xfrm>
            <a:off x="131771" y="1800375"/>
            <a:ext cx="184731" cy="230832"/>
          </a:xfrm>
          <a:prstGeom prst="rect">
            <a:avLst/>
          </a:prstGeom>
          <a:noFill/>
          <a:ln w="9525">
            <a:noFill/>
            <a:miter lim="800000"/>
            <a:headEnd/>
            <a:tailEnd/>
          </a:ln>
        </p:spPr>
        <p:txBody>
          <a:bodyPr wrap="none">
            <a:spAutoFit/>
          </a:bodyPr>
          <a:lstStyle/>
          <a:p>
            <a:pPr eaLnBrk="0" hangingPunct="0"/>
            <a:endParaRPr lang="fr-BE" sz="900" dirty="0">
              <a:solidFill>
                <a:srgbClr val="004273"/>
              </a:solidFill>
              <a:latin typeface="Arial" pitchFamily="34" charset="0"/>
              <a:cs typeface="Arial" pitchFamily="34" charset="0"/>
            </a:endParaRPr>
          </a:p>
        </p:txBody>
      </p:sp>
      <p:graphicFrame>
        <p:nvGraphicFramePr>
          <p:cNvPr id="25" name="Diagram 24"/>
          <p:cNvGraphicFramePr/>
          <p:nvPr>
            <p:extLst>
              <p:ext uri="{D42A27DB-BD31-4B8C-83A1-F6EECF244321}">
                <p14:modId xmlns:p14="http://schemas.microsoft.com/office/powerpoint/2010/main" val="3468681090"/>
              </p:ext>
            </p:extLst>
          </p:nvPr>
        </p:nvGraphicFramePr>
        <p:xfrm>
          <a:off x="417223" y="1268760"/>
          <a:ext cx="7776864" cy="46085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 name="TextBox 25"/>
          <p:cNvSpPr txBox="1"/>
          <p:nvPr/>
        </p:nvSpPr>
        <p:spPr>
          <a:xfrm>
            <a:off x="2211885" y="2806226"/>
            <a:ext cx="1684434" cy="430887"/>
          </a:xfrm>
          <a:prstGeom prst="rect">
            <a:avLst/>
          </a:prstGeom>
          <a:noFill/>
        </p:spPr>
        <p:txBody>
          <a:bodyPr wrap="square" rtlCol="0">
            <a:spAutoFit/>
          </a:bodyPr>
          <a:lstStyle/>
          <a:p>
            <a:pPr algn="ctr"/>
            <a:r>
              <a:rPr lang="en-US" sz="1100" b="1" dirty="0" smtClean="0">
                <a:solidFill>
                  <a:srgbClr val="56A123"/>
                </a:solidFill>
                <a:latin typeface="Arial" pitchFamily="34" charset="0"/>
                <a:cs typeface="Arial" pitchFamily="34" charset="0"/>
              </a:rPr>
              <a:t>€ 603 </a:t>
            </a:r>
            <a:r>
              <a:rPr lang="en-US" sz="1100" b="1" dirty="0" err="1" smtClean="0">
                <a:solidFill>
                  <a:srgbClr val="56A123"/>
                </a:solidFill>
                <a:latin typeface="Arial" pitchFamily="34" charset="0"/>
                <a:cs typeface="Arial" pitchFamily="34" charset="0"/>
              </a:rPr>
              <a:t>mln</a:t>
            </a:r>
            <a:r>
              <a:rPr lang="en-US" sz="1100" b="1" dirty="0" smtClean="0">
                <a:solidFill>
                  <a:srgbClr val="56A123"/>
                </a:solidFill>
                <a:latin typeface="Arial" pitchFamily="34" charset="0"/>
                <a:cs typeface="Arial" pitchFamily="34" charset="0"/>
              </a:rPr>
              <a:t> </a:t>
            </a:r>
            <a:r>
              <a:rPr lang="en-US" sz="1100" b="1" i="1" dirty="0" smtClean="0">
                <a:solidFill>
                  <a:srgbClr val="56A123"/>
                </a:solidFill>
                <a:latin typeface="Arial" pitchFamily="34" charset="0"/>
                <a:cs typeface="Arial" pitchFamily="34" charset="0"/>
              </a:rPr>
              <a:t>IMI </a:t>
            </a:r>
            <a:r>
              <a:rPr lang="en-US" sz="1100" b="1" i="1" dirty="0" err="1" smtClean="0">
                <a:solidFill>
                  <a:srgbClr val="56A123"/>
                </a:solidFill>
                <a:latin typeface="Arial" pitchFamily="34" charset="0"/>
                <a:cs typeface="Arial" pitchFamily="34" charset="0"/>
              </a:rPr>
              <a:t>JU</a:t>
            </a:r>
            <a:r>
              <a:rPr lang="en-US" sz="1100" b="1" i="1" dirty="0" smtClean="0">
                <a:solidFill>
                  <a:srgbClr val="56A123"/>
                </a:solidFill>
                <a:latin typeface="Arial" pitchFamily="34" charset="0"/>
                <a:cs typeface="Arial" pitchFamily="34" charset="0"/>
              </a:rPr>
              <a:t> </a:t>
            </a:r>
          </a:p>
          <a:p>
            <a:pPr algn="ctr"/>
            <a:r>
              <a:rPr lang="en-US" sz="1100" b="1" i="1" dirty="0" smtClean="0">
                <a:solidFill>
                  <a:srgbClr val="56A123"/>
                </a:solidFill>
                <a:latin typeface="Arial" pitchFamily="34" charset="0"/>
                <a:cs typeface="Arial" pitchFamily="34" charset="0"/>
              </a:rPr>
              <a:t>cash contribution</a:t>
            </a:r>
            <a:endParaRPr lang="en-US" sz="1100" b="1" i="1" dirty="0">
              <a:solidFill>
                <a:srgbClr val="56A123"/>
              </a:solidFill>
              <a:latin typeface="Arial" pitchFamily="34" charset="0"/>
              <a:cs typeface="Arial" pitchFamily="34" charset="0"/>
            </a:endParaRPr>
          </a:p>
        </p:txBody>
      </p:sp>
      <p:sp>
        <p:nvSpPr>
          <p:cNvPr id="27" name="TextBox 26"/>
          <p:cNvSpPr txBox="1"/>
          <p:nvPr/>
        </p:nvSpPr>
        <p:spPr>
          <a:xfrm>
            <a:off x="5798021" y="1809497"/>
            <a:ext cx="1093569" cy="600164"/>
          </a:xfrm>
          <a:prstGeom prst="rect">
            <a:avLst/>
          </a:prstGeom>
          <a:noFill/>
        </p:spPr>
        <p:txBody>
          <a:bodyPr wrap="none" rtlCol="0">
            <a:spAutoFit/>
          </a:bodyPr>
          <a:lstStyle/>
          <a:p>
            <a:pPr algn="ctr"/>
            <a:r>
              <a:rPr lang="en-US" sz="1100" b="1" dirty="0" smtClean="0">
                <a:solidFill>
                  <a:srgbClr val="F8930C"/>
                </a:solidFill>
                <a:latin typeface="Arial" pitchFamily="34" charset="0"/>
                <a:cs typeface="Arial" pitchFamily="34" charset="0"/>
              </a:rPr>
              <a:t>€600 </a:t>
            </a:r>
            <a:r>
              <a:rPr lang="en-US" sz="1100" b="1" dirty="0" err="1" smtClean="0">
                <a:solidFill>
                  <a:srgbClr val="F8930C"/>
                </a:solidFill>
                <a:latin typeface="Arial" pitchFamily="34" charset="0"/>
                <a:cs typeface="Arial" pitchFamily="34" charset="0"/>
              </a:rPr>
              <a:t>mln</a:t>
            </a:r>
            <a:r>
              <a:rPr lang="en-US" sz="1100" b="1" dirty="0" smtClean="0">
                <a:solidFill>
                  <a:srgbClr val="F8930C"/>
                </a:solidFill>
                <a:latin typeface="Arial" pitchFamily="34" charset="0"/>
                <a:cs typeface="Arial" pitchFamily="34" charset="0"/>
              </a:rPr>
              <a:t> </a:t>
            </a:r>
          </a:p>
          <a:p>
            <a:pPr algn="ctr"/>
            <a:r>
              <a:rPr lang="en-US" sz="1100" b="1" dirty="0" err="1">
                <a:solidFill>
                  <a:srgbClr val="F8930C"/>
                </a:solidFill>
                <a:latin typeface="Arial" pitchFamily="34" charset="0"/>
                <a:cs typeface="Arial" pitchFamily="34" charset="0"/>
              </a:rPr>
              <a:t>EFPIA</a:t>
            </a:r>
            <a:r>
              <a:rPr lang="en-US" sz="1100" b="1" dirty="0">
                <a:solidFill>
                  <a:srgbClr val="F8930C"/>
                </a:solidFill>
                <a:latin typeface="Arial" pitchFamily="34" charset="0"/>
                <a:cs typeface="Arial" pitchFamily="34" charset="0"/>
              </a:rPr>
              <a:t> ‘n kind</a:t>
            </a:r>
          </a:p>
          <a:p>
            <a:pPr algn="ctr"/>
            <a:r>
              <a:rPr lang="en-US" sz="1100" b="1" dirty="0">
                <a:solidFill>
                  <a:srgbClr val="F8930C"/>
                </a:solidFill>
                <a:latin typeface="Arial" pitchFamily="34" charset="0"/>
                <a:cs typeface="Arial" pitchFamily="34" charset="0"/>
              </a:rPr>
              <a:t>contribution</a:t>
            </a:r>
          </a:p>
        </p:txBody>
      </p:sp>
      <p:sp>
        <p:nvSpPr>
          <p:cNvPr id="28" name="TextBox 27"/>
          <p:cNvSpPr txBox="1"/>
          <p:nvPr/>
        </p:nvSpPr>
        <p:spPr>
          <a:xfrm>
            <a:off x="1370516" y="5703640"/>
            <a:ext cx="5860241" cy="461665"/>
          </a:xfrm>
          <a:prstGeom prst="rect">
            <a:avLst/>
          </a:prstGeom>
          <a:noFill/>
        </p:spPr>
        <p:txBody>
          <a:bodyPr wrap="square" rtlCol="0">
            <a:spAutoFit/>
          </a:bodyPr>
          <a:lstStyle/>
          <a:p>
            <a:pPr algn="ctr"/>
            <a:r>
              <a:rPr lang="en-US" sz="2400" b="1" dirty="0" smtClean="0">
                <a:solidFill>
                  <a:srgbClr val="00446A"/>
                </a:solidFill>
                <a:latin typeface="Arial" pitchFamily="34" charset="0"/>
                <a:cs typeface="Arial" pitchFamily="34" charset="0"/>
              </a:rPr>
              <a:t> R&amp;D Productivity Improvements</a:t>
            </a:r>
            <a:endParaRPr lang="en-US" sz="2400" b="1" dirty="0">
              <a:solidFill>
                <a:srgbClr val="00446A"/>
              </a:solidFill>
              <a:latin typeface="Arial" pitchFamily="34" charset="0"/>
              <a:cs typeface="Arial" pitchFamily="34" charset="0"/>
            </a:endParaRPr>
          </a:p>
        </p:txBody>
      </p:sp>
      <p:sp>
        <p:nvSpPr>
          <p:cNvPr id="29" name="TextBox 28"/>
          <p:cNvSpPr txBox="1"/>
          <p:nvPr/>
        </p:nvSpPr>
        <p:spPr>
          <a:xfrm>
            <a:off x="252046" y="41199"/>
            <a:ext cx="6529947" cy="1200329"/>
          </a:xfrm>
          <a:prstGeom prst="rect">
            <a:avLst/>
          </a:prstGeom>
          <a:noFill/>
        </p:spPr>
        <p:txBody>
          <a:bodyPr wrap="square" rtlCol="0">
            <a:spAutoFit/>
          </a:bodyPr>
          <a:lstStyle/>
          <a:p>
            <a:r>
              <a:rPr lang="en-GB" sz="3600" dirty="0">
                <a:solidFill>
                  <a:srgbClr val="004151"/>
                </a:solidFill>
                <a:latin typeface="Arial" pitchFamily="34" charset="0"/>
                <a:cs typeface="Arial" pitchFamily="34" charset="0"/>
              </a:rPr>
              <a:t>Key Figures of 37 on-going </a:t>
            </a:r>
            <a:r>
              <a:rPr lang="en-GB" sz="3600" dirty="0" smtClean="0">
                <a:solidFill>
                  <a:srgbClr val="004151"/>
                </a:solidFill>
                <a:latin typeface="Arial" pitchFamily="34" charset="0"/>
                <a:cs typeface="Arial" pitchFamily="34" charset="0"/>
              </a:rPr>
              <a:t>Projects</a:t>
            </a:r>
            <a:endParaRPr lang="en-GB" sz="3600" dirty="0">
              <a:solidFill>
                <a:srgbClr val="004151"/>
              </a:solidFill>
              <a:latin typeface="Arial" pitchFamily="34" charset="0"/>
              <a:cs typeface="Arial" pitchFamily="34" charset="0"/>
            </a:endParaRPr>
          </a:p>
        </p:txBody>
      </p:sp>
      <p:sp>
        <p:nvSpPr>
          <p:cNvPr id="30" name="TextBox 29"/>
          <p:cNvSpPr txBox="1"/>
          <p:nvPr/>
        </p:nvSpPr>
        <p:spPr>
          <a:xfrm>
            <a:off x="3594501" y="4221089"/>
            <a:ext cx="1457450" cy="430887"/>
          </a:xfrm>
          <a:prstGeom prst="rect">
            <a:avLst/>
          </a:prstGeom>
          <a:noFill/>
        </p:spPr>
        <p:txBody>
          <a:bodyPr wrap="none" rtlCol="0">
            <a:spAutoFit/>
          </a:bodyPr>
          <a:lstStyle/>
          <a:p>
            <a:r>
              <a:rPr lang="en-US" sz="1100" b="1" dirty="0" smtClean="0">
                <a:solidFill>
                  <a:srgbClr val="FF0000"/>
                </a:solidFill>
                <a:latin typeface="Arial" pitchFamily="34" charset="0"/>
                <a:cs typeface="Arial" pitchFamily="34" charset="0"/>
              </a:rPr>
              <a:t>~ 3500 researchers</a:t>
            </a:r>
          </a:p>
          <a:p>
            <a:r>
              <a:rPr lang="en-US" sz="1100" b="1" dirty="0" smtClean="0">
                <a:solidFill>
                  <a:srgbClr val="FF0000"/>
                </a:solidFill>
                <a:latin typeface="Arial" pitchFamily="34" charset="0"/>
                <a:cs typeface="Arial" pitchFamily="34" charset="0"/>
              </a:rPr>
              <a:t>&gt; 240 publications</a:t>
            </a:r>
            <a:endParaRPr lang="en-US" sz="1100" b="1"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39748092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normAutofit/>
          </a:bodyPr>
          <a:lstStyle/>
          <a:p>
            <a:r>
              <a:rPr lang="nl-BE" dirty="0" smtClean="0">
                <a:solidFill>
                  <a:schemeClr val="tx2"/>
                </a:solidFill>
              </a:rPr>
              <a:t>Who participates from EFPIA ? </a:t>
            </a:r>
            <a:endParaRPr lang="en-GB" dirty="0">
              <a:solidFill>
                <a:schemeClr val="tx2"/>
              </a:solidFill>
            </a:endParaRPr>
          </a:p>
        </p:txBody>
      </p:sp>
      <p:sp>
        <p:nvSpPr>
          <p:cNvPr id="2" name="Subtitle 1"/>
          <p:cNvSpPr>
            <a:spLocks noGrp="1"/>
          </p:cNvSpPr>
          <p:nvPr>
            <p:ph type="subTitle" idx="1"/>
          </p:nvPr>
        </p:nvSpPr>
        <p:spPr/>
        <p:txBody>
          <a:bodyPr/>
          <a:lstStyle/>
          <a:p>
            <a:endParaRPr lang="nl-BE"/>
          </a:p>
        </p:txBody>
      </p:sp>
      <p:sp>
        <p:nvSpPr>
          <p:cNvPr id="6" name="Slide Number Placeholder 5"/>
          <p:cNvSpPr>
            <a:spLocks noGrp="1"/>
          </p:cNvSpPr>
          <p:nvPr>
            <p:ph type="sldNum" sz="quarter" idx="4294967295"/>
          </p:nvPr>
        </p:nvSpPr>
        <p:spPr>
          <a:xfrm>
            <a:off x="7010400" y="6356350"/>
            <a:ext cx="2133600" cy="365125"/>
          </a:xfrm>
        </p:spPr>
        <p:txBody>
          <a:bodyPr/>
          <a:lstStyle/>
          <a:p>
            <a:fld id="{806B5BAE-E9D5-4D7D-84D0-C917AEFCCB22}" type="slidenum">
              <a:rPr lang="fr-BE" smtClean="0"/>
              <a:t>8</a:t>
            </a:fld>
            <a:endParaRPr lang="fr-BE"/>
          </a:p>
        </p:txBody>
      </p:sp>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358900"/>
            <a:ext cx="8049768" cy="486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268266" y="1711234"/>
            <a:ext cx="2391102" cy="2595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itchFamily="34" charset="0"/>
              <a:buChar char="•"/>
            </a:pPr>
            <a:r>
              <a:rPr lang="nl-BE" sz="1700" dirty="0">
                <a:latin typeface="Arial" pitchFamily="34" charset="0"/>
                <a:cs typeface="Arial" pitchFamily="34" charset="0"/>
              </a:rPr>
              <a:t>c</a:t>
            </a:r>
            <a:r>
              <a:rPr lang="nl-BE" sz="1700" dirty="0" smtClean="0">
                <a:latin typeface="Arial" pitchFamily="34" charset="0"/>
                <a:cs typeface="Arial" pitchFamily="34" charset="0"/>
              </a:rPr>
              <a:t>ompanies in &gt; 3 projects</a:t>
            </a:r>
          </a:p>
          <a:p>
            <a:pPr marL="285750" indent="-285750">
              <a:buFont typeface="Arial" pitchFamily="34" charset="0"/>
              <a:buChar char="•"/>
            </a:pPr>
            <a:r>
              <a:rPr lang="nl-BE" sz="1700" dirty="0" smtClean="0">
                <a:latin typeface="Arial" pitchFamily="34" charset="0"/>
                <a:cs typeface="Arial" pitchFamily="34" charset="0"/>
              </a:rPr>
              <a:t>&gt; half the projects include &gt; 9 companies</a:t>
            </a:r>
          </a:p>
          <a:p>
            <a:pPr marL="285750" indent="-285750">
              <a:buFont typeface="Arial" pitchFamily="34" charset="0"/>
              <a:buChar char="•"/>
            </a:pPr>
            <a:r>
              <a:rPr lang="nl-BE" sz="1700" dirty="0" smtClean="0">
                <a:latin typeface="Arial" pitchFamily="34" charset="0"/>
                <a:cs typeface="Arial" pitchFamily="34" charset="0"/>
              </a:rPr>
              <a:t>&gt; half the companies are in &gt; 9 projects  </a:t>
            </a:r>
          </a:p>
        </p:txBody>
      </p:sp>
      <p:sp>
        <p:nvSpPr>
          <p:cNvPr id="8" name="TextBox 7"/>
          <p:cNvSpPr txBox="1"/>
          <p:nvPr/>
        </p:nvSpPr>
        <p:spPr>
          <a:xfrm>
            <a:off x="330200" y="40245"/>
            <a:ext cx="6604000" cy="1200329"/>
          </a:xfrm>
          <a:prstGeom prst="rect">
            <a:avLst/>
          </a:prstGeom>
          <a:noFill/>
        </p:spPr>
        <p:txBody>
          <a:bodyPr wrap="square" rtlCol="0">
            <a:spAutoFit/>
          </a:bodyPr>
          <a:lstStyle/>
          <a:p>
            <a:r>
              <a:rPr lang="nl-BE" sz="3600" dirty="0" smtClean="0">
                <a:solidFill>
                  <a:srgbClr val="004151"/>
                </a:solidFill>
                <a:latin typeface="Arial" pitchFamily="34" charset="0"/>
                <a:cs typeface="Arial" pitchFamily="34" charset="0"/>
              </a:rPr>
              <a:t>EFPIA Partners along IMI beneficiaries </a:t>
            </a:r>
            <a:endParaRPr lang="nl-BE" sz="3600" dirty="0">
              <a:solidFill>
                <a:srgbClr val="004151"/>
              </a:solidFill>
              <a:latin typeface="Arial" pitchFamily="34" charset="0"/>
              <a:cs typeface="Arial" pitchFamily="34" charset="0"/>
            </a:endParaRPr>
          </a:p>
        </p:txBody>
      </p:sp>
    </p:spTree>
    <p:extLst>
      <p:ext uri="{BB962C8B-B14F-4D97-AF65-F5344CB8AC3E}">
        <p14:creationId xmlns:p14="http://schemas.microsoft.com/office/powerpoint/2010/main" val="14826309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txBox="1">
            <a:spLocks/>
          </p:cNvSpPr>
          <p:nvPr/>
        </p:nvSpPr>
        <p:spPr bwMode="auto">
          <a:xfrm>
            <a:off x="99008" y="190536"/>
            <a:ext cx="743682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ヒラギノ角ゴ Pro W3" charset="-128"/>
              </a:defRPr>
            </a:lvl1pPr>
            <a:lvl2pPr marL="742950" indent="-285750">
              <a:defRPr>
                <a:solidFill>
                  <a:schemeClr val="tx1"/>
                </a:solidFill>
                <a:latin typeface="Arial" pitchFamily="34" charset="0"/>
                <a:ea typeface="ヒラギノ角ゴ Pro W3" charset="-128"/>
              </a:defRPr>
            </a:lvl2pPr>
            <a:lvl3pPr marL="1143000" indent="-228600">
              <a:defRPr>
                <a:solidFill>
                  <a:schemeClr val="tx1"/>
                </a:solidFill>
                <a:latin typeface="Arial" pitchFamily="34" charset="0"/>
                <a:ea typeface="ヒラギノ角ゴ Pro W3" charset="-128"/>
              </a:defRPr>
            </a:lvl3pPr>
            <a:lvl4pPr marL="1600200" indent="-228600">
              <a:defRPr>
                <a:solidFill>
                  <a:schemeClr val="tx1"/>
                </a:solidFill>
                <a:latin typeface="Arial" pitchFamily="34" charset="0"/>
                <a:ea typeface="ヒラギノ角ゴ Pro W3" charset="-128"/>
              </a:defRPr>
            </a:lvl4pPr>
            <a:lvl5pPr marL="2057400" indent="-228600">
              <a:defRPr>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itchFamily="34" charset="0"/>
                <a:ea typeface="ヒラギノ角ゴ Pro W3" charset="-128"/>
              </a:defRPr>
            </a:lvl9pPr>
          </a:lstStyle>
          <a:p>
            <a:pPr eaLnBrk="0" fontAlgn="base" hangingPunct="0">
              <a:spcBef>
                <a:spcPct val="0"/>
              </a:spcBef>
              <a:spcAft>
                <a:spcPct val="0"/>
              </a:spcAft>
            </a:pPr>
            <a:r>
              <a:rPr lang="en-US" sz="3600" dirty="0" smtClean="0">
                <a:solidFill>
                  <a:srgbClr val="004151"/>
                </a:solidFill>
              </a:rPr>
              <a:t>Projects Address </a:t>
            </a:r>
            <a:r>
              <a:rPr lang="en-US" sz="3600" dirty="0">
                <a:solidFill>
                  <a:srgbClr val="004151"/>
                </a:solidFill>
              </a:rPr>
              <a:t>Hurdles in R&amp;D</a:t>
            </a:r>
            <a:endParaRPr lang="en-GB" sz="3600" dirty="0">
              <a:solidFill>
                <a:srgbClr val="004151"/>
              </a:solidFill>
            </a:endParaRPr>
          </a:p>
        </p:txBody>
      </p:sp>
      <p:graphicFrame>
        <p:nvGraphicFramePr>
          <p:cNvPr id="25603" name="Chart 11"/>
          <p:cNvGraphicFramePr>
            <a:graphicFrameLocks/>
          </p:cNvGraphicFramePr>
          <p:nvPr>
            <p:extLst>
              <p:ext uri="{D42A27DB-BD31-4B8C-83A1-F6EECF244321}">
                <p14:modId xmlns:p14="http://schemas.microsoft.com/office/powerpoint/2010/main" val="3210911870"/>
              </p:ext>
            </p:extLst>
          </p:nvPr>
        </p:nvGraphicFramePr>
        <p:xfrm>
          <a:off x="52113" y="1196752"/>
          <a:ext cx="7710395" cy="4896546"/>
        </p:xfrm>
        <a:graphic>
          <a:graphicData uri="http://schemas.openxmlformats.org/presentationml/2006/ole">
            <mc:AlternateContent xmlns:mc="http://schemas.openxmlformats.org/markup-compatibility/2006">
              <mc:Choice xmlns:v="urn:schemas-microsoft-com:vml" Requires="v">
                <p:oleObj spid="_x0000_s24603" r:id="rId4" imgW="9051812" imgH="5565188" progId="Excel.Chart.8">
                  <p:embed/>
                </p:oleObj>
              </mc:Choice>
              <mc:Fallback>
                <p:oleObj r:id="rId4" imgW="9051812" imgH="5565188" progId="Excel.Char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13" y="1196752"/>
                        <a:ext cx="7710395" cy="4896546"/>
                      </a:xfrm>
                      <a:prstGeom prst="rect">
                        <a:avLst/>
                      </a:prstGeom>
                      <a:noFill/>
                      <a:ln>
                        <a:noFill/>
                      </a:ln>
                      <a:extLst/>
                    </p:spPr>
                  </p:pic>
                </p:oleObj>
              </mc:Fallback>
            </mc:AlternateContent>
          </a:graphicData>
        </a:graphic>
      </p:graphicFrame>
      <p:sp>
        <p:nvSpPr>
          <p:cNvPr id="2" name="Footer Placeholder 1"/>
          <p:cNvSpPr>
            <a:spLocks noGrp="1"/>
          </p:cNvSpPr>
          <p:nvPr>
            <p:ph type="ftr" sz="quarter" idx="10"/>
          </p:nvPr>
        </p:nvSpPr>
        <p:spPr/>
        <p:txBody>
          <a:bodyPr/>
          <a:lstStyle/>
          <a:p>
            <a:pPr>
              <a:defRPr/>
            </a:pPr>
            <a:endParaRPr lang="en-US">
              <a:solidFill>
                <a:prstClr val="black"/>
              </a:solidFill>
            </a:endParaRPr>
          </a:p>
        </p:txBody>
      </p:sp>
    </p:spTree>
    <p:extLst>
      <p:ext uri="{BB962C8B-B14F-4D97-AF65-F5344CB8AC3E}">
        <p14:creationId xmlns:p14="http://schemas.microsoft.com/office/powerpoint/2010/main" val="41654980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3762423222"/>
              </p:ext>
            </p:extLst>
          </p:nvPr>
        </p:nvGraphicFramePr>
        <p:xfrm>
          <a:off x="847403" y="1866770"/>
          <a:ext cx="7180981" cy="42121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p:cNvSpPr txBox="1"/>
          <p:nvPr/>
        </p:nvSpPr>
        <p:spPr>
          <a:xfrm>
            <a:off x="1486975" y="1283034"/>
            <a:ext cx="6335389" cy="461665"/>
          </a:xfrm>
          <a:prstGeom prst="rect">
            <a:avLst/>
          </a:prstGeom>
          <a:noFill/>
        </p:spPr>
        <p:txBody>
          <a:bodyPr wrap="none" rtlCol="0">
            <a:spAutoFit/>
          </a:bodyPr>
          <a:lstStyle/>
          <a:p>
            <a:pPr marL="0" indent="0" algn="ctr">
              <a:buNone/>
            </a:pPr>
            <a:r>
              <a:rPr lang="en-GB" sz="2400" b="1" dirty="0">
                <a:solidFill>
                  <a:srgbClr val="00B050"/>
                </a:solidFill>
                <a:latin typeface="Arial" pitchFamily="34" charset="0"/>
                <a:cs typeface="Arial" pitchFamily="34" charset="0"/>
              </a:rPr>
              <a:t>Exploitation of </a:t>
            </a:r>
            <a:r>
              <a:rPr lang="en-GB" sz="2400" b="1" dirty="0" smtClean="0">
                <a:solidFill>
                  <a:srgbClr val="00B050"/>
                </a:solidFill>
                <a:latin typeface="Arial" pitchFamily="34" charset="0"/>
                <a:cs typeface="Arial" pitchFamily="34" charset="0"/>
              </a:rPr>
              <a:t>data </a:t>
            </a:r>
            <a:r>
              <a:rPr lang="en-GB" sz="2400" b="1" dirty="0">
                <a:solidFill>
                  <a:srgbClr val="00B050"/>
                </a:solidFill>
                <a:latin typeface="Arial" pitchFamily="34" charset="0"/>
                <a:cs typeface="Arial" pitchFamily="34" charset="0"/>
              </a:rPr>
              <a:t>from multiple sources</a:t>
            </a:r>
          </a:p>
        </p:txBody>
      </p:sp>
      <p:sp>
        <p:nvSpPr>
          <p:cNvPr id="5" name="Title 1"/>
          <p:cNvSpPr txBox="1">
            <a:spLocks/>
          </p:cNvSpPr>
          <p:nvPr/>
        </p:nvSpPr>
        <p:spPr bwMode="auto">
          <a:xfrm>
            <a:off x="76276" y="95191"/>
            <a:ext cx="6946316" cy="897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2pPr>
            <a:lvl3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3pPr>
            <a:lvl4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4pPr>
            <a:lvl5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5pPr>
            <a:lvl6pPr marL="457200" algn="l" rtl="0" fontAlgn="base">
              <a:spcBef>
                <a:spcPct val="0"/>
              </a:spcBef>
              <a:spcAft>
                <a:spcPct val="0"/>
              </a:spcAft>
              <a:defRPr sz="3200">
                <a:solidFill>
                  <a:schemeClr val="tx2"/>
                </a:solidFill>
                <a:latin typeface="Helvetica" pitchFamily="34" charset="0"/>
                <a:ea typeface="Osaka"/>
                <a:cs typeface="Arial" pitchFamily="34" charset="0"/>
              </a:defRPr>
            </a:lvl6pPr>
            <a:lvl7pPr marL="914400" algn="l" rtl="0" fontAlgn="base">
              <a:spcBef>
                <a:spcPct val="0"/>
              </a:spcBef>
              <a:spcAft>
                <a:spcPct val="0"/>
              </a:spcAft>
              <a:defRPr sz="3200">
                <a:solidFill>
                  <a:schemeClr val="tx2"/>
                </a:solidFill>
                <a:latin typeface="Helvetica" pitchFamily="34" charset="0"/>
                <a:ea typeface="Osaka"/>
                <a:cs typeface="Arial" pitchFamily="34" charset="0"/>
              </a:defRPr>
            </a:lvl7pPr>
            <a:lvl8pPr marL="1371600" algn="l" rtl="0" fontAlgn="base">
              <a:spcBef>
                <a:spcPct val="0"/>
              </a:spcBef>
              <a:spcAft>
                <a:spcPct val="0"/>
              </a:spcAft>
              <a:defRPr sz="3200">
                <a:solidFill>
                  <a:schemeClr val="tx2"/>
                </a:solidFill>
                <a:latin typeface="Helvetica" pitchFamily="34" charset="0"/>
                <a:ea typeface="Osaka"/>
                <a:cs typeface="Arial" pitchFamily="34" charset="0"/>
              </a:defRPr>
            </a:lvl8pPr>
            <a:lvl9pPr marL="1828800" algn="l" rtl="0" fontAlgn="base">
              <a:spcBef>
                <a:spcPct val="0"/>
              </a:spcBef>
              <a:spcAft>
                <a:spcPct val="0"/>
              </a:spcAft>
              <a:defRPr sz="3200">
                <a:solidFill>
                  <a:schemeClr val="tx2"/>
                </a:solidFill>
                <a:latin typeface="Helvetica" pitchFamily="34" charset="0"/>
                <a:ea typeface="Osaka"/>
                <a:cs typeface="Arial" pitchFamily="34" charset="0"/>
              </a:defRPr>
            </a:lvl9pPr>
          </a:lstStyle>
          <a:p>
            <a:r>
              <a:rPr lang="en-GB" sz="3600" dirty="0" smtClean="0">
                <a:solidFill>
                  <a:srgbClr val="004151"/>
                </a:solidFill>
                <a:latin typeface="Arial" pitchFamily="34" charset="0"/>
                <a:cs typeface="Arial" pitchFamily="34" charset="0"/>
              </a:rPr>
              <a:t>IMI improving R&amp;D productivity</a:t>
            </a:r>
            <a:endParaRPr lang="en-GB" sz="3600" dirty="0">
              <a:solidFill>
                <a:srgbClr val="004151"/>
              </a:solidFill>
              <a:latin typeface="Arial" pitchFamily="34" charset="0"/>
              <a:cs typeface="Arial" pitchFamily="34" charset="0"/>
            </a:endParaRPr>
          </a:p>
        </p:txBody>
      </p:sp>
    </p:spTree>
    <p:extLst>
      <p:ext uri="{BB962C8B-B14F-4D97-AF65-F5344CB8AC3E}">
        <p14:creationId xmlns:p14="http://schemas.microsoft.com/office/powerpoint/2010/main" val="19208318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Rectangle 14"/>
          <p:cNvSpPr/>
          <p:nvPr/>
        </p:nvSpPr>
        <p:spPr>
          <a:xfrm>
            <a:off x="708356" y="6159200"/>
            <a:ext cx="8157666" cy="2267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0" y="1199692"/>
            <a:ext cx="7154266" cy="2267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bwMode="auto">
          <a:xfrm>
            <a:off x="631304" y="6232802"/>
            <a:ext cx="7881393" cy="20005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a typeface="ヒラギノ角ゴ Pro W3" pitchFamily="1" charset="-128"/>
            </a:endParaRPr>
          </a:p>
        </p:txBody>
      </p:sp>
      <p:sp>
        <p:nvSpPr>
          <p:cNvPr id="2" name="Title 1"/>
          <p:cNvSpPr txBox="1">
            <a:spLocks/>
          </p:cNvSpPr>
          <p:nvPr/>
        </p:nvSpPr>
        <p:spPr bwMode="auto">
          <a:xfrm>
            <a:off x="76276" y="-58424"/>
            <a:ext cx="6428138" cy="897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2pPr>
            <a:lvl3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3pPr>
            <a:lvl4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4pPr>
            <a:lvl5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5pPr>
            <a:lvl6pPr marL="457200" algn="l" rtl="0" fontAlgn="base">
              <a:spcBef>
                <a:spcPct val="0"/>
              </a:spcBef>
              <a:spcAft>
                <a:spcPct val="0"/>
              </a:spcAft>
              <a:defRPr sz="3200">
                <a:solidFill>
                  <a:schemeClr val="tx2"/>
                </a:solidFill>
                <a:latin typeface="Helvetica" pitchFamily="34" charset="0"/>
                <a:ea typeface="Osaka"/>
                <a:cs typeface="Arial" pitchFamily="34" charset="0"/>
              </a:defRPr>
            </a:lvl6pPr>
            <a:lvl7pPr marL="914400" algn="l" rtl="0" fontAlgn="base">
              <a:spcBef>
                <a:spcPct val="0"/>
              </a:spcBef>
              <a:spcAft>
                <a:spcPct val="0"/>
              </a:spcAft>
              <a:defRPr sz="3200">
                <a:solidFill>
                  <a:schemeClr val="tx2"/>
                </a:solidFill>
                <a:latin typeface="Helvetica" pitchFamily="34" charset="0"/>
                <a:ea typeface="Osaka"/>
                <a:cs typeface="Arial" pitchFamily="34" charset="0"/>
              </a:defRPr>
            </a:lvl7pPr>
            <a:lvl8pPr marL="1371600" algn="l" rtl="0" fontAlgn="base">
              <a:spcBef>
                <a:spcPct val="0"/>
              </a:spcBef>
              <a:spcAft>
                <a:spcPct val="0"/>
              </a:spcAft>
              <a:defRPr sz="3200">
                <a:solidFill>
                  <a:schemeClr val="tx2"/>
                </a:solidFill>
                <a:latin typeface="Helvetica" pitchFamily="34" charset="0"/>
                <a:ea typeface="Osaka"/>
                <a:cs typeface="Arial" pitchFamily="34" charset="0"/>
              </a:defRPr>
            </a:lvl8pPr>
            <a:lvl9pPr marL="1828800" algn="l" rtl="0" fontAlgn="base">
              <a:spcBef>
                <a:spcPct val="0"/>
              </a:spcBef>
              <a:spcAft>
                <a:spcPct val="0"/>
              </a:spcAft>
              <a:defRPr sz="3200">
                <a:solidFill>
                  <a:schemeClr val="tx2"/>
                </a:solidFill>
                <a:latin typeface="Helvetica" pitchFamily="34" charset="0"/>
                <a:ea typeface="Osaka"/>
                <a:cs typeface="Arial" pitchFamily="34" charset="0"/>
              </a:defRPr>
            </a:lvl9pPr>
          </a:lstStyle>
          <a:p>
            <a:r>
              <a:rPr lang="en-GB" sz="3600" dirty="0" smtClean="0">
                <a:solidFill>
                  <a:srgbClr val="004151"/>
                </a:solidFill>
                <a:latin typeface="Arial" pitchFamily="34" charset="0"/>
                <a:cs typeface="Arial" pitchFamily="34" charset="0"/>
              </a:rPr>
              <a:t>IMI Projects’ Impact</a:t>
            </a:r>
            <a:endParaRPr lang="en-GB" sz="3600" dirty="0">
              <a:solidFill>
                <a:srgbClr val="004151"/>
              </a:solidFill>
              <a:latin typeface="Arial" pitchFamily="34" charset="0"/>
              <a:cs typeface="Arial" pitchFamily="34" charset="0"/>
            </a:endParaRPr>
          </a:p>
        </p:txBody>
      </p:sp>
      <p:graphicFrame>
        <p:nvGraphicFramePr>
          <p:cNvPr id="3" name="Diagram 2"/>
          <p:cNvGraphicFramePr/>
          <p:nvPr>
            <p:extLst>
              <p:ext uri="{D42A27DB-BD31-4B8C-83A1-F6EECF244321}">
                <p14:modId xmlns:p14="http://schemas.microsoft.com/office/powerpoint/2010/main" val="236131061"/>
              </p:ext>
            </p:extLst>
          </p:nvPr>
        </p:nvGraphicFramePr>
        <p:xfrm>
          <a:off x="464798" y="800489"/>
          <a:ext cx="8081118" cy="59526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3961473" y="800489"/>
            <a:ext cx="1175065" cy="400110"/>
          </a:xfrm>
          <a:prstGeom prst="rect">
            <a:avLst/>
          </a:prstGeom>
          <a:noFill/>
        </p:spPr>
        <p:txBody>
          <a:bodyPr wrap="none" rtlCol="0">
            <a:spAutoFit/>
          </a:bodyPr>
          <a:lstStyle/>
          <a:p>
            <a:r>
              <a:rPr lang="en-US" sz="2000" b="1" dirty="0" smtClean="0">
                <a:solidFill>
                  <a:srgbClr val="004151"/>
                </a:solidFill>
                <a:latin typeface="Calibri" pitchFamily="34" charset="0"/>
                <a:cs typeface="Calibri" pitchFamily="34" charset="0"/>
              </a:rPr>
              <a:t>PATIENTS</a:t>
            </a:r>
            <a:endParaRPr lang="en-US" sz="2000" b="1" dirty="0">
              <a:solidFill>
                <a:srgbClr val="004151"/>
              </a:solidFill>
              <a:latin typeface="Calibri" pitchFamily="34" charset="0"/>
              <a:cs typeface="Calibri" pitchFamily="34" charset="0"/>
            </a:endParaRPr>
          </a:p>
        </p:txBody>
      </p:sp>
      <p:sp>
        <p:nvSpPr>
          <p:cNvPr id="5" name="TextBox 4"/>
          <p:cNvSpPr txBox="1"/>
          <p:nvPr/>
        </p:nvSpPr>
        <p:spPr>
          <a:xfrm>
            <a:off x="4016972" y="6353051"/>
            <a:ext cx="1069524" cy="400110"/>
          </a:xfrm>
          <a:prstGeom prst="rect">
            <a:avLst/>
          </a:prstGeom>
          <a:noFill/>
        </p:spPr>
        <p:txBody>
          <a:bodyPr wrap="none" rtlCol="0">
            <a:spAutoFit/>
          </a:bodyPr>
          <a:lstStyle/>
          <a:p>
            <a:r>
              <a:rPr lang="en-US" sz="2000" b="1" dirty="0" smtClean="0">
                <a:solidFill>
                  <a:srgbClr val="004151"/>
                </a:solidFill>
                <a:latin typeface="Calibri" pitchFamily="34" charset="0"/>
                <a:cs typeface="Calibri" pitchFamily="34" charset="0"/>
              </a:rPr>
              <a:t>SOCIETY</a:t>
            </a:r>
            <a:endParaRPr lang="en-US" sz="2000" b="1" dirty="0">
              <a:solidFill>
                <a:srgbClr val="004151"/>
              </a:solidFill>
              <a:latin typeface="Calibri" pitchFamily="34" charset="0"/>
              <a:cs typeface="Calibri" pitchFamily="34" charset="0"/>
            </a:endParaRPr>
          </a:p>
        </p:txBody>
      </p:sp>
      <p:sp>
        <p:nvSpPr>
          <p:cNvPr id="6" name="TextBox 5"/>
          <p:cNvSpPr txBox="1"/>
          <p:nvPr/>
        </p:nvSpPr>
        <p:spPr>
          <a:xfrm>
            <a:off x="3461948" y="1161259"/>
            <a:ext cx="2109105" cy="1754326"/>
          </a:xfrm>
          <a:prstGeom prst="rect">
            <a:avLst/>
          </a:prstGeom>
          <a:noFill/>
        </p:spPr>
        <p:txBody>
          <a:bodyPr wrap="square" rtlCol="0">
            <a:spAutoFit/>
          </a:bodyPr>
          <a:lstStyle/>
          <a:p>
            <a:pPr marL="0" lvl="0" indent="0" algn="ctr" defTabSz="914400">
              <a:lnSpc>
                <a:spcPct val="100000"/>
              </a:lnSpc>
              <a:spcBef>
                <a:spcPts val="0"/>
              </a:spcBef>
              <a:spcAft>
                <a:spcPts val="600"/>
              </a:spcAft>
              <a:buNone/>
            </a:pPr>
            <a:r>
              <a:rPr lang="en-US" sz="1400" dirty="0">
                <a:solidFill>
                  <a:srgbClr val="004151"/>
                </a:solidFill>
                <a:latin typeface="Calibri" pitchFamily="34" charset="0"/>
                <a:cs typeface="Calibri" pitchFamily="34" charset="0"/>
              </a:rPr>
              <a:t>New, more effective and safer medicines faster</a:t>
            </a:r>
          </a:p>
          <a:p>
            <a:pPr marL="0" lvl="0" indent="0" algn="ctr" defTabSz="914400">
              <a:lnSpc>
                <a:spcPct val="100000"/>
              </a:lnSpc>
              <a:spcBef>
                <a:spcPts val="0"/>
              </a:spcBef>
              <a:spcAft>
                <a:spcPts val="600"/>
              </a:spcAft>
              <a:buNone/>
            </a:pPr>
            <a:r>
              <a:rPr lang="en-US" sz="1400" dirty="0">
                <a:solidFill>
                  <a:srgbClr val="004151"/>
                </a:solidFill>
                <a:latin typeface="Calibri" pitchFamily="34" charset="0"/>
                <a:cs typeface="Calibri" pitchFamily="34" charset="0"/>
              </a:rPr>
              <a:t>Personalized treatment approaches</a:t>
            </a:r>
          </a:p>
          <a:p>
            <a:pPr marL="0" lvl="0" indent="0" algn="ctr" defTabSz="914400">
              <a:lnSpc>
                <a:spcPct val="100000"/>
              </a:lnSpc>
              <a:spcBef>
                <a:spcPts val="0"/>
              </a:spcBef>
              <a:spcAft>
                <a:spcPts val="600"/>
              </a:spcAft>
              <a:buNone/>
            </a:pPr>
            <a:r>
              <a:rPr lang="en-US" sz="1400" dirty="0">
                <a:solidFill>
                  <a:srgbClr val="004151"/>
                </a:solidFill>
                <a:latin typeface="Calibri" pitchFamily="34" charset="0"/>
                <a:cs typeface="Calibri" pitchFamily="34" charset="0"/>
              </a:rPr>
              <a:t>Faster adverse </a:t>
            </a:r>
            <a:r>
              <a:rPr lang="en-US" sz="1400" dirty="0" smtClean="0">
                <a:solidFill>
                  <a:srgbClr val="004151"/>
                </a:solidFill>
                <a:latin typeface="Calibri" pitchFamily="34" charset="0"/>
                <a:cs typeface="Calibri" pitchFamily="34" charset="0"/>
              </a:rPr>
              <a:t>effects detection </a:t>
            </a:r>
            <a:r>
              <a:rPr lang="en-US" sz="1400" dirty="0">
                <a:solidFill>
                  <a:srgbClr val="004151"/>
                </a:solidFill>
                <a:latin typeface="Calibri" pitchFamily="34" charset="0"/>
                <a:cs typeface="Calibri" pitchFamily="34" charset="0"/>
              </a:rPr>
              <a:t>and </a:t>
            </a:r>
            <a:r>
              <a:rPr lang="en-US" sz="1400" dirty="0" smtClean="0">
                <a:solidFill>
                  <a:srgbClr val="004151"/>
                </a:solidFill>
                <a:latin typeface="Calibri" pitchFamily="34" charset="0"/>
                <a:cs typeface="Calibri" pitchFamily="34" charset="0"/>
              </a:rPr>
              <a:t>intervention</a:t>
            </a:r>
            <a:endParaRPr lang="en-US" sz="1400" dirty="0">
              <a:solidFill>
                <a:srgbClr val="004151"/>
              </a:solidFill>
              <a:latin typeface="Calibri" pitchFamily="34" charset="0"/>
              <a:cs typeface="Calibri" pitchFamily="34" charset="0"/>
            </a:endParaRPr>
          </a:p>
        </p:txBody>
      </p:sp>
      <p:sp>
        <p:nvSpPr>
          <p:cNvPr id="7" name="TextBox 6"/>
          <p:cNvSpPr txBox="1"/>
          <p:nvPr/>
        </p:nvSpPr>
        <p:spPr>
          <a:xfrm>
            <a:off x="3438800" y="4408173"/>
            <a:ext cx="2187753" cy="2123658"/>
          </a:xfrm>
          <a:prstGeom prst="rect">
            <a:avLst/>
          </a:prstGeom>
          <a:noFill/>
        </p:spPr>
        <p:txBody>
          <a:bodyPr wrap="square" rtlCol="0">
            <a:spAutoFit/>
          </a:bodyPr>
          <a:lstStyle/>
          <a:p>
            <a:pPr lvl="0" algn="ctr">
              <a:spcAft>
                <a:spcPts val="600"/>
              </a:spcAft>
            </a:pPr>
            <a:r>
              <a:rPr lang="en-US" sz="1400" dirty="0">
                <a:solidFill>
                  <a:srgbClr val="004151"/>
                </a:solidFill>
                <a:latin typeface="Calibri" pitchFamily="34" charset="0"/>
                <a:cs typeface="Calibri" pitchFamily="34" charset="0"/>
              </a:rPr>
              <a:t>Decreased societal burden</a:t>
            </a:r>
          </a:p>
          <a:p>
            <a:pPr algn="ctr">
              <a:spcAft>
                <a:spcPts val="600"/>
              </a:spcAft>
            </a:pPr>
            <a:r>
              <a:rPr lang="en-US" sz="1400" dirty="0" smtClean="0">
                <a:solidFill>
                  <a:srgbClr val="004151"/>
                </a:solidFill>
                <a:latin typeface="Calibri" pitchFamily="34" charset="0"/>
                <a:cs typeface="Calibri" pitchFamily="34" charset="0"/>
              </a:rPr>
              <a:t>Reduced </a:t>
            </a:r>
            <a:r>
              <a:rPr lang="en-US" sz="1400" dirty="0">
                <a:solidFill>
                  <a:srgbClr val="004151"/>
                </a:solidFill>
                <a:latin typeface="Calibri" pitchFamily="34" charset="0"/>
                <a:cs typeface="Calibri" pitchFamily="34" charset="0"/>
              </a:rPr>
              <a:t>use of ineffective </a:t>
            </a:r>
            <a:r>
              <a:rPr lang="en-US" sz="1400" dirty="0" smtClean="0">
                <a:solidFill>
                  <a:srgbClr val="004151"/>
                </a:solidFill>
                <a:latin typeface="Calibri" pitchFamily="34" charset="0"/>
                <a:cs typeface="Calibri" pitchFamily="34" charset="0"/>
              </a:rPr>
              <a:t>drugs</a:t>
            </a:r>
          </a:p>
          <a:p>
            <a:pPr algn="ctr">
              <a:spcAft>
                <a:spcPts val="600"/>
              </a:spcAft>
            </a:pPr>
            <a:r>
              <a:rPr lang="en-US" sz="1400" dirty="0" smtClean="0">
                <a:solidFill>
                  <a:srgbClr val="004151"/>
                </a:solidFill>
                <a:latin typeface="Calibri" pitchFamily="34" charset="0"/>
                <a:cs typeface="Calibri" pitchFamily="34" charset="0"/>
              </a:rPr>
              <a:t>Reduced cost due to drug adverse effects cases</a:t>
            </a:r>
            <a:endParaRPr lang="en-US" sz="1400" dirty="0">
              <a:solidFill>
                <a:srgbClr val="004151"/>
              </a:solidFill>
              <a:latin typeface="Calibri" pitchFamily="34" charset="0"/>
              <a:cs typeface="Calibri" pitchFamily="34" charset="0"/>
            </a:endParaRPr>
          </a:p>
          <a:p>
            <a:pPr algn="ctr">
              <a:spcAft>
                <a:spcPts val="600"/>
              </a:spcAft>
            </a:pPr>
            <a:r>
              <a:rPr lang="en-US" sz="1400" dirty="0" smtClean="0">
                <a:solidFill>
                  <a:srgbClr val="004151"/>
                </a:solidFill>
                <a:latin typeface="Calibri" pitchFamily="34" charset="0"/>
                <a:cs typeface="Calibri" pitchFamily="34" charset="0"/>
              </a:rPr>
              <a:t>More </a:t>
            </a:r>
            <a:r>
              <a:rPr lang="en-US" sz="1400" dirty="0">
                <a:solidFill>
                  <a:srgbClr val="004151"/>
                </a:solidFill>
                <a:latin typeface="Calibri" pitchFamily="34" charset="0"/>
                <a:cs typeface="Calibri" pitchFamily="34" charset="0"/>
              </a:rPr>
              <a:t>productive economies</a:t>
            </a:r>
          </a:p>
          <a:p>
            <a:pPr algn="ctr">
              <a:spcAft>
                <a:spcPts val="600"/>
              </a:spcAft>
            </a:pPr>
            <a:r>
              <a:rPr lang="en-US" sz="1400" dirty="0" smtClean="0">
                <a:solidFill>
                  <a:srgbClr val="004151"/>
                </a:solidFill>
                <a:latin typeface="Calibri" pitchFamily="34" charset="0"/>
                <a:cs typeface="Calibri" pitchFamily="34" charset="0"/>
              </a:rPr>
              <a:t>Decreased </a:t>
            </a:r>
            <a:r>
              <a:rPr lang="en-US" sz="1400" dirty="0">
                <a:solidFill>
                  <a:srgbClr val="004151"/>
                </a:solidFill>
                <a:latin typeface="Calibri" pitchFamily="34" charset="0"/>
                <a:cs typeface="Calibri" pitchFamily="34" charset="0"/>
              </a:rPr>
              <a:t>use of </a:t>
            </a:r>
            <a:r>
              <a:rPr lang="en-US" sz="1400" dirty="0" smtClean="0">
                <a:solidFill>
                  <a:srgbClr val="004151"/>
                </a:solidFill>
                <a:latin typeface="Calibri" pitchFamily="34" charset="0"/>
                <a:cs typeface="Calibri" pitchFamily="34" charset="0"/>
              </a:rPr>
              <a:t>animals</a:t>
            </a:r>
            <a:endParaRPr lang="en-US" sz="1400" dirty="0">
              <a:solidFill>
                <a:srgbClr val="004151"/>
              </a:solidFill>
              <a:latin typeface="Calibri" pitchFamily="34" charset="0"/>
              <a:cs typeface="Calibri" pitchFamily="34" charset="0"/>
            </a:endParaRPr>
          </a:p>
        </p:txBody>
      </p:sp>
      <p:sp>
        <p:nvSpPr>
          <p:cNvPr id="8" name="TextBox 7"/>
          <p:cNvSpPr txBox="1"/>
          <p:nvPr/>
        </p:nvSpPr>
        <p:spPr>
          <a:xfrm>
            <a:off x="2290503" y="2144091"/>
            <a:ext cx="1269065" cy="400110"/>
          </a:xfrm>
          <a:prstGeom prst="rect">
            <a:avLst/>
          </a:prstGeom>
          <a:noFill/>
        </p:spPr>
        <p:txBody>
          <a:bodyPr wrap="none" rtlCol="0">
            <a:spAutoFit/>
          </a:bodyPr>
          <a:lstStyle/>
          <a:p>
            <a:r>
              <a:rPr lang="en-US" sz="2000" b="1" dirty="0" smtClean="0">
                <a:solidFill>
                  <a:srgbClr val="004151"/>
                </a:solidFill>
                <a:latin typeface="Calibri" pitchFamily="34" charset="0"/>
                <a:cs typeface="Calibri" pitchFamily="34" charset="0"/>
              </a:rPr>
              <a:t>INDUSTRY</a:t>
            </a:r>
            <a:endParaRPr lang="en-US" sz="2000" b="1" dirty="0">
              <a:solidFill>
                <a:srgbClr val="004151"/>
              </a:solidFill>
              <a:latin typeface="Calibri" pitchFamily="34" charset="0"/>
              <a:cs typeface="Calibri" pitchFamily="34" charset="0"/>
            </a:endParaRPr>
          </a:p>
        </p:txBody>
      </p:sp>
      <p:sp>
        <p:nvSpPr>
          <p:cNvPr id="9" name="TextBox 8"/>
          <p:cNvSpPr txBox="1"/>
          <p:nvPr/>
        </p:nvSpPr>
        <p:spPr>
          <a:xfrm>
            <a:off x="1463845" y="2816831"/>
            <a:ext cx="2164608" cy="2072362"/>
          </a:xfrm>
          <a:prstGeom prst="rect">
            <a:avLst/>
          </a:prstGeom>
          <a:noFill/>
        </p:spPr>
        <p:txBody>
          <a:bodyPr wrap="square" rtlCol="0">
            <a:spAutoFit/>
          </a:bodyPr>
          <a:lstStyle/>
          <a:p>
            <a:pPr marL="0" lvl="0" indent="0" algn="ctr" defTabSz="914400">
              <a:lnSpc>
                <a:spcPct val="100000"/>
              </a:lnSpc>
              <a:spcBef>
                <a:spcPts val="0"/>
              </a:spcBef>
              <a:spcAft>
                <a:spcPts val="500"/>
              </a:spcAft>
              <a:buNone/>
            </a:pPr>
            <a:r>
              <a:rPr lang="en-GB" sz="1400" dirty="0" smtClean="0">
                <a:solidFill>
                  <a:srgbClr val="004151"/>
                </a:solidFill>
                <a:latin typeface="Calibri" pitchFamily="34" charset="0"/>
                <a:cs typeface="Calibri" pitchFamily="34" charset="0"/>
              </a:rPr>
              <a:t>Faster </a:t>
            </a:r>
            <a:r>
              <a:rPr lang="en-GB" sz="1400" dirty="0">
                <a:solidFill>
                  <a:srgbClr val="004151"/>
                </a:solidFill>
                <a:latin typeface="Calibri" pitchFamily="34" charset="0"/>
                <a:cs typeface="Calibri" pitchFamily="34" charset="0"/>
              </a:rPr>
              <a:t>and cheaper trials</a:t>
            </a:r>
          </a:p>
          <a:p>
            <a:pPr marL="0" lvl="0" indent="0" algn="ctr" defTabSz="914400">
              <a:lnSpc>
                <a:spcPct val="100000"/>
              </a:lnSpc>
              <a:spcBef>
                <a:spcPts val="0"/>
              </a:spcBef>
              <a:spcAft>
                <a:spcPts val="500"/>
              </a:spcAft>
              <a:buNone/>
            </a:pPr>
            <a:r>
              <a:rPr lang="en-GB" sz="1400" dirty="0">
                <a:solidFill>
                  <a:srgbClr val="004151"/>
                </a:solidFill>
                <a:latin typeface="Calibri" pitchFamily="34" charset="0"/>
                <a:cs typeface="Calibri" pitchFamily="34" charset="0"/>
              </a:rPr>
              <a:t>Reduce late phase attrition</a:t>
            </a:r>
          </a:p>
          <a:p>
            <a:pPr marL="0" lvl="0" indent="0" algn="ctr" defTabSz="914400">
              <a:lnSpc>
                <a:spcPct val="100000"/>
              </a:lnSpc>
              <a:spcBef>
                <a:spcPts val="0"/>
              </a:spcBef>
              <a:spcAft>
                <a:spcPts val="500"/>
              </a:spcAft>
              <a:buNone/>
            </a:pPr>
            <a:r>
              <a:rPr lang="en-GB" sz="1400" dirty="0">
                <a:solidFill>
                  <a:srgbClr val="004151"/>
                </a:solidFill>
                <a:latin typeface="Calibri" pitchFamily="34" charset="0"/>
                <a:cs typeface="Calibri" pitchFamily="34" charset="0"/>
              </a:rPr>
              <a:t>Facilitating regulatory approval</a:t>
            </a:r>
          </a:p>
          <a:p>
            <a:pPr algn="ctr">
              <a:spcBef>
                <a:spcPts val="0"/>
              </a:spcBef>
              <a:spcAft>
                <a:spcPts val="500"/>
              </a:spcAft>
            </a:pPr>
            <a:r>
              <a:rPr lang="en-GB" sz="1400" dirty="0">
                <a:solidFill>
                  <a:srgbClr val="004151"/>
                </a:solidFill>
                <a:latin typeface="Calibri" pitchFamily="34" charset="0"/>
                <a:cs typeface="Calibri" pitchFamily="34" charset="0"/>
              </a:rPr>
              <a:t>Better informed go/no-go decisions</a:t>
            </a:r>
          </a:p>
          <a:p>
            <a:pPr algn="ctr">
              <a:spcBef>
                <a:spcPts val="0"/>
              </a:spcBef>
              <a:spcAft>
                <a:spcPts val="500"/>
              </a:spcAft>
            </a:pPr>
            <a:r>
              <a:rPr lang="en-GB" sz="1400" dirty="0">
                <a:solidFill>
                  <a:srgbClr val="004151"/>
                </a:solidFill>
                <a:latin typeface="Calibri" pitchFamily="34" charset="0"/>
                <a:cs typeface="Calibri" pitchFamily="34" charset="0"/>
              </a:rPr>
              <a:t>Reshaping regulatory </a:t>
            </a:r>
            <a:r>
              <a:rPr lang="en-GB" sz="1400" dirty="0" smtClean="0">
                <a:solidFill>
                  <a:srgbClr val="004151"/>
                </a:solidFill>
                <a:latin typeface="Calibri" pitchFamily="34" charset="0"/>
                <a:cs typeface="Calibri" pitchFamily="34" charset="0"/>
              </a:rPr>
              <a:t>landscape</a:t>
            </a:r>
            <a:endParaRPr lang="en-GB" sz="1400" dirty="0">
              <a:solidFill>
                <a:srgbClr val="004151"/>
              </a:solidFill>
              <a:latin typeface="Calibri" pitchFamily="34" charset="0"/>
              <a:cs typeface="Calibri" pitchFamily="34" charset="0"/>
            </a:endParaRPr>
          </a:p>
        </p:txBody>
      </p:sp>
      <p:sp>
        <p:nvSpPr>
          <p:cNvPr id="11" name="TextBox 10"/>
          <p:cNvSpPr txBox="1"/>
          <p:nvPr/>
        </p:nvSpPr>
        <p:spPr>
          <a:xfrm>
            <a:off x="5682061" y="2144091"/>
            <a:ext cx="1364669" cy="400110"/>
          </a:xfrm>
          <a:prstGeom prst="rect">
            <a:avLst/>
          </a:prstGeom>
          <a:noFill/>
        </p:spPr>
        <p:txBody>
          <a:bodyPr wrap="none" rtlCol="0">
            <a:spAutoFit/>
          </a:bodyPr>
          <a:lstStyle/>
          <a:p>
            <a:r>
              <a:rPr lang="en-US" sz="2000" b="1" dirty="0" smtClean="0">
                <a:solidFill>
                  <a:srgbClr val="004151"/>
                </a:solidFill>
                <a:latin typeface="Calibri" pitchFamily="34" charset="0"/>
                <a:cs typeface="Calibri" pitchFamily="34" charset="0"/>
              </a:rPr>
              <a:t>ACADEMIA</a:t>
            </a:r>
            <a:endParaRPr lang="en-US" sz="2000" b="1" dirty="0">
              <a:solidFill>
                <a:srgbClr val="004151"/>
              </a:solidFill>
              <a:latin typeface="Calibri" pitchFamily="34" charset="0"/>
              <a:cs typeface="Calibri" pitchFamily="34" charset="0"/>
            </a:endParaRPr>
          </a:p>
        </p:txBody>
      </p:sp>
      <p:sp>
        <p:nvSpPr>
          <p:cNvPr id="12" name="TextBox 11"/>
          <p:cNvSpPr txBox="1"/>
          <p:nvPr/>
        </p:nvSpPr>
        <p:spPr>
          <a:xfrm>
            <a:off x="3350942" y="3339805"/>
            <a:ext cx="2275614" cy="618118"/>
          </a:xfrm>
          <a:prstGeom prst="rect">
            <a:avLst/>
          </a:prstGeom>
          <a:noFill/>
        </p:spPr>
        <p:txBody>
          <a:bodyPr wrap="square" rtlCol="0">
            <a:spAutoFit/>
          </a:bodyPr>
          <a:lstStyle/>
          <a:p>
            <a:pPr algn="ctr">
              <a:spcBef>
                <a:spcPts val="0"/>
              </a:spcBef>
              <a:spcAft>
                <a:spcPts val="500"/>
              </a:spcAft>
            </a:pPr>
            <a:r>
              <a:rPr lang="en-US" sz="1500" b="1" u="sng" dirty="0" smtClean="0">
                <a:solidFill>
                  <a:srgbClr val="CC0000"/>
                </a:solidFill>
                <a:latin typeface="Calibri" pitchFamily="34" charset="0"/>
                <a:cs typeface="Calibri" pitchFamily="34" charset="0"/>
              </a:rPr>
              <a:t>Reduced </a:t>
            </a:r>
            <a:r>
              <a:rPr lang="en-US" sz="1500" b="1" u="sng" dirty="0">
                <a:solidFill>
                  <a:srgbClr val="CC0000"/>
                </a:solidFill>
                <a:latin typeface="Calibri" pitchFamily="34" charset="0"/>
                <a:cs typeface="Calibri" pitchFamily="34" charset="0"/>
              </a:rPr>
              <a:t>time to </a:t>
            </a:r>
            <a:r>
              <a:rPr lang="en-US" sz="1500" b="1" u="sng" dirty="0" smtClean="0">
                <a:solidFill>
                  <a:srgbClr val="CC0000"/>
                </a:solidFill>
                <a:latin typeface="Calibri" pitchFamily="34" charset="0"/>
                <a:cs typeface="Calibri" pitchFamily="34" charset="0"/>
              </a:rPr>
              <a:t>patient</a:t>
            </a:r>
          </a:p>
          <a:p>
            <a:pPr algn="ctr">
              <a:spcBef>
                <a:spcPts val="0"/>
              </a:spcBef>
              <a:spcAft>
                <a:spcPts val="500"/>
              </a:spcAft>
            </a:pPr>
            <a:r>
              <a:rPr lang="en-US" sz="1500" b="1" u="sng" dirty="0" smtClean="0">
                <a:solidFill>
                  <a:srgbClr val="CC0000"/>
                </a:solidFill>
                <a:latin typeface="Calibri" pitchFamily="34" charset="0"/>
                <a:cs typeface="Calibri" pitchFamily="34" charset="0"/>
              </a:rPr>
              <a:t>Reduced cost</a:t>
            </a:r>
            <a:endParaRPr lang="en-US" sz="1500" b="1" u="sng" dirty="0">
              <a:solidFill>
                <a:srgbClr val="CC0000"/>
              </a:solidFill>
              <a:latin typeface="Calibri" pitchFamily="34" charset="0"/>
              <a:cs typeface="Calibri" pitchFamily="34" charset="0"/>
            </a:endParaRPr>
          </a:p>
        </p:txBody>
      </p:sp>
      <p:sp>
        <p:nvSpPr>
          <p:cNvPr id="13" name="TextBox 12"/>
          <p:cNvSpPr txBox="1"/>
          <p:nvPr/>
        </p:nvSpPr>
        <p:spPr>
          <a:xfrm>
            <a:off x="5404542" y="2798660"/>
            <a:ext cx="2164608" cy="1577355"/>
          </a:xfrm>
          <a:prstGeom prst="rect">
            <a:avLst/>
          </a:prstGeom>
          <a:noFill/>
        </p:spPr>
        <p:txBody>
          <a:bodyPr wrap="square" rtlCol="0">
            <a:spAutoFit/>
          </a:bodyPr>
          <a:lstStyle/>
          <a:p>
            <a:pPr algn="ctr">
              <a:spcBef>
                <a:spcPts val="0"/>
              </a:spcBef>
              <a:spcAft>
                <a:spcPts val="500"/>
              </a:spcAft>
            </a:pPr>
            <a:r>
              <a:rPr lang="en-GB" sz="1400" dirty="0" smtClean="0">
                <a:solidFill>
                  <a:srgbClr val="004151"/>
                </a:solidFill>
                <a:latin typeface="Calibri" pitchFamily="34" charset="0"/>
                <a:cs typeface="Calibri" pitchFamily="34" charset="0"/>
              </a:rPr>
              <a:t>Building </a:t>
            </a:r>
            <a:r>
              <a:rPr lang="en-GB" sz="1400" dirty="0">
                <a:solidFill>
                  <a:srgbClr val="004151"/>
                </a:solidFill>
                <a:latin typeface="Calibri" pitchFamily="34" charset="0"/>
                <a:cs typeface="Calibri" pitchFamily="34" charset="0"/>
              </a:rPr>
              <a:t>collaborative </a:t>
            </a:r>
            <a:r>
              <a:rPr lang="en-GB" sz="1400" dirty="0" smtClean="0">
                <a:solidFill>
                  <a:srgbClr val="004151"/>
                </a:solidFill>
                <a:latin typeface="Calibri" pitchFamily="34" charset="0"/>
                <a:cs typeface="Calibri" pitchFamily="34" charset="0"/>
              </a:rPr>
              <a:t>networks</a:t>
            </a:r>
          </a:p>
          <a:p>
            <a:pPr algn="ctr">
              <a:spcBef>
                <a:spcPts val="0"/>
              </a:spcBef>
              <a:spcAft>
                <a:spcPts val="500"/>
              </a:spcAft>
            </a:pPr>
            <a:r>
              <a:rPr lang="en-GB" sz="1400" dirty="0" smtClean="0">
                <a:solidFill>
                  <a:srgbClr val="004151"/>
                </a:solidFill>
                <a:latin typeface="Calibri" pitchFamily="34" charset="0"/>
                <a:cs typeface="Calibri" pitchFamily="34" charset="0"/>
              </a:rPr>
              <a:t>Access </a:t>
            </a:r>
            <a:r>
              <a:rPr lang="en-GB" sz="1400" dirty="0">
                <a:solidFill>
                  <a:srgbClr val="004151"/>
                </a:solidFill>
                <a:latin typeface="Calibri" pitchFamily="34" charset="0"/>
                <a:cs typeface="Calibri" pitchFamily="34" charset="0"/>
              </a:rPr>
              <a:t>to industry </a:t>
            </a:r>
            <a:r>
              <a:rPr lang="en-GB" sz="1400" dirty="0" smtClean="0">
                <a:solidFill>
                  <a:srgbClr val="004151"/>
                </a:solidFill>
                <a:latin typeface="Calibri" pitchFamily="34" charset="0"/>
                <a:cs typeface="Calibri" pitchFamily="34" charset="0"/>
              </a:rPr>
              <a:t>expertise</a:t>
            </a:r>
          </a:p>
          <a:p>
            <a:pPr algn="ctr">
              <a:spcBef>
                <a:spcPts val="0"/>
              </a:spcBef>
              <a:spcAft>
                <a:spcPts val="500"/>
              </a:spcAft>
            </a:pPr>
            <a:r>
              <a:rPr lang="en-GB" sz="1400" dirty="0" smtClean="0">
                <a:solidFill>
                  <a:srgbClr val="004151"/>
                </a:solidFill>
                <a:latin typeface="Calibri" pitchFamily="34" charset="0"/>
                <a:cs typeface="Calibri" pitchFamily="34" charset="0"/>
              </a:rPr>
              <a:t>Access to data and samples</a:t>
            </a:r>
            <a:endParaRPr lang="en-GB" sz="1400" dirty="0">
              <a:solidFill>
                <a:srgbClr val="004151"/>
              </a:solidFill>
              <a:latin typeface="Calibri" pitchFamily="34" charset="0"/>
              <a:cs typeface="Calibri" pitchFamily="34" charset="0"/>
            </a:endParaRPr>
          </a:p>
          <a:p>
            <a:pPr marL="0" lvl="0" indent="0" algn="ctr" defTabSz="914400">
              <a:lnSpc>
                <a:spcPct val="100000"/>
              </a:lnSpc>
              <a:spcBef>
                <a:spcPts val="0"/>
              </a:spcBef>
              <a:spcAft>
                <a:spcPts val="500"/>
              </a:spcAft>
              <a:buNone/>
            </a:pPr>
            <a:r>
              <a:rPr lang="en-GB" sz="1400" dirty="0" smtClean="0">
                <a:solidFill>
                  <a:srgbClr val="004151"/>
                </a:solidFill>
                <a:latin typeface="Calibri" pitchFamily="34" charset="0"/>
                <a:cs typeface="Calibri" pitchFamily="34" charset="0"/>
              </a:rPr>
              <a:t>Focus on applied research</a:t>
            </a:r>
            <a:endParaRPr lang="en-GB" sz="1400" dirty="0">
              <a:solidFill>
                <a:srgbClr val="004151"/>
              </a:solidFill>
              <a:latin typeface="Calibri" pitchFamily="34" charset="0"/>
              <a:cs typeface="Calibri" pitchFamily="34" charset="0"/>
            </a:endParaRPr>
          </a:p>
        </p:txBody>
      </p:sp>
    </p:spTree>
    <p:extLst>
      <p:ext uri="{BB962C8B-B14F-4D97-AF65-F5344CB8AC3E}">
        <p14:creationId xmlns:p14="http://schemas.microsoft.com/office/powerpoint/2010/main" val="4572012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2" name="Picture 2" descr="S:\Communication\Public\Digital Assets\Logos\Project Logos\1st Call Project Logos\eTOX\eTOX_Logos\logo_eTOX_colo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773" y="121960"/>
            <a:ext cx="2169326" cy="7833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p:cNvSpPr txBox="1">
            <a:spLocks/>
          </p:cNvSpPr>
          <p:nvPr/>
        </p:nvSpPr>
        <p:spPr>
          <a:xfrm>
            <a:off x="2128601" y="101623"/>
            <a:ext cx="5698660" cy="783368"/>
          </a:xfrm>
          <a:prstGeom prst="rect">
            <a:avLst/>
          </a:prstGeom>
        </p:spPr>
        <p:txBody>
          <a:bodyPr/>
          <a:lstStyle>
            <a:lvl1pPr algn="l" rtl="0" eaLnBrk="0" fontAlgn="base" hangingPunct="0">
              <a:spcBef>
                <a:spcPct val="0"/>
              </a:spcBef>
              <a:spcAft>
                <a:spcPct val="0"/>
              </a:spcAft>
              <a:defRPr sz="3600" b="1">
                <a:solidFill>
                  <a:srgbClr val="004151"/>
                </a:solidFill>
                <a:latin typeface="Calibri" pitchFamily="34" charset="0"/>
                <a:ea typeface="+mj-ea"/>
                <a:cs typeface="Calibri" pitchFamily="34" charset="0"/>
              </a:defRPr>
            </a:lvl1pPr>
            <a:lvl2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2pPr>
            <a:lvl3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3pPr>
            <a:lvl4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4pPr>
            <a:lvl5pPr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5pPr>
            <a:lvl6pPr marL="457200"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6pPr>
            <a:lvl7pPr marL="914400"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7pPr>
            <a:lvl8pPr marL="1371600"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8pPr>
            <a:lvl9pPr marL="1828800" algn="l" rtl="0" eaLnBrk="0" fontAlgn="base" hangingPunct="0">
              <a:spcBef>
                <a:spcPct val="0"/>
              </a:spcBef>
              <a:spcAft>
                <a:spcPct val="0"/>
              </a:spcAft>
              <a:defRPr sz="3200">
                <a:solidFill>
                  <a:schemeClr val="tx2"/>
                </a:solidFill>
                <a:latin typeface="Helvetica" pitchFamily="34" charset="0"/>
                <a:ea typeface="Osaka"/>
                <a:cs typeface="Arial" pitchFamily="34" charset="0"/>
              </a:defRPr>
            </a:lvl9pPr>
          </a:lstStyle>
          <a:p>
            <a:r>
              <a:rPr lang="en-US" b="0" dirty="0" smtClean="0">
                <a:solidFill>
                  <a:srgbClr val="F7931D"/>
                </a:solidFill>
                <a:latin typeface="Arial" pitchFamily="34" charset="0"/>
                <a:cs typeface="Arial" pitchFamily="34" charset="0"/>
              </a:rPr>
              <a:t>I</a:t>
            </a:r>
            <a:r>
              <a:rPr lang="en-GB" b="0" dirty="0" smtClean="0">
                <a:solidFill>
                  <a:srgbClr val="F7931D"/>
                </a:solidFill>
                <a:latin typeface="Arial" pitchFamily="34" charset="0"/>
                <a:cs typeface="Arial" pitchFamily="34" charset="0"/>
              </a:rPr>
              <a:t>n </a:t>
            </a:r>
            <a:r>
              <a:rPr lang="en-GB" b="0" dirty="0" err="1">
                <a:solidFill>
                  <a:srgbClr val="F7931D"/>
                </a:solidFill>
                <a:latin typeface="Arial" pitchFamily="34" charset="0"/>
                <a:cs typeface="Arial" pitchFamily="34" charset="0"/>
              </a:rPr>
              <a:t>Silico</a:t>
            </a:r>
            <a:r>
              <a:rPr lang="en-GB" b="0" dirty="0">
                <a:solidFill>
                  <a:srgbClr val="F7931D"/>
                </a:solidFill>
                <a:latin typeface="Arial" pitchFamily="34" charset="0"/>
                <a:cs typeface="Arial" pitchFamily="34" charset="0"/>
              </a:rPr>
              <a:t> </a:t>
            </a:r>
            <a:r>
              <a:rPr lang="en-GB" b="0" dirty="0" smtClean="0">
                <a:solidFill>
                  <a:srgbClr val="F7931D"/>
                </a:solidFill>
                <a:latin typeface="Arial" pitchFamily="34" charset="0"/>
                <a:cs typeface="Arial" pitchFamily="34" charset="0"/>
              </a:rPr>
              <a:t>prediction </a:t>
            </a:r>
            <a:r>
              <a:rPr lang="en-US" b="0" dirty="0" smtClean="0">
                <a:solidFill>
                  <a:srgbClr val="F7931D"/>
                </a:solidFill>
                <a:latin typeface="Arial" pitchFamily="34" charset="0"/>
                <a:cs typeface="Arial" pitchFamily="34" charset="0"/>
              </a:rPr>
              <a:t>of </a:t>
            </a:r>
            <a:r>
              <a:rPr lang="en-US" b="0" dirty="0">
                <a:solidFill>
                  <a:srgbClr val="F7931D"/>
                </a:solidFill>
                <a:latin typeface="Arial" pitchFamily="34" charset="0"/>
                <a:cs typeface="Arial" pitchFamily="34" charset="0"/>
              </a:rPr>
              <a:t>Toxicities</a:t>
            </a:r>
          </a:p>
        </p:txBody>
      </p:sp>
      <p:sp>
        <p:nvSpPr>
          <p:cNvPr id="5" name="Content Placeholder 2"/>
          <p:cNvSpPr txBox="1">
            <a:spLocks/>
          </p:cNvSpPr>
          <p:nvPr/>
        </p:nvSpPr>
        <p:spPr>
          <a:xfrm>
            <a:off x="1408342" y="1254442"/>
            <a:ext cx="7659382" cy="5072119"/>
          </a:xfrm>
          <a:prstGeom prst="rect">
            <a:avLst/>
          </a:prstGeom>
        </p:spPr>
        <p:txBody>
          <a:bodyPr/>
          <a:lstStyle>
            <a:lvl1pPr marL="342900" indent="-342900" algn="l" rtl="0" eaLnBrk="0" fontAlgn="base" hangingPunct="0">
              <a:lnSpc>
                <a:spcPct val="150000"/>
              </a:lnSpc>
              <a:spcBef>
                <a:spcPct val="20000"/>
              </a:spcBef>
              <a:spcAft>
                <a:spcPct val="0"/>
              </a:spcAft>
              <a:buClr>
                <a:srgbClr val="004151"/>
              </a:buClr>
              <a:buFont typeface="Times" pitchFamily="18" charset="0"/>
              <a:buChar char="•"/>
              <a:defRPr sz="2800" b="1">
                <a:solidFill>
                  <a:srgbClr val="004151"/>
                </a:solidFill>
                <a:latin typeface="Calibri" pitchFamily="34" charset="0"/>
                <a:ea typeface="+mn-ea"/>
                <a:cs typeface="Calibri" pitchFamily="34" charset="0"/>
              </a:defRPr>
            </a:lvl1pPr>
            <a:lvl2pPr marL="742950" indent="-285750" algn="l" rtl="0" eaLnBrk="0" fontAlgn="base" hangingPunct="0">
              <a:lnSpc>
                <a:spcPct val="150000"/>
              </a:lnSpc>
              <a:spcBef>
                <a:spcPct val="20000"/>
              </a:spcBef>
              <a:spcAft>
                <a:spcPct val="0"/>
              </a:spcAft>
              <a:buChar char="–"/>
              <a:defRPr sz="2800">
                <a:solidFill>
                  <a:srgbClr val="004151"/>
                </a:solidFill>
                <a:latin typeface="Calibri" pitchFamily="34" charset="0"/>
                <a:ea typeface="+mn-ea"/>
                <a:cs typeface="Calibri" pitchFamily="34" charset="0"/>
              </a:defRPr>
            </a:lvl2pPr>
            <a:lvl3pPr marL="1143000" indent="-228600" algn="l" rtl="0" eaLnBrk="0" fontAlgn="base" hangingPunct="0">
              <a:lnSpc>
                <a:spcPct val="150000"/>
              </a:lnSpc>
              <a:spcBef>
                <a:spcPct val="20000"/>
              </a:spcBef>
              <a:spcAft>
                <a:spcPct val="0"/>
              </a:spcAft>
              <a:buChar char="•"/>
              <a:defRPr sz="2800">
                <a:solidFill>
                  <a:srgbClr val="004151"/>
                </a:solidFill>
                <a:latin typeface="Calibri" pitchFamily="34" charset="0"/>
                <a:ea typeface="+mn-ea"/>
                <a:cs typeface="Calibri" pitchFamily="34" charset="0"/>
              </a:defRPr>
            </a:lvl3pPr>
            <a:lvl4pPr marL="1600200" indent="-228600" algn="l" rtl="0" eaLnBrk="0" fontAlgn="base" hangingPunct="0">
              <a:lnSpc>
                <a:spcPct val="150000"/>
              </a:lnSpc>
              <a:spcBef>
                <a:spcPct val="20000"/>
              </a:spcBef>
              <a:spcAft>
                <a:spcPct val="0"/>
              </a:spcAft>
              <a:buChar char="–"/>
              <a:defRPr sz="2400">
                <a:solidFill>
                  <a:srgbClr val="004151"/>
                </a:solidFill>
                <a:latin typeface="Calibri" pitchFamily="34" charset="0"/>
                <a:ea typeface="+mn-ea"/>
                <a:cs typeface="Calibri" pitchFamily="34" charset="0"/>
              </a:defRPr>
            </a:lvl4pPr>
            <a:lvl5pPr marL="2057400" indent="-228600" algn="l" rtl="0" eaLnBrk="0" fontAlgn="base" hangingPunct="0">
              <a:lnSpc>
                <a:spcPct val="150000"/>
              </a:lnSpc>
              <a:spcBef>
                <a:spcPct val="20000"/>
              </a:spcBef>
              <a:spcAft>
                <a:spcPct val="0"/>
              </a:spcAft>
              <a:buChar char="»"/>
              <a:defRPr sz="2400">
                <a:solidFill>
                  <a:srgbClr val="004151"/>
                </a:solidFill>
                <a:latin typeface="Calibri" pitchFamily="34" charset="0"/>
                <a:ea typeface="+mn-ea"/>
                <a:cs typeface="Calibri" pitchFamily="34" charset="0"/>
              </a:defRPr>
            </a:lvl5pPr>
            <a:lvl6pPr marL="2514600" indent="-228600" algn="l" rtl="0" eaLnBrk="0" fontAlgn="base" hangingPunct="0">
              <a:spcBef>
                <a:spcPct val="20000"/>
              </a:spcBef>
              <a:spcAft>
                <a:spcPct val="0"/>
              </a:spcAft>
              <a:buChar char="»"/>
              <a:defRPr sz="2000">
                <a:solidFill>
                  <a:schemeClr val="tx1"/>
                </a:solidFill>
                <a:latin typeface="+mn-lt"/>
                <a:ea typeface="+mn-ea"/>
                <a:cs typeface="+mn-cs"/>
              </a:defRPr>
            </a:lvl6pPr>
            <a:lvl7pPr marL="2971800" indent="-228600" algn="l" rtl="0" eaLnBrk="0" fontAlgn="base" hangingPunct="0">
              <a:spcBef>
                <a:spcPct val="20000"/>
              </a:spcBef>
              <a:spcAft>
                <a:spcPct val="0"/>
              </a:spcAft>
              <a:buChar char="»"/>
              <a:defRPr sz="2000">
                <a:solidFill>
                  <a:schemeClr val="tx1"/>
                </a:solidFill>
                <a:latin typeface="+mn-lt"/>
                <a:ea typeface="+mn-ea"/>
                <a:cs typeface="+mn-cs"/>
              </a:defRPr>
            </a:lvl7pPr>
            <a:lvl8pPr marL="3429000" indent="-228600" algn="l" rtl="0" eaLnBrk="0" fontAlgn="base" hangingPunct="0">
              <a:spcBef>
                <a:spcPct val="20000"/>
              </a:spcBef>
              <a:spcAft>
                <a:spcPct val="0"/>
              </a:spcAft>
              <a:buChar char="»"/>
              <a:defRPr sz="2000">
                <a:solidFill>
                  <a:schemeClr val="tx1"/>
                </a:solidFill>
                <a:latin typeface="+mn-lt"/>
                <a:ea typeface="+mn-ea"/>
                <a:cs typeface="+mn-cs"/>
              </a:defRPr>
            </a:lvl8pPr>
            <a:lvl9pPr marL="3886200" indent="-228600" algn="l" rtl="0" eaLnBrk="0" fontAlgn="base" hangingPunct="0">
              <a:spcBef>
                <a:spcPct val="20000"/>
              </a:spcBef>
              <a:spcAft>
                <a:spcPct val="0"/>
              </a:spcAft>
              <a:buChar char="»"/>
              <a:defRPr sz="2000">
                <a:solidFill>
                  <a:schemeClr val="tx1"/>
                </a:solidFill>
                <a:latin typeface="+mn-lt"/>
                <a:ea typeface="+mn-ea"/>
                <a:cs typeface="+mn-cs"/>
              </a:defRPr>
            </a:lvl9pPr>
          </a:lstStyle>
          <a:p>
            <a:pPr marL="0" indent="0">
              <a:lnSpc>
                <a:spcPct val="100000"/>
              </a:lnSpc>
              <a:spcBef>
                <a:spcPts val="0"/>
              </a:spcBef>
              <a:spcAft>
                <a:spcPts val="1200"/>
              </a:spcAft>
              <a:buFont typeface="Times" pitchFamily="18" charset="0"/>
              <a:buNone/>
            </a:pPr>
            <a:r>
              <a:rPr lang="en-US" sz="1800" dirty="0" smtClean="0">
                <a:latin typeface="Arial" pitchFamily="34" charset="0"/>
                <a:cs typeface="Arial" pitchFamily="34" charset="0"/>
              </a:rPr>
              <a:t>The Objective</a:t>
            </a:r>
          </a:p>
          <a:p>
            <a:pPr marL="57150" indent="0">
              <a:lnSpc>
                <a:spcPct val="100000"/>
              </a:lnSpc>
              <a:spcBef>
                <a:spcPts val="0"/>
              </a:spcBef>
              <a:spcAft>
                <a:spcPts val="1200"/>
              </a:spcAft>
              <a:buNone/>
            </a:pPr>
            <a:r>
              <a:rPr lang="en-GB" sz="1800" b="0" dirty="0">
                <a:latin typeface="Arial" pitchFamily="34" charset="0"/>
                <a:cs typeface="Arial" pitchFamily="34" charset="0"/>
              </a:rPr>
              <a:t>Collect, extract and organise pre-clinical toxicology data into a searchable database</a:t>
            </a:r>
            <a:r>
              <a:rPr lang="en-GB" sz="1800" b="0" dirty="0" smtClean="0">
                <a:latin typeface="Arial" pitchFamily="34" charset="0"/>
                <a:cs typeface="Arial" pitchFamily="34" charset="0"/>
              </a:rPr>
              <a:t>. Built </a:t>
            </a:r>
            <a:r>
              <a:rPr lang="en-GB" sz="1800" b="0" dirty="0">
                <a:latin typeface="Arial" pitchFamily="34" charset="0"/>
                <a:cs typeface="Arial" pitchFamily="34" charset="0"/>
              </a:rPr>
              <a:t>in </a:t>
            </a:r>
            <a:r>
              <a:rPr lang="en-GB" sz="1800" b="0" dirty="0" err="1">
                <a:latin typeface="Arial" pitchFamily="34" charset="0"/>
                <a:cs typeface="Arial" pitchFamily="34" charset="0"/>
              </a:rPr>
              <a:t>silico</a:t>
            </a:r>
            <a:r>
              <a:rPr lang="en-GB" sz="1800" b="0" dirty="0">
                <a:latin typeface="Arial" pitchFamily="34" charset="0"/>
                <a:cs typeface="Arial" pitchFamily="34" charset="0"/>
              </a:rPr>
              <a:t> predictive systems to “foresee” major side </a:t>
            </a:r>
            <a:r>
              <a:rPr lang="en-GB" sz="1800" b="0" dirty="0" smtClean="0">
                <a:latin typeface="Arial" pitchFamily="34" charset="0"/>
                <a:cs typeface="Arial" pitchFamily="34" charset="0"/>
              </a:rPr>
              <a:t>effects</a:t>
            </a:r>
          </a:p>
          <a:p>
            <a:pPr marL="57150" indent="0">
              <a:lnSpc>
                <a:spcPct val="100000"/>
              </a:lnSpc>
              <a:spcBef>
                <a:spcPts val="0"/>
              </a:spcBef>
              <a:spcAft>
                <a:spcPts val="1200"/>
              </a:spcAft>
              <a:buNone/>
            </a:pPr>
            <a:endParaRPr lang="en-US" sz="1400" b="0" dirty="0">
              <a:latin typeface="Arial" pitchFamily="34" charset="0"/>
              <a:cs typeface="Arial" pitchFamily="34" charset="0"/>
            </a:endParaRPr>
          </a:p>
          <a:p>
            <a:pPr marL="57150" indent="0">
              <a:lnSpc>
                <a:spcPct val="100000"/>
              </a:lnSpc>
              <a:spcBef>
                <a:spcPts val="0"/>
              </a:spcBef>
              <a:spcAft>
                <a:spcPts val="1200"/>
              </a:spcAft>
              <a:buNone/>
            </a:pPr>
            <a:r>
              <a:rPr lang="en-US" sz="1800" dirty="0" smtClean="0">
                <a:latin typeface="Arial" pitchFamily="34" charset="0"/>
                <a:cs typeface="Arial" pitchFamily="34" charset="0"/>
              </a:rPr>
              <a:t>Progress</a:t>
            </a:r>
            <a:endParaRPr lang="en-US" sz="1800" dirty="0">
              <a:latin typeface="Arial" pitchFamily="34" charset="0"/>
              <a:cs typeface="Arial" pitchFamily="34" charset="0"/>
            </a:endParaRPr>
          </a:p>
          <a:p>
            <a:pPr eaLnBrk="1" hangingPunct="1">
              <a:lnSpc>
                <a:spcPct val="100000"/>
              </a:lnSpc>
              <a:spcBef>
                <a:spcPct val="0"/>
              </a:spcBef>
              <a:spcAft>
                <a:spcPts val="1000"/>
              </a:spcAft>
              <a:buClr>
                <a:srgbClr val="66BC29"/>
              </a:buClr>
              <a:buFont typeface="Wingdings" pitchFamily="2" charset="2"/>
              <a:buChar char="ü"/>
            </a:pPr>
            <a:r>
              <a:rPr lang="en-US" sz="1700" b="0" dirty="0" smtClean="0">
                <a:latin typeface="Arial" pitchFamily="34" charset="0"/>
                <a:cs typeface="Arial" pitchFamily="34" charset="0"/>
              </a:rPr>
              <a:t>Developed in </a:t>
            </a:r>
            <a:r>
              <a:rPr lang="en-US" sz="1700" b="0" dirty="0" err="1">
                <a:latin typeface="Arial" pitchFamily="34" charset="0"/>
                <a:cs typeface="Arial" pitchFamily="34" charset="0"/>
              </a:rPr>
              <a:t>silico</a:t>
            </a:r>
            <a:r>
              <a:rPr lang="en-US" sz="1700" b="0" dirty="0">
                <a:latin typeface="Arial" pitchFamily="34" charset="0"/>
                <a:cs typeface="Arial" pitchFamily="34" charset="0"/>
              </a:rPr>
              <a:t> model to predict cardiac toxicity</a:t>
            </a:r>
            <a:endParaRPr lang="en-US" sz="1700" b="0" dirty="0" smtClean="0">
              <a:latin typeface="Arial" pitchFamily="34" charset="0"/>
              <a:cs typeface="Arial" pitchFamily="34" charset="0"/>
            </a:endParaRPr>
          </a:p>
          <a:p>
            <a:pPr eaLnBrk="1" hangingPunct="1">
              <a:lnSpc>
                <a:spcPct val="100000"/>
              </a:lnSpc>
              <a:spcBef>
                <a:spcPct val="0"/>
              </a:spcBef>
              <a:spcAft>
                <a:spcPts val="1000"/>
              </a:spcAft>
              <a:buClr>
                <a:srgbClr val="66BC29"/>
              </a:buClr>
              <a:buFont typeface="Wingdings" pitchFamily="2" charset="2"/>
              <a:buChar char="ü"/>
            </a:pPr>
            <a:r>
              <a:rPr lang="en-US" sz="1700" b="0" dirty="0" smtClean="0">
                <a:latin typeface="Arial" pitchFamily="34" charset="0"/>
                <a:cs typeface="Arial" pitchFamily="34" charset="0"/>
              </a:rPr>
              <a:t>&gt;</a:t>
            </a:r>
            <a:r>
              <a:rPr lang="en-US" sz="1700" b="0" dirty="0">
                <a:latin typeface="Arial" pitchFamily="34" charset="0"/>
                <a:cs typeface="Arial" pitchFamily="34" charset="0"/>
              </a:rPr>
              <a:t>3,500 reports delivered or in </a:t>
            </a:r>
            <a:r>
              <a:rPr lang="en-US" sz="1700" b="0" dirty="0" smtClean="0">
                <a:latin typeface="Arial" pitchFamily="34" charset="0"/>
                <a:cs typeface="Arial" pitchFamily="34" charset="0"/>
              </a:rPr>
              <a:t>process</a:t>
            </a:r>
          </a:p>
          <a:p>
            <a:pPr eaLnBrk="1" hangingPunct="1">
              <a:lnSpc>
                <a:spcPct val="100000"/>
              </a:lnSpc>
              <a:spcBef>
                <a:spcPct val="0"/>
              </a:spcBef>
              <a:spcAft>
                <a:spcPts val="1000"/>
              </a:spcAft>
              <a:buClr>
                <a:srgbClr val="66BC29"/>
              </a:buClr>
              <a:buFont typeface="Wingdings" pitchFamily="2" charset="2"/>
              <a:buChar char="ü"/>
            </a:pPr>
            <a:r>
              <a:rPr lang="en-US" sz="1700" b="0" dirty="0" err="1">
                <a:latin typeface="Arial" pitchFamily="34" charset="0"/>
                <a:cs typeface="Arial" pitchFamily="34" charset="0"/>
              </a:rPr>
              <a:t>ChOX</a:t>
            </a:r>
            <a:r>
              <a:rPr lang="en-US" sz="1700" b="0" dirty="0">
                <a:latin typeface="Arial" pitchFamily="34" charset="0"/>
                <a:cs typeface="Arial" pitchFamily="34" charset="0"/>
              </a:rPr>
              <a:t> DB: </a:t>
            </a:r>
            <a:r>
              <a:rPr lang="en-US" sz="1700" b="0" dirty="0" smtClean="0">
                <a:latin typeface="Arial" pitchFamily="34" charset="0"/>
                <a:cs typeface="Arial" pitchFamily="34" charset="0"/>
              </a:rPr>
              <a:t>175,401 </a:t>
            </a:r>
            <a:r>
              <a:rPr lang="en-US" sz="1700" b="0" dirty="0">
                <a:latin typeface="Arial" pitchFamily="34" charset="0"/>
                <a:cs typeface="Arial" pitchFamily="34" charset="0"/>
              </a:rPr>
              <a:t>compounds annotated to </a:t>
            </a:r>
            <a:r>
              <a:rPr lang="en-US" sz="1700" b="0" dirty="0" smtClean="0">
                <a:latin typeface="Arial" pitchFamily="34" charset="0"/>
                <a:cs typeface="Arial" pitchFamily="34" charset="0"/>
              </a:rPr>
              <a:t>427 </a:t>
            </a:r>
            <a:r>
              <a:rPr lang="en-US" sz="1700" b="0" dirty="0">
                <a:latin typeface="Arial" pitchFamily="34" charset="0"/>
                <a:cs typeface="Arial" pitchFamily="34" charset="0"/>
              </a:rPr>
              <a:t>targets with </a:t>
            </a:r>
            <a:r>
              <a:rPr lang="en-US" sz="1700" b="0" dirty="0" smtClean="0">
                <a:latin typeface="Arial" pitchFamily="34" charset="0"/>
                <a:cs typeface="Arial" pitchFamily="34" charset="0"/>
              </a:rPr>
              <a:t>705,415 activities </a:t>
            </a:r>
            <a:r>
              <a:rPr lang="en-US" sz="1700" b="0" dirty="0">
                <a:latin typeface="Arial" pitchFamily="34" charset="0"/>
                <a:cs typeface="Arial" pitchFamily="34" charset="0"/>
              </a:rPr>
              <a:t>extracted from 10,000 </a:t>
            </a:r>
            <a:r>
              <a:rPr lang="en-US" sz="1700" b="0" dirty="0" smtClean="0">
                <a:latin typeface="Arial" pitchFamily="34" charset="0"/>
                <a:cs typeface="Arial" pitchFamily="34" charset="0"/>
              </a:rPr>
              <a:t>publications</a:t>
            </a:r>
          </a:p>
          <a:p>
            <a:pPr marL="342900" lvl="1" indent="-342900" eaLnBrk="1" hangingPunct="1">
              <a:lnSpc>
                <a:spcPct val="100000"/>
              </a:lnSpc>
              <a:spcBef>
                <a:spcPct val="0"/>
              </a:spcBef>
              <a:spcAft>
                <a:spcPts val="1000"/>
              </a:spcAft>
              <a:buClr>
                <a:srgbClr val="66BC29"/>
              </a:buClr>
              <a:buFont typeface="Wingdings" pitchFamily="2" charset="2"/>
              <a:buChar char="ü"/>
            </a:pPr>
            <a:r>
              <a:rPr lang="en-US" sz="1700" dirty="0" err="1" smtClean="0">
                <a:latin typeface="Arial" pitchFamily="34" charset="0"/>
                <a:cs typeface="Arial" pitchFamily="34" charset="0"/>
              </a:rPr>
              <a:t>ArrayExpress</a:t>
            </a:r>
            <a:r>
              <a:rPr lang="en-US" sz="1700" dirty="0" smtClean="0">
                <a:latin typeface="Arial" pitchFamily="34" charset="0"/>
                <a:cs typeface="Arial" pitchFamily="34" charset="0"/>
              </a:rPr>
              <a:t>: 20</a:t>
            </a:r>
            <a:r>
              <a:rPr lang="en-US" sz="1700" dirty="0">
                <a:latin typeface="Arial" pitchFamily="34" charset="0"/>
                <a:cs typeface="Arial" pitchFamily="34" charset="0"/>
              </a:rPr>
              <a:t>, 000 microarrays from </a:t>
            </a:r>
            <a:r>
              <a:rPr lang="en-US" sz="1700" dirty="0" err="1">
                <a:latin typeface="Arial" pitchFamily="34" charset="0"/>
                <a:cs typeface="Arial" pitchFamily="34" charset="0"/>
              </a:rPr>
              <a:t>tox</a:t>
            </a:r>
            <a:r>
              <a:rPr lang="en-US" sz="1700" dirty="0">
                <a:latin typeface="Arial" pitchFamily="34" charset="0"/>
                <a:cs typeface="Arial" pitchFamily="34" charset="0"/>
              </a:rPr>
              <a:t> studies on 130 </a:t>
            </a:r>
            <a:r>
              <a:rPr lang="en-US" sz="1700" dirty="0" smtClean="0">
                <a:latin typeface="Arial" pitchFamily="34" charset="0"/>
                <a:cs typeface="Arial" pitchFamily="34" charset="0"/>
              </a:rPr>
              <a:t>compounds, </a:t>
            </a:r>
            <a:r>
              <a:rPr lang="en-US" sz="1700" dirty="0">
                <a:latin typeface="Arial" pitchFamily="34" charset="0"/>
                <a:cs typeface="Arial" pitchFamily="34" charset="0"/>
              </a:rPr>
              <a:t>4315 microarrays from rat liver on 344 </a:t>
            </a:r>
            <a:r>
              <a:rPr lang="en-US" sz="1700" dirty="0" smtClean="0">
                <a:latin typeface="Arial" pitchFamily="34" charset="0"/>
                <a:cs typeface="Arial" pitchFamily="34" charset="0"/>
              </a:rPr>
              <a:t>compounds</a:t>
            </a:r>
          </a:p>
          <a:p>
            <a:pPr eaLnBrk="1" hangingPunct="1">
              <a:lnSpc>
                <a:spcPct val="100000"/>
              </a:lnSpc>
              <a:spcBef>
                <a:spcPct val="0"/>
              </a:spcBef>
              <a:spcAft>
                <a:spcPts val="1000"/>
              </a:spcAft>
              <a:buClr>
                <a:srgbClr val="66BC29"/>
              </a:buClr>
              <a:buFont typeface="Wingdings" pitchFamily="2" charset="2"/>
              <a:buChar char="ü"/>
            </a:pPr>
            <a:r>
              <a:rPr lang="en-US" sz="1700" b="0" dirty="0">
                <a:latin typeface="Arial" pitchFamily="34" charset="0"/>
                <a:cs typeface="Arial" pitchFamily="34" charset="0"/>
              </a:rPr>
              <a:t>50 models already </a:t>
            </a:r>
            <a:r>
              <a:rPr lang="en-US" sz="1700" b="0" dirty="0" smtClean="0">
                <a:latin typeface="Arial" pitchFamily="34" charset="0"/>
                <a:cs typeface="Arial" pitchFamily="34" charset="0"/>
              </a:rPr>
              <a:t>developed</a:t>
            </a:r>
          </a:p>
          <a:p>
            <a:pPr eaLnBrk="1" hangingPunct="1">
              <a:lnSpc>
                <a:spcPct val="100000"/>
              </a:lnSpc>
              <a:spcBef>
                <a:spcPct val="0"/>
              </a:spcBef>
              <a:spcAft>
                <a:spcPts val="1000"/>
              </a:spcAft>
              <a:buClr>
                <a:srgbClr val="66BC29"/>
              </a:buClr>
              <a:buFont typeface="Wingdings" pitchFamily="2" charset="2"/>
              <a:buChar char="ü"/>
            </a:pPr>
            <a:r>
              <a:rPr lang="en-US" sz="1700" b="0" dirty="0" smtClean="0">
                <a:latin typeface="Arial" pitchFamily="34" charset="0"/>
                <a:cs typeface="Arial" pitchFamily="34" charset="0"/>
              </a:rPr>
              <a:t>Ontology: 3917 terms and 2535 synonyms mapped and more on-going</a:t>
            </a:r>
            <a:endParaRPr lang="en-US" sz="1700" b="0" dirty="0">
              <a:latin typeface="Arial" pitchFamily="34" charset="0"/>
              <a:cs typeface="Arial" pitchFamily="34" charset="0"/>
            </a:endParaRPr>
          </a:p>
        </p:txBody>
      </p:sp>
      <p:pic>
        <p:nvPicPr>
          <p:cNvPr id="6" name="Picture 5"/>
          <p:cNvPicPr>
            <a:picLocks noChangeAspect="1" noChangeArrowheads="1"/>
          </p:cNvPicPr>
          <p:nvPr/>
        </p:nvPicPr>
        <p:blipFill>
          <a:blip r:embed="rId4" cstate="print"/>
          <a:srcRect/>
          <a:stretch>
            <a:fillRect/>
          </a:stretch>
        </p:blipFill>
        <p:spPr bwMode="auto">
          <a:xfrm>
            <a:off x="255519" y="2788882"/>
            <a:ext cx="1082789" cy="921097"/>
          </a:xfrm>
          <a:prstGeom prst="rect">
            <a:avLst/>
          </a:prstGeom>
          <a:noFill/>
          <a:ln w="19080">
            <a:solidFill>
              <a:srgbClr val="FF9900"/>
            </a:solidFill>
            <a:miter lim="800000"/>
            <a:headEnd/>
            <a:tailEnd/>
          </a:ln>
        </p:spPr>
      </p:pic>
      <p:pic>
        <p:nvPicPr>
          <p:cNvPr id="7" name="Picture 6"/>
          <p:cNvPicPr>
            <a:picLocks noChangeAspect="1" noChangeArrowheads="1"/>
          </p:cNvPicPr>
          <p:nvPr/>
        </p:nvPicPr>
        <p:blipFill>
          <a:blip r:embed="rId5" cstate="print"/>
          <a:srcRect l="14622"/>
          <a:stretch>
            <a:fillRect/>
          </a:stretch>
        </p:blipFill>
        <p:spPr bwMode="auto">
          <a:xfrm>
            <a:off x="255517" y="4495444"/>
            <a:ext cx="1097322" cy="832249"/>
          </a:xfrm>
          <a:prstGeom prst="rect">
            <a:avLst/>
          </a:prstGeom>
          <a:noFill/>
          <a:ln w="9525">
            <a:noFill/>
            <a:round/>
            <a:headEnd/>
            <a:tailEnd/>
          </a:ln>
        </p:spPr>
      </p:pic>
      <p:pic>
        <p:nvPicPr>
          <p:cNvPr id="8" name="Picture 7"/>
          <p:cNvPicPr>
            <a:picLocks noChangeAspect="1" noChangeArrowheads="1"/>
          </p:cNvPicPr>
          <p:nvPr/>
        </p:nvPicPr>
        <p:blipFill>
          <a:blip r:embed="rId6" cstate="print"/>
          <a:srcRect r="11394"/>
          <a:stretch>
            <a:fillRect/>
          </a:stretch>
        </p:blipFill>
        <p:spPr bwMode="auto">
          <a:xfrm>
            <a:off x="255516" y="1564913"/>
            <a:ext cx="1082788" cy="533089"/>
          </a:xfrm>
          <a:prstGeom prst="rect">
            <a:avLst/>
          </a:prstGeom>
          <a:noFill/>
          <a:ln w="19080">
            <a:solidFill>
              <a:srgbClr val="FF9900"/>
            </a:solidFill>
            <a:miter lim="800000"/>
            <a:headEnd/>
            <a:tailEnd/>
          </a:ln>
        </p:spPr>
      </p:pic>
      <p:sp>
        <p:nvSpPr>
          <p:cNvPr id="9" name="Rectangle 8"/>
          <p:cNvSpPr>
            <a:spLocks noChangeArrowheads="1"/>
          </p:cNvSpPr>
          <p:nvPr/>
        </p:nvSpPr>
        <p:spPr bwMode="auto">
          <a:xfrm>
            <a:off x="454812" y="2933337"/>
            <a:ext cx="42202" cy="50610"/>
          </a:xfrm>
          <a:prstGeom prst="rect">
            <a:avLst/>
          </a:prstGeom>
          <a:noFill/>
          <a:ln w="19080">
            <a:solidFill>
              <a:srgbClr val="FF9900"/>
            </a:solidFill>
            <a:miter lim="800000"/>
            <a:headEnd/>
            <a:tailEnd/>
          </a:ln>
        </p:spPr>
        <p:txBody>
          <a:bodyPr wrap="none" anchor="ctr">
            <a:prstTxWarp prst="textNoShape">
              <a:avLst/>
            </a:prstTxWarp>
          </a:bodyPr>
          <a:ls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defTabSz="457200" eaLnBrk="1" hangingPunct="1">
              <a:buClr>
                <a:srgbClr val="000000"/>
              </a:buClr>
              <a:buSzPct val="100000"/>
              <a:buFont typeface="Times New Roman" charset="0"/>
              <a:buNone/>
            </a:pPr>
            <a:endParaRPr lang="en-US" sz="1200">
              <a:solidFill>
                <a:srgbClr val="FFFFFF"/>
              </a:solidFill>
              <a:latin typeface="+mj-lt"/>
            </a:endParaRPr>
          </a:p>
        </p:txBody>
      </p:sp>
      <p:sp>
        <p:nvSpPr>
          <p:cNvPr id="10" name="Rectangle 9"/>
          <p:cNvSpPr>
            <a:spLocks noChangeArrowheads="1"/>
          </p:cNvSpPr>
          <p:nvPr/>
        </p:nvSpPr>
        <p:spPr bwMode="auto">
          <a:xfrm>
            <a:off x="787454" y="4960582"/>
            <a:ext cx="370219" cy="101219"/>
          </a:xfrm>
          <a:prstGeom prst="rect">
            <a:avLst/>
          </a:prstGeom>
          <a:noFill/>
          <a:ln w="19080">
            <a:solidFill>
              <a:srgbClr val="FF9900"/>
            </a:solidFill>
            <a:miter lim="800000"/>
            <a:headEnd/>
            <a:tailEnd/>
          </a:ln>
        </p:spPr>
        <p:txBody>
          <a:bodyPr wrap="none" anchor="ctr">
            <a:prstTxWarp prst="textNoShape">
              <a:avLst/>
            </a:prstTxWarp>
          </a:bodyPr>
          <a:ls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defTabSz="457200" eaLnBrk="1" hangingPunct="1">
              <a:buClr>
                <a:srgbClr val="000000"/>
              </a:buClr>
              <a:buSzPct val="100000"/>
              <a:buFont typeface="Times New Roman" charset="0"/>
              <a:buNone/>
            </a:pPr>
            <a:endParaRPr lang="en-US" sz="1200">
              <a:solidFill>
                <a:srgbClr val="FFFFFF"/>
              </a:solidFill>
              <a:latin typeface="+mj-lt"/>
            </a:endParaRPr>
          </a:p>
        </p:txBody>
      </p:sp>
      <p:sp>
        <p:nvSpPr>
          <p:cNvPr id="11" name="Line 10"/>
          <p:cNvSpPr>
            <a:spLocks noChangeShapeType="1"/>
          </p:cNvSpPr>
          <p:nvPr/>
        </p:nvSpPr>
        <p:spPr bwMode="auto">
          <a:xfrm flipV="1">
            <a:off x="1157669" y="3789769"/>
            <a:ext cx="195170" cy="1170807"/>
          </a:xfrm>
          <a:prstGeom prst="line">
            <a:avLst/>
          </a:prstGeom>
          <a:noFill/>
          <a:ln w="19080">
            <a:solidFill>
              <a:srgbClr val="FF9900"/>
            </a:solidFill>
            <a:miter lim="800000"/>
            <a:headEnd/>
            <a:tailEnd/>
          </a:ln>
        </p:spPr>
        <p:txBody>
          <a:bodyPr>
            <a:prstTxWarp prst="textNoShape">
              <a:avLst/>
            </a:prstTxWarp>
          </a:bodyPr>
          <a:ls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sz="1200">
              <a:latin typeface="+mj-lt"/>
            </a:endParaRPr>
          </a:p>
        </p:txBody>
      </p:sp>
      <p:sp>
        <p:nvSpPr>
          <p:cNvPr id="12" name="Line 11"/>
          <p:cNvSpPr>
            <a:spLocks noChangeShapeType="1"/>
          </p:cNvSpPr>
          <p:nvPr/>
        </p:nvSpPr>
        <p:spPr bwMode="auto">
          <a:xfrm flipH="1" flipV="1">
            <a:off x="255516" y="3709973"/>
            <a:ext cx="548662" cy="1250603"/>
          </a:xfrm>
          <a:prstGeom prst="line">
            <a:avLst/>
          </a:prstGeom>
          <a:noFill/>
          <a:ln w="19080">
            <a:solidFill>
              <a:srgbClr val="FF9900"/>
            </a:solidFill>
            <a:miter lim="800000"/>
            <a:headEnd/>
            <a:tailEnd/>
          </a:ln>
        </p:spPr>
        <p:txBody>
          <a:bodyPr>
            <a:prstTxWarp prst="textNoShape">
              <a:avLst/>
            </a:prstTxWarp>
          </a:bodyPr>
          <a:ls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sz="1200">
              <a:latin typeface="+mj-lt"/>
            </a:endParaRPr>
          </a:p>
        </p:txBody>
      </p:sp>
      <p:sp>
        <p:nvSpPr>
          <p:cNvPr id="13" name="Line 12"/>
          <p:cNvSpPr>
            <a:spLocks noChangeShapeType="1"/>
          </p:cNvSpPr>
          <p:nvPr/>
        </p:nvSpPr>
        <p:spPr bwMode="auto">
          <a:xfrm flipV="1">
            <a:off x="522216" y="2099595"/>
            <a:ext cx="830623" cy="833747"/>
          </a:xfrm>
          <a:prstGeom prst="line">
            <a:avLst/>
          </a:prstGeom>
          <a:noFill/>
          <a:ln w="19080">
            <a:solidFill>
              <a:srgbClr val="FF9900"/>
            </a:solidFill>
            <a:miter lim="800000"/>
            <a:headEnd/>
            <a:tailEnd/>
          </a:ln>
        </p:spPr>
        <p:txBody>
          <a:bodyPr>
            <a:prstTxWarp prst="textNoShape">
              <a:avLst/>
            </a:prstTxWarp>
          </a:bodyPr>
          <a:ls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sz="1200">
              <a:latin typeface="+mj-lt"/>
            </a:endParaRPr>
          </a:p>
        </p:txBody>
      </p:sp>
      <p:sp>
        <p:nvSpPr>
          <p:cNvPr id="14" name="Line 13"/>
          <p:cNvSpPr>
            <a:spLocks noChangeShapeType="1"/>
          </p:cNvSpPr>
          <p:nvPr/>
        </p:nvSpPr>
        <p:spPr bwMode="auto">
          <a:xfrm flipH="1" flipV="1">
            <a:off x="255519" y="2099595"/>
            <a:ext cx="220391" cy="833747"/>
          </a:xfrm>
          <a:prstGeom prst="line">
            <a:avLst/>
          </a:prstGeom>
          <a:noFill/>
          <a:ln w="19080">
            <a:solidFill>
              <a:srgbClr val="FF9900"/>
            </a:solidFill>
            <a:miter lim="800000"/>
            <a:headEnd/>
            <a:tailEnd/>
          </a:ln>
        </p:spPr>
        <p:txBody>
          <a:bodyPr>
            <a:prstTxWarp prst="textNoShape">
              <a:avLst/>
            </a:prstTxWarp>
          </a:bodyPr>
          <a:ls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sz="1200">
              <a:latin typeface="+mj-lt"/>
            </a:endParaRPr>
          </a:p>
        </p:txBody>
      </p:sp>
      <p:sp>
        <p:nvSpPr>
          <p:cNvPr id="15" name="Text Box 14"/>
          <p:cNvSpPr txBox="1">
            <a:spLocks noChangeArrowheads="1"/>
          </p:cNvSpPr>
          <p:nvPr/>
        </p:nvSpPr>
        <p:spPr bwMode="auto">
          <a:xfrm rot="16200000">
            <a:off x="-321328" y="1633329"/>
            <a:ext cx="896791" cy="279180"/>
          </a:xfrm>
          <a:prstGeom prst="rect">
            <a:avLst/>
          </a:prstGeom>
          <a:noFill/>
          <a:ln w="9525">
            <a:noFill/>
            <a:round/>
            <a:headEnd/>
            <a:tailEnd/>
          </a:ln>
        </p:spPr>
        <p:txBody>
          <a:bodyPr wrap="square" lIns="90000" tIns="46800" rIns="90000" bIns="46800">
            <a:prstTxWarp prst="textNoShape">
              <a:avLst/>
            </a:prstTxWarp>
            <a:spAutoFit/>
          </a:bodyPr>
          <a:ls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defTabSz="457200" eaLnBrk="1" hangingPunct="1">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dirty="0">
                <a:solidFill>
                  <a:srgbClr val="000000"/>
                </a:solidFill>
                <a:latin typeface="+mj-lt"/>
              </a:rPr>
              <a:t>Molecular</a:t>
            </a:r>
          </a:p>
        </p:txBody>
      </p:sp>
      <p:sp>
        <p:nvSpPr>
          <p:cNvPr id="16" name="Text Box 15"/>
          <p:cNvSpPr txBox="1">
            <a:spLocks noChangeArrowheads="1"/>
          </p:cNvSpPr>
          <p:nvPr/>
        </p:nvSpPr>
        <p:spPr bwMode="auto">
          <a:xfrm rot="16200000">
            <a:off x="-337912" y="3009039"/>
            <a:ext cx="882322" cy="279180"/>
          </a:xfrm>
          <a:prstGeom prst="rect">
            <a:avLst/>
          </a:prstGeom>
          <a:noFill/>
          <a:ln w="9525">
            <a:noFill/>
            <a:round/>
            <a:headEnd/>
            <a:tailEnd/>
          </a:ln>
        </p:spPr>
        <p:txBody>
          <a:bodyPr wrap="square" lIns="90000" tIns="46800" rIns="90000" bIns="46800">
            <a:prstTxWarp prst="textNoShape">
              <a:avLst/>
            </a:prstTxWarp>
            <a:spAutoFit/>
          </a:bodyPr>
          <a:ls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defTabSz="457200" eaLnBrk="1" hangingPunct="1">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dirty="0" smtClean="0">
                <a:solidFill>
                  <a:srgbClr val="000000"/>
                </a:solidFill>
                <a:latin typeface="+mj-lt"/>
              </a:rPr>
              <a:t>Cellular</a:t>
            </a:r>
            <a:endParaRPr lang="en-US" sz="1200" dirty="0">
              <a:solidFill>
                <a:srgbClr val="000000"/>
              </a:solidFill>
              <a:latin typeface="+mj-lt"/>
            </a:endParaRPr>
          </a:p>
        </p:txBody>
      </p:sp>
      <p:sp>
        <p:nvSpPr>
          <p:cNvPr id="17" name="Text Box 16"/>
          <p:cNvSpPr txBox="1">
            <a:spLocks noChangeArrowheads="1"/>
          </p:cNvSpPr>
          <p:nvPr/>
        </p:nvSpPr>
        <p:spPr bwMode="auto">
          <a:xfrm rot="16200000">
            <a:off x="-304422" y="4601636"/>
            <a:ext cx="862979" cy="279180"/>
          </a:xfrm>
          <a:prstGeom prst="rect">
            <a:avLst/>
          </a:prstGeom>
          <a:noFill/>
          <a:ln w="9525">
            <a:noFill/>
            <a:round/>
            <a:headEnd/>
            <a:tailEnd/>
          </a:ln>
        </p:spPr>
        <p:txBody>
          <a:bodyPr wrap="square" lIns="90000" tIns="46800" rIns="90000" bIns="46800">
            <a:prstTxWarp prst="textNoShape">
              <a:avLst/>
            </a:prstTxWarp>
            <a:spAutoFit/>
          </a:bodyPr>
          <a:ls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defTabSz="457200" eaLnBrk="1" hangingPunct="1">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dirty="0" smtClean="0">
                <a:solidFill>
                  <a:srgbClr val="000000"/>
                </a:solidFill>
                <a:latin typeface="+mj-lt"/>
              </a:rPr>
              <a:t>Tissue</a:t>
            </a:r>
            <a:endParaRPr lang="en-US" sz="1200" dirty="0">
              <a:solidFill>
                <a:srgbClr val="000000"/>
              </a:solidFill>
              <a:latin typeface="+mj-lt"/>
            </a:endParaRPr>
          </a:p>
        </p:txBody>
      </p:sp>
      <p:pic>
        <p:nvPicPr>
          <p:cNvPr id="18" name="Picture 17"/>
          <p:cNvPicPr>
            <a:picLocks noChangeAspect="1" noChangeArrowheads="1"/>
          </p:cNvPicPr>
          <p:nvPr/>
        </p:nvPicPr>
        <p:blipFill>
          <a:blip r:embed="rId6" cstate="print"/>
          <a:srcRect r="11395"/>
          <a:stretch>
            <a:fillRect/>
          </a:stretch>
        </p:blipFill>
        <p:spPr bwMode="auto">
          <a:xfrm>
            <a:off x="255516" y="1566502"/>
            <a:ext cx="1082788" cy="533089"/>
          </a:xfrm>
          <a:prstGeom prst="rect">
            <a:avLst/>
          </a:prstGeom>
          <a:noFill/>
          <a:ln w="19050">
            <a:solidFill>
              <a:srgbClr val="FF9900"/>
            </a:solidFill>
            <a:miter lim="800000"/>
            <a:headEnd/>
            <a:tailEnd/>
          </a:ln>
        </p:spPr>
      </p:pic>
      <p:pic>
        <p:nvPicPr>
          <p:cNvPr id="19" name="Picture 18"/>
          <p:cNvPicPr>
            <a:picLocks noChangeAspect="1" noChangeArrowheads="1"/>
          </p:cNvPicPr>
          <p:nvPr/>
        </p:nvPicPr>
        <p:blipFill>
          <a:blip r:embed="rId6" cstate="print"/>
          <a:srcRect r="11395"/>
          <a:stretch>
            <a:fillRect/>
          </a:stretch>
        </p:blipFill>
        <p:spPr bwMode="auto">
          <a:xfrm>
            <a:off x="255516" y="1566502"/>
            <a:ext cx="1082788" cy="533089"/>
          </a:xfrm>
          <a:prstGeom prst="rect">
            <a:avLst/>
          </a:prstGeom>
          <a:noFill/>
          <a:ln w="19050">
            <a:solidFill>
              <a:srgbClr val="FF9900"/>
            </a:solidFill>
            <a:miter lim="800000"/>
            <a:headEnd/>
            <a:tailEnd/>
          </a:ln>
        </p:spPr>
      </p:pic>
      <p:pic>
        <p:nvPicPr>
          <p:cNvPr id="21"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51776" y="2319137"/>
            <a:ext cx="1477669" cy="1860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pic>
    </p:spTree>
    <p:extLst>
      <p:ext uri="{BB962C8B-B14F-4D97-AF65-F5344CB8AC3E}">
        <p14:creationId xmlns:p14="http://schemas.microsoft.com/office/powerpoint/2010/main" val="353625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2" name="Title 23"/>
          <p:cNvSpPr>
            <a:spLocks noGrp="1"/>
          </p:cNvSpPr>
          <p:nvPr>
            <p:ph type="title"/>
          </p:nvPr>
        </p:nvSpPr>
        <p:spPr/>
        <p:txBody>
          <a:bodyPr/>
          <a:lstStyle/>
          <a:p>
            <a:r>
              <a:rPr lang="en-GB" sz="3600" dirty="0" err="1" smtClean="0">
                <a:solidFill>
                  <a:srgbClr val="004151"/>
                </a:solidFill>
              </a:rPr>
              <a:t>DDMoRe</a:t>
            </a:r>
            <a:r>
              <a:rPr lang="en-GB" sz="3600" dirty="0" smtClean="0">
                <a:solidFill>
                  <a:srgbClr val="004151"/>
                </a:solidFill>
              </a:rPr>
              <a:t> – The Vision</a:t>
            </a:r>
            <a:br>
              <a:rPr lang="en-GB" sz="3600" dirty="0" smtClean="0">
                <a:solidFill>
                  <a:srgbClr val="004151"/>
                </a:solidFill>
              </a:rPr>
            </a:br>
            <a:endParaRPr lang="nl-NL" sz="3600" dirty="0" smtClean="0">
              <a:solidFill>
                <a:srgbClr val="004151"/>
              </a:solidFill>
            </a:endParaRPr>
          </a:p>
        </p:txBody>
      </p:sp>
      <p:sp>
        <p:nvSpPr>
          <p:cNvPr id="18" name="Footer Placeholder 2"/>
          <p:cNvSpPr txBox="1">
            <a:spLocks noGrp="1"/>
          </p:cNvSpPr>
          <p:nvPr/>
        </p:nvSpPr>
        <p:spPr bwMode="auto">
          <a:xfrm>
            <a:off x="2286000" y="6014320"/>
            <a:ext cx="4648200" cy="457200"/>
          </a:xfrm>
          <a:prstGeom prst="rect">
            <a:avLst/>
          </a:prstGeom>
          <a:noFill/>
          <a:ln>
            <a:miter lim="800000"/>
            <a:headEnd/>
            <a:tailEnd/>
          </a:ln>
        </p:spPr>
        <p:txBody>
          <a:bodyPr/>
          <a:lstStyle/>
          <a:p>
            <a:pPr algn="ctr" eaLnBrk="0" hangingPunct="0">
              <a:defRPr/>
            </a:pPr>
            <a:endParaRPr lang="en-US" sz="1200">
              <a:latin typeface="+mn-lt"/>
              <a:ea typeface="+mn-ea"/>
            </a:endParaRPr>
          </a:p>
        </p:txBody>
      </p:sp>
      <p:sp>
        <p:nvSpPr>
          <p:cNvPr id="43" name="Footer Placeholder 2"/>
          <p:cNvSpPr txBox="1">
            <a:spLocks noGrp="1"/>
          </p:cNvSpPr>
          <p:nvPr/>
        </p:nvSpPr>
        <p:spPr bwMode="auto">
          <a:xfrm>
            <a:off x="2895600" y="4456983"/>
            <a:ext cx="4648200" cy="457200"/>
          </a:xfrm>
          <a:prstGeom prst="rect">
            <a:avLst/>
          </a:prstGeom>
          <a:noFill/>
          <a:ln>
            <a:miter lim="800000"/>
            <a:headEnd/>
            <a:tailEnd/>
          </a:ln>
        </p:spPr>
        <p:txBody>
          <a:bodyPr/>
          <a:lstStyle/>
          <a:p>
            <a:pPr algn="ctr"/>
            <a:r>
              <a:rPr lang="en-GB" sz="1200" b="1" dirty="0">
                <a:solidFill>
                  <a:srgbClr val="0070C0"/>
                </a:solidFill>
                <a:latin typeface="Verdana" pitchFamily="34" charset="0"/>
                <a:hlinkClick r:id="rId3"/>
              </a:rPr>
              <a:t>http://www.ddmore.eu</a:t>
            </a:r>
            <a:endParaRPr lang="en-GB" sz="1200" b="1" dirty="0">
              <a:solidFill>
                <a:srgbClr val="0070C0"/>
              </a:solidFill>
              <a:latin typeface="Verdana" pitchFamily="34" charset="0"/>
            </a:endParaRPr>
          </a:p>
        </p:txBody>
      </p:sp>
      <p:sp>
        <p:nvSpPr>
          <p:cNvPr id="44" name="Oval 2"/>
          <p:cNvSpPr>
            <a:spLocks noChangeArrowheads="1"/>
          </p:cNvSpPr>
          <p:nvPr/>
        </p:nvSpPr>
        <p:spPr bwMode="auto">
          <a:xfrm>
            <a:off x="250825" y="1397870"/>
            <a:ext cx="6553200" cy="4751388"/>
          </a:xfrm>
          <a:prstGeom prst="ellipse">
            <a:avLst/>
          </a:prstGeom>
          <a:solidFill>
            <a:srgbClr val="7AC043">
              <a:alpha val="50195"/>
            </a:srgbClr>
          </a:solidFill>
          <a:ln w="25400" algn="ctr">
            <a:solidFill>
              <a:srgbClr val="BCDFA1"/>
            </a:solidFill>
            <a:round/>
            <a:headEnd/>
            <a:tailEnd/>
          </a:ln>
        </p:spPr>
        <p:txBody>
          <a:bodyPr wrap="none" anchor="ctr"/>
          <a:lstStyle/>
          <a:p>
            <a:pPr algn="ctr" fontAlgn="auto">
              <a:spcBef>
                <a:spcPct val="20000"/>
              </a:spcBef>
              <a:spcAft>
                <a:spcPts val="0"/>
              </a:spcAft>
              <a:buFontTx/>
              <a:buChar char="•"/>
              <a:defRPr/>
            </a:pPr>
            <a:endParaRPr lang="en-GB" sz="1800" kern="0">
              <a:solidFill>
                <a:srgbClr val="00669F"/>
              </a:solidFill>
              <a:latin typeface="Verdana" pitchFamily="34" charset="0"/>
              <a:ea typeface="ヒラギノ角ゴ Pro W3" pitchFamily="1" charset="-128"/>
              <a:cs typeface="Arial" pitchFamily="34" charset="0"/>
            </a:endParaRPr>
          </a:p>
        </p:txBody>
      </p:sp>
      <p:sp>
        <p:nvSpPr>
          <p:cNvPr id="45" name="Oval 3"/>
          <p:cNvSpPr>
            <a:spLocks noChangeArrowheads="1"/>
          </p:cNvSpPr>
          <p:nvPr/>
        </p:nvSpPr>
        <p:spPr bwMode="auto">
          <a:xfrm>
            <a:off x="1908175" y="1513758"/>
            <a:ext cx="6840538" cy="4751387"/>
          </a:xfrm>
          <a:prstGeom prst="ellipse">
            <a:avLst/>
          </a:prstGeom>
          <a:solidFill>
            <a:srgbClr val="7AC043">
              <a:alpha val="50195"/>
            </a:srgbClr>
          </a:solidFill>
          <a:ln w="25400" algn="ctr">
            <a:solidFill>
              <a:srgbClr val="BCDFA1"/>
            </a:solidFill>
            <a:round/>
            <a:headEnd/>
            <a:tailEnd/>
          </a:ln>
        </p:spPr>
        <p:txBody>
          <a:bodyPr wrap="none" anchor="ctr"/>
          <a:lstStyle/>
          <a:p>
            <a:pPr fontAlgn="auto">
              <a:spcBef>
                <a:spcPts val="0"/>
              </a:spcBef>
              <a:spcAft>
                <a:spcPts val="0"/>
              </a:spcAft>
              <a:defRPr/>
            </a:pPr>
            <a:endParaRPr lang="de-DE" sz="1800" kern="0">
              <a:solidFill>
                <a:sysClr val="windowText" lastClr="000000"/>
              </a:solidFill>
              <a:ea typeface="ＭＳ Ｐゴシック"/>
              <a:cs typeface="ＭＳ Ｐゴシック"/>
            </a:endParaRPr>
          </a:p>
        </p:txBody>
      </p:sp>
      <p:sp>
        <p:nvSpPr>
          <p:cNvPr id="46" name="Rectangle 4"/>
          <p:cNvSpPr>
            <a:spLocks noChangeArrowheads="1"/>
          </p:cNvSpPr>
          <p:nvPr/>
        </p:nvSpPr>
        <p:spPr bwMode="auto">
          <a:xfrm>
            <a:off x="1692275" y="2240833"/>
            <a:ext cx="2662238" cy="1603375"/>
          </a:xfrm>
          <a:prstGeom prst="rect">
            <a:avLst/>
          </a:prstGeom>
          <a:solidFill>
            <a:srgbClr val="7AC043"/>
          </a:solidFill>
          <a:ln w="25400" algn="ctr">
            <a:solidFill>
              <a:srgbClr val="BCDFA1"/>
            </a:solidFill>
            <a:miter lim="800000"/>
            <a:headEnd/>
            <a:tailEnd/>
          </a:ln>
        </p:spPr>
        <p:txBody>
          <a:bodyPr wrap="none" anchor="ctr"/>
          <a:lstStyle/>
          <a:p>
            <a:pPr algn="ctr" fontAlgn="auto">
              <a:spcBef>
                <a:spcPct val="20000"/>
              </a:spcBef>
              <a:spcAft>
                <a:spcPts val="0"/>
              </a:spcAft>
              <a:defRPr/>
            </a:pPr>
            <a:r>
              <a:rPr lang="en-US" sz="2800" b="1" kern="0" dirty="0" err="1">
                <a:solidFill>
                  <a:sysClr val="windowText" lastClr="000000"/>
                </a:solidFill>
                <a:latin typeface="Verdana" pitchFamily="34" charset="0"/>
                <a:ea typeface="ヒラギノ角ゴ Pro W3" pitchFamily="1" charset="-128"/>
                <a:cs typeface="Arial" pitchFamily="34" charset="0"/>
              </a:rPr>
              <a:t>Modelling</a:t>
            </a:r>
            <a:r>
              <a:rPr lang="en-US" sz="2800" b="1" kern="0" dirty="0">
                <a:solidFill>
                  <a:sysClr val="windowText" lastClr="000000"/>
                </a:solidFill>
                <a:latin typeface="Verdana" pitchFamily="34" charset="0"/>
                <a:ea typeface="ヒラギノ角ゴ Pro W3" pitchFamily="1" charset="-128"/>
                <a:cs typeface="Arial" pitchFamily="34" charset="0"/>
              </a:rPr>
              <a:t> </a:t>
            </a:r>
            <a:br>
              <a:rPr lang="en-US" sz="2800" b="1" kern="0" dirty="0">
                <a:solidFill>
                  <a:sysClr val="windowText" lastClr="000000"/>
                </a:solidFill>
                <a:latin typeface="Verdana" pitchFamily="34" charset="0"/>
                <a:ea typeface="ヒラギノ角ゴ Pro W3" pitchFamily="1" charset="-128"/>
                <a:cs typeface="Arial" pitchFamily="34" charset="0"/>
              </a:rPr>
            </a:br>
            <a:r>
              <a:rPr lang="en-US" sz="2800" b="1" kern="0" dirty="0">
                <a:solidFill>
                  <a:sysClr val="windowText" lastClr="000000"/>
                </a:solidFill>
                <a:latin typeface="Verdana" pitchFamily="34" charset="0"/>
                <a:ea typeface="ヒラギノ角ゴ Pro W3" pitchFamily="1" charset="-128"/>
                <a:cs typeface="Arial" pitchFamily="34" charset="0"/>
              </a:rPr>
              <a:t>Library</a:t>
            </a:r>
            <a:r>
              <a:rPr lang="en-US" sz="1200" b="1" kern="0" dirty="0">
                <a:solidFill>
                  <a:srgbClr val="FFFFFF"/>
                </a:solidFill>
                <a:latin typeface="Verdana" pitchFamily="34" charset="0"/>
                <a:ea typeface="ヒラギノ角ゴ Pro W3" pitchFamily="1" charset="-128"/>
                <a:cs typeface="Arial" pitchFamily="34" charset="0"/>
              </a:rPr>
              <a:t> </a:t>
            </a:r>
          </a:p>
          <a:p>
            <a:pPr algn="ctr" fontAlgn="auto">
              <a:spcBef>
                <a:spcPct val="20000"/>
              </a:spcBef>
              <a:spcAft>
                <a:spcPts val="0"/>
              </a:spcAft>
              <a:defRPr/>
            </a:pPr>
            <a:r>
              <a:rPr lang="en-US" sz="1400" b="1" kern="0" dirty="0">
                <a:solidFill>
                  <a:srgbClr val="FFFFFF"/>
                </a:solidFill>
                <a:latin typeface="Verdana" pitchFamily="34" charset="0"/>
                <a:ea typeface="ヒラギノ角ゴ Pro W3" pitchFamily="1" charset="-128"/>
                <a:cs typeface="Arial" pitchFamily="34" charset="0"/>
              </a:rPr>
              <a:t>Shared knowledge</a:t>
            </a:r>
          </a:p>
        </p:txBody>
      </p:sp>
      <p:sp>
        <p:nvSpPr>
          <p:cNvPr id="47" name="Rectangle 5"/>
          <p:cNvSpPr>
            <a:spLocks noChangeArrowheads="1"/>
          </p:cNvSpPr>
          <p:nvPr/>
        </p:nvSpPr>
        <p:spPr bwMode="auto">
          <a:xfrm>
            <a:off x="4572000" y="2240833"/>
            <a:ext cx="2663825" cy="2971800"/>
          </a:xfrm>
          <a:prstGeom prst="rect">
            <a:avLst/>
          </a:prstGeom>
          <a:solidFill>
            <a:srgbClr val="7AC043"/>
          </a:solidFill>
          <a:ln w="25400" algn="ctr">
            <a:solidFill>
              <a:srgbClr val="BCDFA1"/>
            </a:solidFill>
            <a:miter lim="800000"/>
            <a:headEnd/>
            <a:tailEnd/>
          </a:ln>
        </p:spPr>
        <p:txBody>
          <a:bodyPr wrap="none" anchor="ctr"/>
          <a:lstStyle/>
          <a:p>
            <a:pPr algn="ctr" fontAlgn="auto">
              <a:spcBef>
                <a:spcPct val="20000"/>
              </a:spcBef>
              <a:spcAft>
                <a:spcPts val="0"/>
              </a:spcAft>
              <a:defRPr/>
            </a:pPr>
            <a:r>
              <a:rPr lang="en-US" sz="2800" b="1" kern="0" dirty="0" err="1">
                <a:solidFill>
                  <a:sysClr val="windowText" lastClr="000000"/>
                </a:solidFill>
                <a:latin typeface="Verdana" pitchFamily="34" charset="0"/>
                <a:ea typeface="ヒラギノ角ゴ Pro W3" pitchFamily="1" charset="-128"/>
                <a:cs typeface="Arial" pitchFamily="34" charset="0"/>
              </a:rPr>
              <a:t>Modelling</a:t>
            </a:r>
            <a:r>
              <a:rPr lang="en-US" sz="2800" b="1" kern="0" dirty="0">
                <a:solidFill>
                  <a:sysClr val="windowText" lastClr="000000"/>
                </a:solidFill>
                <a:latin typeface="Verdana" pitchFamily="34" charset="0"/>
                <a:ea typeface="ヒラギノ角ゴ Pro W3" pitchFamily="1" charset="-128"/>
                <a:cs typeface="Arial" pitchFamily="34" charset="0"/>
              </a:rPr>
              <a:t> </a:t>
            </a:r>
            <a:br>
              <a:rPr lang="en-US" sz="2800" b="1" kern="0" dirty="0">
                <a:solidFill>
                  <a:sysClr val="windowText" lastClr="000000"/>
                </a:solidFill>
                <a:latin typeface="Verdana" pitchFamily="34" charset="0"/>
                <a:ea typeface="ヒラギノ角ゴ Pro W3" pitchFamily="1" charset="-128"/>
                <a:cs typeface="Arial" pitchFamily="34" charset="0"/>
              </a:rPr>
            </a:br>
            <a:r>
              <a:rPr lang="en-US" sz="2800" b="1" kern="0" dirty="0">
                <a:solidFill>
                  <a:sysClr val="windowText" lastClr="000000"/>
                </a:solidFill>
                <a:latin typeface="Verdana" pitchFamily="34" charset="0"/>
                <a:ea typeface="ヒラギノ角ゴ Pro W3" pitchFamily="1" charset="-128"/>
                <a:cs typeface="Arial" pitchFamily="34" charset="0"/>
              </a:rPr>
              <a:t>Framework</a:t>
            </a:r>
          </a:p>
          <a:p>
            <a:pPr algn="ctr" fontAlgn="auto">
              <a:spcBef>
                <a:spcPct val="20000"/>
              </a:spcBef>
              <a:spcAft>
                <a:spcPts val="0"/>
              </a:spcAft>
              <a:defRPr/>
            </a:pPr>
            <a:r>
              <a:rPr lang="en-US" sz="1400" b="1" kern="0" dirty="0">
                <a:solidFill>
                  <a:srgbClr val="FFFFFF"/>
                </a:solidFill>
                <a:latin typeface="Verdana" pitchFamily="34" charset="0"/>
                <a:ea typeface="ヒラギノ角ゴ Pro W3" pitchFamily="1" charset="-128"/>
                <a:cs typeface="Arial" pitchFamily="34" charset="0"/>
              </a:rPr>
              <a:t>A modular platform </a:t>
            </a:r>
            <a:br>
              <a:rPr lang="en-US" sz="1400" b="1" kern="0" dirty="0">
                <a:solidFill>
                  <a:srgbClr val="FFFFFF"/>
                </a:solidFill>
                <a:latin typeface="Verdana" pitchFamily="34" charset="0"/>
                <a:ea typeface="ヒラギノ角ゴ Pro W3" pitchFamily="1" charset="-128"/>
                <a:cs typeface="Arial" pitchFamily="34" charset="0"/>
              </a:rPr>
            </a:br>
            <a:r>
              <a:rPr lang="en-US" sz="1400" b="1" kern="0" dirty="0">
                <a:solidFill>
                  <a:srgbClr val="FFFFFF"/>
                </a:solidFill>
                <a:latin typeface="Verdana" pitchFamily="34" charset="0"/>
                <a:ea typeface="ヒラギノ角ゴ Pro W3" pitchFamily="1" charset="-128"/>
                <a:cs typeface="Arial" pitchFamily="34" charset="0"/>
              </a:rPr>
              <a:t>for integrating and</a:t>
            </a:r>
            <a:br>
              <a:rPr lang="en-US" sz="1400" b="1" kern="0" dirty="0">
                <a:solidFill>
                  <a:srgbClr val="FFFFFF"/>
                </a:solidFill>
                <a:latin typeface="Verdana" pitchFamily="34" charset="0"/>
                <a:ea typeface="ヒラギノ角ゴ Pro W3" pitchFamily="1" charset="-128"/>
                <a:cs typeface="Arial" pitchFamily="34" charset="0"/>
              </a:rPr>
            </a:br>
            <a:r>
              <a:rPr lang="en-US" sz="1400" b="1" kern="0" dirty="0">
                <a:solidFill>
                  <a:srgbClr val="FFFFFF"/>
                </a:solidFill>
                <a:latin typeface="Verdana" pitchFamily="34" charset="0"/>
                <a:ea typeface="ヒラギノ角ゴ Pro W3" pitchFamily="1" charset="-128"/>
                <a:cs typeface="Arial" pitchFamily="34" charset="0"/>
              </a:rPr>
              <a:t>reusing models;</a:t>
            </a:r>
            <a:br>
              <a:rPr lang="en-US" sz="1400" b="1" kern="0" dirty="0">
                <a:solidFill>
                  <a:srgbClr val="FFFFFF"/>
                </a:solidFill>
                <a:latin typeface="Verdana" pitchFamily="34" charset="0"/>
                <a:ea typeface="ヒラギノ角ゴ Pro W3" pitchFamily="1" charset="-128"/>
                <a:cs typeface="Arial" pitchFamily="34" charset="0"/>
              </a:rPr>
            </a:br>
            <a:r>
              <a:rPr lang="en-US" sz="1400" b="1" kern="0" dirty="0">
                <a:solidFill>
                  <a:srgbClr val="FFFFFF"/>
                </a:solidFill>
                <a:latin typeface="Verdana" pitchFamily="34" charset="0"/>
                <a:ea typeface="ヒラギノ角ゴ Pro W3" pitchFamily="1" charset="-128"/>
                <a:cs typeface="Arial" pitchFamily="34" charset="0"/>
              </a:rPr>
              <a:t>shortening timelines</a:t>
            </a:r>
            <a:br>
              <a:rPr lang="en-US" sz="1400" b="1" kern="0" dirty="0">
                <a:solidFill>
                  <a:srgbClr val="FFFFFF"/>
                </a:solidFill>
                <a:latin typeface="Verdana" pitchFamily="34" charset="0"/>
                <a:ea typeface="ヒラギノ角ゴ Pro W3" pitchFamily="1" charset="-128"/>
                <a:cs typeface="Arial" pitchFamily="34" charset="0"/>
              </a:rPr>
            </a:br>
            <a:r>
              <a:rPr lang="en-US" sz="1400" b="1" kern="0" dirty="0">
                <a:solidFill>
                  <a:srgbClr val="FFFFFF"/>
                </a:solidFill>
                <a:latin typeface="Verdana" pitchFamily="34" charset="0"/>
                <a:ea typeface="ヒラギノ角ゴ Pro W3" pitchFamily="1" charset="-128"/>
                <a:cs typeface="Arial" pitchFamily="34" charset="0"/>
              </a:rPr>
              <a:t>by removing </a:t>
            </a:r>
            <a:br>
              <a:rPr lang="en-US" sz="1400" b="1" kern="0" dirty="0">
                <a:solidFill>
                  <a:srgbClr val="FFFFFF"/>
                </a:solidFill>
                <a:latin typeface="Verdana" pitchFamily="34" charset="0"/>
                <a:ea typeface="ヒラギノ角ゴ Pro W3" pitchFamily="1" charset="-128"/>
                <a:cs typeface="Arial" pitchFamily="34" charset="0"/>
              </a:rPr>
            </a:br>
            <a:r>
              <a:rPr lang="en-US" sz="1400" b="1" kern="0" dirty="0">
                <a:solidFill>
                  <a:srgbClr val="FFFFFF"/>
                </a:solidFill>
                <a:latin typeface="Verdana" pitchFamily="34" charset="0"/>
                <a:ea typeface="ヒラギノ角ゴ Pro W3" pitchFamily="1" charset="-128"/>
                <a:cs typeface="Arial" pitchFamily="34" charset="0"/>
              </a:rPr>
              <a:t>barriers</a:t>
            </a:r>
          </a:p>
        </p:txBody>
      </p:sp>
      <p:sp>
        <p:nvSpPr>
          <p:cNvPr id="20490" name="Text Box 6"/>
          <p:cNvSpPr txBox="1">
            <a:spLocks noChangeArrowheads="1"/>
          </p:cNvSpPr>
          <p:nvPr/>
        </p:nvSpPr>
        <p:spPr bwMode="auto">
          <a:xfrm>
            <a:off x="325438" y="3388595"/>
            <a:ext cx="13160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spcBef>
                <a:spcPct val="20000"/>
              </a:spcBef>
            </a:pPr>
            <a:r>
              <a:rPr lang="en-US" sz="1600" b="1">
                <a:latin typeface="Verdana" pitchFamily="34" charset="0"/>
                <a:ea typeface="ヒラギノ角ゴ Pro W3"/>
                <a:cs typeface="Arial" pitchFamily="34" charset="0"/>
              </a:rPr>
              <a:t>Model</a:t>
            </a:r>
            <a:br>
              <a:rPr lang="en-US" sz="1600" b="1">
                <a:latin typeface="Verdana" pitchFamily="34" charset="0"/>
                <a:ea typeface="ヒラギノ角ゴ Pro W3"/>
                <a:cs typeface="Arial" pitchFamily="34" charset="0"/>
              </a:rPr>
            </a:br>
            <a:r>
              <a:rPr lang="en-US" sz="1600" b="1">
                <a:latin typeface="Verdana" pitchFamily="34" charset="0"/>
                <a:ea typeface="ヒラギノ角ゴ Pro W3"/>
                <a:cs typeface="Arial" pitchFamily="34" charset="0"/>
              </a:rPr>
              <a:t>Definition</a:t>
            </a:r>
            <a:br>
              <a:rPr lang="en-US" sz="1600" b="1">
                <a:latin typeface="Verdana" pitchFamily="34" charset="0"/>
                <a:ea typeface="ヒラギノ角ゴ Pro W3"/>
                <a:cs typeface="Arial" pitchFamily="34" charset="0"/>
              </a:rPr>
            </a:br>
            <a:r>
              <a:rPr lang="en-US" sz="1600" b="1">
                <a:latin typeface="Verdana" pitchFamily="34" charset="0"/>
                <a:ea typeface="ヒラギノ角ゴ Pro W3"/>
                <a:cs typeface="Arial" pitchFamily="34" charset="0"/>
              </a:rPr>
              <a:t>Language</a:t>
            </a:r>
          </a:p>
        </p:txBody>
      </p:sp>
      <p:sp>
        <p:nvSpPr>
          <p:cNvPr id="20491" name="Text Box 7"/>
          <p:cNvSpPr txBox="1">
            <a:spLocks noChangeArrowheads="1"/>
          </p:cNvSpPr>
          <p:nvPr/>
        </p:nvSpPr>
        <p:spPr bwMode="auto">
          <a:xfrm>
            <a:off x="7192963" y="3388595"/>
            <a:ext cx="15494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eaLnBrk="1" hangingPunct="1">
              <a:spcBef>
                <a:spcPct val="20000"/>
              </a:spcBef>
            </a:pPr>
            <a:r>
              <a:rPr lang="en-US" sz="1600" b="1">
                <a:latin typeface="Verdana" pitchFamily="34" charset="0"/>
                <a:ea typeface="ヒラギノ角ゴ Pro W3"/>
                <a:cs typeface="Arial" pitchFamily="34" charset="0"/>
              </a:rPr>
              <a:t>System</a:t>
            </a:r>
            <a:br>
              <a:rPr lang="en-US" sz="1600" b="1">
                <a:latin typeface="Verdana" pitchFamily="34" charset="0"/>
                <a:ea typeface="ヒラギノ角ゴ Pro W3"/>
                <a:cs typeface="Arial" pitchFamily="34" charset="0"/>
              </a:rPr>
            </a:br>
            <a:r>
              <a:rPr lang="en-US" sz="1600" b="1">
                <a:latin typeface="Verdana" pitchFamily="34" charset="0"/>
                <a:ea typeface="ヒラギノ角ゴ Pro W3"/>
                <a:cs typeface="Arial" pitchFamily="34" charset="0"/>
              </a:rPr>
              <a:t>interchange</a:t>
            </a:r>
            <a:br>
              <a:rPr lang="en-US" sz="1600" b="1">
                <a:latin typeface="Verdana" pitchFamily="34" charset="0"/>
                <a:ea typeface="ヒラギノ角ゴ Pro W3"/>
                <a:cs typeface="Arial" pitchFamily="34" charset="0"/>
              </a:rPr>
            </a:br>
            <a:r>
              <a:rPr lang="en-US" sz="1600" b="1">
                <a:latin typeface="Verdana" pitchFamily="34" charset="0"/>
                <a:ea typeface="ヒラギノ角ゴ Pro W3"/>
                <a:cs typeface="Arial" pitchFamily="34" charset="0"/>
              </a:rPr>
              <a:t>standards</a:t>
            </a:r>
          </a:p>
        </p:txBody>
      </p:sp>
      <p:sp>
        <p:nvSpPr>
          <p:cNvPr id="50" name="AutoShape 8"/>
          <p:cNvSpPr>
            <a:spLocks noChangeArrowheads="1"/>
          </p:cNvSpPr>
          <p:nvPr/>
        </p:nvSpPr>
        <p:spPr bwMode="auto">
          <a:xfrm>
            <a:off x="3708400" y="1828083"/>
            <a:ext cx="1511300" cy="504825"/>
          </a:xfrm>
          <a:prstGeom prst="curvedDownArrow">
            <a:avLst>
              <a:gd name="adj1" fmla="val 59874"/>
              <a:gd name="adj2" fmla="val 119748"/>
              <a:gd name="adj3" fmla="val 33333"/>
            </a:avLst>
          </a:prstGeom>
          <a:solidFill>
            <a:srgbClr val="80A1B5"/>
          </a:solidFill>
          <a:ln w="25400">
            <a:solidFill>
              <a:srgbClr val="FFFFFF"/>
            </a:solidFill>
            <a:miter lim="800000"/>
            <a:headEnd/>
            <a:tailEnd/>
          </a:ln>
        </p:spPr>
        <p:txBody>
          <a:bodyPr wrap="none" anchor="ctr"/>
          <a:lstStyle/>
          <a:p>
            <a:pPr fontAlgn="auto">
              <a:spcBef>
                <a:spcPts val="0"/>
              </a:spcBef>
              <a:spcAft>
                <a:spcPts val="0"/>
              </a:spcAft>
              <a:defRPr/>
            </a:pPr>
            <a:endParaRPr lang="de-DE" sz="1800" kern="0">
              <a:solidFill>
                <a:sysClr val="windowText" lastClr="000000"/>
              </a:solidFill>
              <a:ea typeface="ＭＳ Ｐゴシック"/>
              <a:cs typeface="ＭＳ Ｐゴシック"/>
            </a:endParaRPr>
          </a:p>
        </p:txBody>
      </p:sp>
      <p:sp>
        <p:nvSpPr>
          <p:cNvPr id="51" name="Rectangle 9"/>
          <p:cNvSpPr>
            <a:spLocks noChangeArrowheads="1"/>
          </p:cNvSpPr>
          <p:nvPr/>
        </p:nvSpPr>
        <p:spPr bwMode="auto">
          <a:xfrm>
            <a:off x="1692275" y="3844208"/>
            <a:ext cx="2662238" cy="2016125"/>
          </a:xfrm>
          <a:prstGeom prst="rect">
            <a:avLst/>
          </a:prstGeom>
          <a:solidFill>
            <a:srgbClr val="7AC043"/>
          </a:solidFill>
          <a:ln w="25400" algn="ctr">
            <a:solidFill>
              <a:srgbClr val="BCDFA1"/>
            </a:solidFill>
            <a:miter lim="800000"/>
            <a:headEnd/>
            <a:tailEnd/>
          </a:ln>
        </p:spPr>
        <p:txBody>
          <a:bodyPr wrap="none" anchor="ctr"/>
          <a:lstStyle/>
          <a:p>
            <a:pPr algn="ctr" fontAlgn="auto">
              <a:spcBef>
                <a:spcPct val="20000"/>
              </a:spcBef>
              <a:spcAft>
                <a:spcPts val="0"/>
              </a:spcAft>
              <a:defRPr/>
            </a:pPr>
            <a:r>
              <a:rPr lang="en-US" sz="2800" b="1" kern="0" dirty="0">
                <a:solidFill>
                  <a:sysClr val="windowText" lastClr="000000"/>
                </a:solidFill>
                <a:latin typeface="Verdana" pitchFamily="34" charset="0"/>
                <a:ea typeface="ヒラギノ角ゴ Pro W3" pitchFamily="1" charset="-128"/>
                <a:cs typeface="Arial" pitchFamily="34" charset="0"/>
              </a:rPr>
              <a:t>Specific</a:t>
            </a:r>
            <a:br>
              <a:rPr lang="en-US" sz="2800" b="1" kern="0" dirty="0">
                <a:solidFill>
                  <a:sysClr val="windowText" lastClr="000000"/>
                </a:solidFill>
                <a:latin typeface="Verdana" pitchFamily="34" charset="0"/>
                <a:ea typeface="ヒラギノ角ゴ Pro W3" pitchFamily="1" charset="-128"/>
                <a:cs typeface="Arial" pitchFamily="34" charset="0"/>
              </a:rPr>
            </a:br>
            <a:r>
              <a:rPr lang="en-US" sz="2800" b="1" kern="0" dirty="0">
                <a:solidFill>
                  <a:sysClr val="windowText" lastClr="000000"/>
                </a:solidFill>
                <a:latin typeface="Verdana" pitchFamily="34" charset="0"/>
                <a:ea typeface="ヒラギノ角ゴ Pro W3" pitchFamily="1" charset="-128"/>
                <a:cs typeface="Arial" pitchFamily="34" charset="0"/>
              </a:rPr>
              <a:t>disease </a:t>
            </a:r>
            <a:br>
              <a:rPr lang="en-US" sz="2800" b="1" kern="0" dirty="0">
                <a:solidFill>
                  <a:sysClr val="windowText" lastClr="000000"/>
                </a:solidFill>
                <a:latin typeface="Verdana" pitchFamily="34" charset="0"/>
                <a:ea typeface="ヒラギノ角ゴ Pro W3" pitchFamily="1" charset="-128"/>
                <a:cs typeface="Arial" pitchFamily="34" charset="0"/>
              </a:rPr>
            </a:br>
            <a:r>
              <a:rPr lang="en-US" sz="2800" b="1" kern="0" dirty="0">
                <a:solidFill>
                  <a:sysClr val="windowText" lastClr="000000"/>
                </a:solidFill>
                <a:latin typeface="Verdana" pitchFamily="34" charset="0"/>
                <a:ea typeface="ヒラギノ角ゴ Pro W3" pitchFamily="1" charset="-128"/>
                <a:cs typeface="Arial" pitchFamily="34" charset="0"/>
              </a:rPr>
              <a:t>models</a:t>
            </a:r>
            <a:r>
              <a:rPr lang="en-US" sz="2800" b="1" kern="0" dirty="0">
                <a:solidFill>
                  <a:srgbClr val="FFFFFF"/>
                </a:solidFill>
                <a:latin typeface="Verdana" pitchFamily="34" charset="0"/>
                <a:ea typeface="ヒラギノ角ゴ Pro W3" pitchFamily="1" charset="-128"/>
                <a:cs typeface="Arial" pitchFamily="34" charset="0"/>
              </a:rPr>
              <a:t> </a:t>
            </a:r>
            <a:br>
              <a:rPr lang="en-US" sz="2800" b="1" kern="0" dirty="0">
                <a:solidFill>
                  <a:srgbClr val="FFFFFF"/>
                </a:solidFill>
                <a:latin typeface="Verdana" pitchFamily="34" charset="0"/>
                <a:ea typeface="ヒラギノ角ゴ Pro W3" pitchFamily="1" charset="-128"/>
                <a:cs typeface="Arial" pitchFamily="34" charset="0"/>
              </a:rPr>
            </a:br>
            <a:r>
              <a:rPr lang="en-US" sz="1400" b="1" kern="0" dirty="0">
                <a:solidFill>
                  <a:srgbClr val="FFFFFF"/>
                </a:solidFill>
                <a:latin typeface="Verdana" pitchFamily="34" charset="0"/>
                <a:ea typeface="ヒラギノ角ゴ Pro W3" pitchFamily="1" charset="-128"/>
                <a:cs typeface="Arial" pitchFamily="34" charset="0"/>
              </a:rPr>
              <a:t>Examples from </a:t>
            </a:r>
            <a:br>
              <a:rPr lang="en-US" sz="1400" b="1" kern="0" dirty="0">
                <a:solidFill>
                  <a:srgbClr val="FFFFFF"/>
                </a:solidFill>
                <a:latin typeface="Verdana" pitchFamily="34" charset="0"/>
                <a:ea typeface="ヒラギノ角ゴ Pro W3" pitchFamily="1" charset="-128"/>
                <a:cs typeface="Arial" pitchFamily="34" charset="0"/>
              </a:rPr>
            </a:br>
            <a:r>
              <a:rPr lang="en-US" sz="1400" b="1" kern="0" dirty="0">
                <a:solidFill>
                  <a:srgbClr val="FFFFFF"/>
                </a:solidFill>
                <a:latin typeface="Verdana" pitchFamily="34" charset="0"/>
                <a:ea typeface="ヒラギノ角ゴ Pro W3" pitchFamily="1" charset="-128"/>
                <a:cs typeface="Arial" pitchFamily="34" charset="0"/>
              </a:rPr>
              <a:t>high priority areas</a:t>
            </a:r>
          </a:p>
        </p:txBody>
      </p:sp>
      <p:cxnSp>
        <p:nvCxnSpPr>
          <p:cNvPr id="20494" name="AutoShape 10"/>
          <p:cNvCxnSpPr>
            <a:cxnSpLocks noChangeShapeType="1"/>
            <a:stCxn id="55" idx="1"/>
            <a:endCxn id="20490" idx="0"/>
          </p:cNvCxnSpPr>
          <p:nvPr/>
        </p:nvCxnSpPr>
        <p:spPr bwMode="auto">
          <a:xfrm rot="10800000" flipV="1">
            <a:off x="984250" y="1323258"/>
            <a:ext cx="347663" cy="2065337"/>
          </a:xfrm>
          <a:prstGeom prst="bentConnector2">
            <a:avLst/>
          </a:prstGeom>
          <a:noFill/>
          <a:ln w="25400">
            <a:solidFill>
              <a:srgbClr val="BCDFA1"/>
            </a:solidFill>
            <a:prstDash val="sysDot"/>
            <a:miter lim="800000"/>
            <a:headEnd/>
            <a:tailEnd type="triangle" w="med" len="med"/>
          </a:ln>
          <a:extLst>
            <a:ext uri="{909E8E84-426E-40DD-AFC4-6F175D3DCCD1}">
              <a14:hiddenFill xmlns:a14="http://schemas.microsoft.com/office/drawing/2010/main">
                <a:noFill/>
              </a14:hiddenFill>
            </a:ext>
          </a:extLst>
        </p:spPr>
      </p:cxnSp>
      <p:sp>
        <p:nvSpPr>
          <p:cNvPr id="53" name="AutoShape 11"/>
          <p:cNvSpPr>
            <a:spLocks noChangeArrowheads="1"/>
          </p:cNvSpPr>
          <p:nvPr/>
        </p:nvSpPr>
        <p:spPr bwMode="auto">
          <a:xfrm rot="9510111">
            <a:off x="3924300" y="5499970"/>
            <a:ext cx="1871663" cy="576263"/>
          </a:xfrm>
          <a:prstGeom prst="curvedDownArrow">
            <a:avLst>
              <a:gd name="adj1" fmla="val 64462"/>
              <a:gd name="adj2" fmla="val 129421"/>
              <a:gd name="adj3" fmla="val 33333"/>
            </a:avLst>
          </a:prstGeom>
          <a:solidFill>
            <a:srgbClr val="80A1B5"/>
          </a:solidFill>
          <a:ln w="25400">
            <a:solidFill>
              <a:srgbClr val="FFFFFF"/>
            </a:solidFill>
            <a:miter lim="800000"/>
            <a:headEnd/>
            <a:tailEnd/>
          </a:ln>
        </p:spPr>
        <p:txBody>
          <a:bodyPr wrap="none" anchor="ctr"/>
          <a:lstStyle/>
          <a:p>
            <a:pPr fontAlgn="auto">
              <a:spcBef>
                <a:spcPts val="0"/>
              </a:spcBef>
              <a:spcAft>
                <a:spcPts val="0"/>
              </a:spcAft>
              <a:defRPr/>
            </a:pPr>
            <a:endParaRPr lang="de-DE" sz="1800" kern="0">
              <a:solidFill>
                <a:sysClr val="windowText" lastClr="000000"/>
              </a:solidFill>
              <a:ea typeface="ＭＳ Ｐゴシック"/>
              <a:cs typeface="ＭＳ Ｐゴシック"/>
            </a:endParaRPr>
          </a:p>
        </p:txBody>
      </p:sp>
      <p:cxnSp>
        <p:nvCxnSpPr>
          <p:cNvPr id="20496" name="AutoShape 12"/>
          <p:cNvCxnSpPr>
            <a:cxnSpLocks noChangeShapeType="1"/>
            <a:stCxn id="55" idx="3"/>
            <a:endCxn id="20491" idx="0"/>
          </p:cNvCxnSpPr>
          <p:nvPr/>
        </p:nvCxnSpPr>
        <p:spPr bwMode="auto">
          <a:xfrm>
            <a:off x="7680325" y="1323258"/>
            <a:ext cx="287338" cy="2065337"/>
          </a:xfrm>
          <a:prstGeom prst="bentConnector2">
            <a:avLst/>
          </a:prstGeom>
          <a:noFill/>
          <a:ln w="25400">
            <a:solidFill>
              <a:srgbClr val="BCDFA1"/>
            </a:solidFill>
            <a:prstDash val="sysDot"/>
            <a:miter lim="800000"/>
            <a:headEnd/>
            <a:tailEnd type="triangle" w="med" len="med"/>
          </a:ln>
          <a:extLst>
            <a:ext uri="{909E8E84-426E-40DD-AFC4-6F175D3DCCD1}">
              <a14:hiddenFill xmlns:a14="http://schemas.microsoft.com/office/drawing/2010/main">
                <a:noFill/>
              </a14:hiddenFill>
            </a:ext>
          </a:extLst>
        </p:spPr>
      </p:cxnSp>
      <p:sp>
        <p:nvSpPr>
          <p:cNvPr id="55" name="Rectangle 13"/>
          <p:cNvSpPr>
            <a:spLocks noChangeArrowheads="1"/>
          </p:cNvSpPr>
          <p:nvPr/>
        </p:nvSpPr>
        <p:spPr bwMode="auto">
          <a:xfrm>
            <a:off x="1331913" y="1034333"/>
            <a:ext cx="6335712" cy="577850"/>
          </a:xfrm>
          <a:prstGeom prst="rect">
            <a:avLst/>
          </a:prstGeom>
          <a:solidFill>
            <a:srgbClr val="7AC043"/>
          </a:solidFill>
          <a:ln w="25400" algn="ctr">
            <a:solidFill>
              <a:srgbClr val="BCDFA1"/>
            </a:solidFill>
            <a:miter lim="800000"/>
            <a:headEnd/>
            <a:tailEnd/>
          </a:ln>
        </p:spPr>
        <p:txBody>
          <a:bodyPr wrap="none" anchor="ctr"/>
          <a:lstStyle/>
          <a:p>
            <a:pPr fontAlgn="auto">
              <a:spcBef>
                <a:spcPts val="0"/>
              </a:spcBef>
              <a:spcAft>
                <a:spcPts val="0"/>
              </a:spcAft>
              <a:defRPr/>
            </a:pPr>
            <a:endParaRPr lang="de-DE" sz="1800" kern="0">
              <a:solidFill>
                <a:sysClr val="windowText" lastClr="000000"/>
              </a:solidFill>
              <a:ea typeface="ＭＳ Ｐゴシック"/>
              <a:cs typeface="ＭＳ Ｐゴシック"/>
            </a:endParaRPr>
          </a:p>
        </p:txBody>
      </p:sp>
      <p:sp>
        <p:nvSpPr>
          <p:cNvPr id="56" name="Text Box 14"/>
          <p:cNvSpPr txBox="1">
            <a:spLocks noChangeArrowheads="1"/>
          </p:cNvSpPr>
          <p:nvPr/>
        </p:nvSpPr>
        <p:spPr bwMode="auto">
          <a:xfrm>
            <a:off x="1355725" y="1140695"/>
            <a:ext cx="6291263" cy="396875"/>
          </a:xfrm>
          <a:prstGeom prst="rect">
            <a:avLst/>
          </a:prstGeom>
          <a:noFill/>
          <a:ln w="9525" algn="ctr">
            <a:noFill/>
            <a:miter lim="800000"/>
            <a:headEnd/>
            <a:tailEnd/>
          </a:ln>
        </p:spPr>
        <p:txBody>
          <a:bodyPr wrap="none">
            <a:spAutoFit/>
          </a:bodyPr>
          <a:lstStyle/>
          <a:p>
            <a:pPr algn="ctr" fontAlgn="auto">
              <a:spcBef>
                <a:spcPct val="20000"/>
              </a:spcBef>
              <a:spcAft>
                <a:spcPts val="0"/>
              </a:spcAft>
              <a:defRPr/>
            </a:pPr>
            <a:r>
              <a:rPr lang="en-US" sz="2000" b="1" kern="0" dirty="0">
                <a:solidFill>
                  <a:srgbClr val="003959"/>
                </a:solidFill>
                <a:latin typeface="Verdana" pitchFamily="34" charset="0"/>
                <a:ea typeface="ヒラギノ角ゴ Pro W3" pitchFamily="1" charset="-128"/>
                <a:cs typeface="Arial" charset="0"/>
              </a:rPr>
              <a:t>Standards</a:t>
            </a:r>
            <a:r>
              <a:rPr lang="en-US" sz="2000" b="1" kern="0" dirty="0">
                <a:solidFill>
                  <a:srgbClr val="FFFFFF"/>
                </a:solidFill>
                <a:latin typeface="Verdana" pitchFamily="34" charset="0"/>
                <a:ea typeface="ヒラギノ角ゴ Pro W3" pitchFamily="1" charset="-128"/>
                <a:cs typeface="Arial" charset="0"/>
              </a:rPr>
              <a:t> </a:t>
            </a:r>
            <a:r>
              <a:rPr lang="en-US" sz="1600" b="1" kern="0" dirty="0">
                <a:solidFill>
                  <a:srgbClr val="FFFFFF"/>
                </a:solidFill>
                <a:latin typeface="Verdana" pitchFamily="34" charset="0"/>
                <a:ea typeface="ヒラギノ角ゴ Pro W3" pitchFamily="1" charset="-128"/>
                <a:cs typeface="Arial" charset="0"/>
              </a:rPr>
              <a:t>for describing models, data and designs</a:t>
            </a:r>
          </a:p>
        </p:txBody>
      </p:sp>
      <p:sp>
        <p:nvSpPr>
          <p:cNvPr id="20499" name="Text Box 15"/>
          <p:cNvSpPr txBox="1">
            <a:spLocks noChangeArrowheads="1"/>
          </p:cNvSpPr>
          <p:nvPr/>
        </p:nvSpPr>
        <p:spPr bwMode="auto">
          <a:xfrm rot="2384608">
            <a:off x="28575" y="5141195"/>
            <a:ext cx="1652588" cy="45720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b="1">
                <a:latin typeface="Helvetica" pitchFamily="34" charset="0"/>
                <a:ea typeface="ヒラギノ角ゴ Pro W3"/>
                <a:cs typeface="ヒラギノ角ゴ Pro W3"/>
              </a:rPr>
              <a:t>Education</a:t>
            </a:r>
          </a:p>
        </p:txBody>
      </p:sp>
      <p:sp>
        <p:nvSpPr>
          <p:cNvPr id="20500" name="Text Box 16"/>
          <p:cNvSpPr txBox="1">
            <a:spLocks noChangeArrowheads="1"/>
          </p:cNvSpPr>
          <p:nvPr/>
        </p:nvSpPr>
        <p:spPr bwMode="auto">
          <a:xfrm rot="-2201960">
            <a:off x="7694613" y="5180883"/>
            <a:ext cx="1381125" cy="45720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r>
              <a:rPr lang="en-US" b="1" dirty="0">
                <a:latin typeface="Helvetica" pitchFamily="34" charset="0"/>
                <a:ea typeface="ヒラギノ角ゴ Pro W3"/>
                <a:cs typeface="ヒラギノ角ゴ Pro W3"/>
              </a:rPr>
              <a:t>Training</a:t>
            </a:r>
          </a:p>
        </p:txBody>
      </p:sp>
      <p:sp>
        <p:nvSpPr>
          <p:cNvPr id="20501" name="Rectangle 20"/>
          <p:cNvSpPr>
            <a:spLocks noChangeArrowheads="1"/>
          </p:cNvSpPr>
          <p:nvPr/>
        </p:nvSpPr>
        <p:spPr bwMode="auto">
          <a:xfrm>
            <a:off x="2052638" y="6127233"/>
            <a:ext cx="5030200" cy="496687"/>
          </a:xfrm>
          <a:prstGeom prst="rect">
            <a:avLst/>
          </a:prstGeom>
          <a:solidFill>
            <a:srgbClr val="FFFF99"/>
          </a:solidFill>
          <a:ln w="9525">
            <a:solidFill>
              <a:schemeClr val="accent1"/>
            </a:solidFill>
            <a:miter lim="800000"/>
            <a:headEnd/>
            <a:tailEnd/>
          </a:ln>
        </p:spPr>
        <p:txBody>
          <a:bodyPr wrap="none" anchor="ctr"/>
          <a:lstStyle/>
          <a:p>
            <a:pPr algn="ctr"/>
            <a:r>
              <a:rPr lang="en-GB" sz="1600" dirty="0" smtClean="0">
                <a:solidFill>
                  <a:srgbClr val="0070C0"/>
                </a:solidFill>
                <a:latin typeface="Verdana" pitchFamily="34" charset="0"/>
                <a:hlinkClick r:id="rId3"/>
              </a:rPr>
              <a:t>http</a:t>
            </a:r>
            <a:r>
              <a:rPr lang="en-GB" sz="1600" dirty="0">
                <a:solidFill>
                  <a:srgbClr val="0070C0"/>
                </a:solidFill>
                <a:latin typeface="Verdana" pitchFamily="34" charset="0"/>
                <a:hlinkClick r:id="rId3"/>
              </a:rPr>
              <a:t>://www.ddmore.eu</a:t>
            </a:r>
            <a:endParaRPr lang="en-GB" sz="1600" dirty="0">
              <a:solidFill>
                <a:srgbClr val="0070C0"/>
              </a:solidFill>
              <a:latin typeface="Verdana" pitchFamily="34" charset="0"/>
            </a:endParaRPr>
          </a:p>
        </p:txBody>
      </p:sp>
    </p:spTree>
    <p:extLst>
      <p:ext uri="{BB962C8B-B14F-4D97-AF65-F5344CB8AC3E}">
        <p14:creationId xmlns:p14="http://schemas.microsoft.com/office/powerpoint/2010/main" val="4164520653"/>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prstGeom prst="rect">
            <a:avLst/>
          </a:prstGeom>
        </p:spPr>
        <p:txBody>
          <a:bodyPr>
            <a:normAutofit fontScale="90000"/>
          </a:bodyPr>
          <a:lstStyle/>
          <a:p>
            <a:pPr algn="l"/>
            <a:r>
              <a:rPr lang="en-US" sz="3400" dirty="0" smtClean="0"/>
              <a:t>Open PHACTS: Public Domain Drug Discovery Data:</a:t>
            </a:r>
            <a:br>
              <a:rPr lang="en-US" sz="3400" dirty="0" smtClean="0"/>
            </a:br>
            <a:r>
              <a:rPr lang="en-US" sz="1600" dirty="0" smtClean="0">
                <a:solidFill>
                  <a:schemeClr val="tx2"/>
                </a:solidFill>
                <a:latin typeface="+mj-lt"/>
                <a:ea typeface="+mj-ea"/>
                <a:cs typeface="+mj-cs"/>
              </a:rPr>
              <a:t>Pharma are accessing,  processing, storing &amp; re-processing </a:t>
            </a:r>
            <a:br>
              <a:rPr lang="en-US" sz="1600" dirty="0" smtClean="0">
                <a:solidFill>
                  <a:schemeClr val="tx2"/>
                </a:solidFill>
                <a:latin typeface="+mj-lt"/>
                <a:ea typeface="+mj-ea"/>
                <a:cs typeface="+mj-cs"/>
              </a:rPr>
            </a:br>
            <a:endParaRPr lang="en-US" sz="1500" dirty="0" smtClean="0">
              <a:solidFill>
                <a:schemeClr val="tx1"/>
              </a:solidFill>
            </a:endParaRPr>
          </a:p>
        </p:txBody>
      </p:sp>
      <p:sp>
        <p:nvSpPr>
          <p:cNvPr id="3" name="Content Placeholder 2"/>
          <p:cNvSpPr>
            <a:spLocks noGrp="1"/>
          </p:cNvSpPr>
          <p:nvPr>
            <p:ph idx="1"/>
          </p:nvPr>
        </p:nvSpPr>
        <p:spPr/>
        <p:txBody>
          <a:bodyPr/>
          <a:lstStyle/>
          <a:p>
            <a:endParaRPr lang="nl-BE"/>
          </a:p>
        </p:txBody>
      </p:sp>
      <p:sp>
        <p:nvSpPr>
          <p:cNvPr id="52227" name="Text Box 3"/>
          <p:cNvSpPr txBox="1">
            <a:spLocks noChangeArrowheads="1"/>
          </p:cNvSpPr>
          <p:nvPr/>
        </p:nvSpPr>
        <p:spPr bwMode="auto">
          <a:xfrm>
            <a:off x="3048001" y="6381750"/>
            <a:ext cx="3432314" cy="457200"/>
          </a:xfrm>
          <a:prstGeom prst="rect">
            <a:avLst/>
          </a:prstGeom>
          <a:noFill/>
          <a:ln w="9525">
            <a:noFill/>
            <a:miter lim="800000"/>
            <a:headEnd/>
            <a:tailEnd/>
          </a:ln>
          <a:effectLst/>
        </p:spPr>
        <p:txBody>
          <a:bodyPr wrap="square">
            <a:spAutoFit/>
          </a:bodyPr>
          <a:lstStyle/>
          <a:p>
            <a:pPr>
              <a:spcBef>
                <a:spcPct val="50000"/>
              </a:spcBef>
            </a:pPr>
            <a:r>
              <a:rPr lang="en-GB" sz="2400" dirty="0" smtClean="0">
                <a:latin typeface="Times New Roman" pitchFamily="18" charset="0"/>
                <a:hlinkClick r:id="rId3"/>
              </a:rPr>
              <a:t>www.openphacts.org</a:t>
            </a:r>
            <a:r>
              <a:rPr lang="en-GB" sz="2400" dirty="0" smtClean="0">
                <a:latin typeface="Times New Roman" pitchFamily="18" charset="0"/>
              </a:rPr>
              <a:t> </a:t>
            </a:r>
            <a:endParaRPr lang="en-GB" sz="2400" dirty="0">
              <a:latin typeface="Times New Roman" pitchFamily="18" charset="0"/>
            </a:endParaRPr>
          </a:p>
        </p:txBody>
      </p:sp>
      <p:pic>
        <p:nvPicPr>
          <p:cNvPr id="16386" name="Picture 2"/>
          <p:cNvPicPr>
            <a:picLocks noChangeAspect="1" noChangeArrowheads="1"/>
          </p:cNvPicPr>
          <p:nvPr/>
        </p:nvPicPr>
        <p:blipFill>
          <a:blip r:embed="rId4" cstate="print"/>
          <a:srcRect/>
          <a:stretch>
            <a:fillRect/>
          </a:stretch>
        </p:blipFill>
        <p:spPr bwMode="auto">
          <a:xfrm>
            <a:off x="1187624" y="2420888"/>
            <a:ext cx="6912768" cy="3865692"/>
          </a:xfrm>
          <a:prstGeom prst="rect">
            <a:avLst/>
          </a:prstGeom>
          <a:noFill/>
          <a:ln w="9525">
            <a:noFill/>
            <a:miter lim="800000"/>
            <a:headEnd/>
            <a:tailEnd/>
          </a:ln>
          <a:effectLst/>
        </p:spPr>
      </p:pic>
      <p:pic>
        <p:nvPicPr>
          <p:cNvPr id="6" name="Picture 2"/>
          <p:cNvPicPr>
            <a:picLocks noChangeAspect="1" noChangeArrowheads="1"/>
          </p:cNvPicPr>
          <p:nvPr/>
        </p:nvPicPr>
        <p:blipFill>
          <a:blip r:embed="rId5">
            <a:extLst>
              <a:ext uri="{28A0092B-C50C-407E-A947-70E740481C1C}">
                <a14:useLocalDpi xmlns:a14="http://schemas.microsoft.com/office/drawing/2010/main" val="0"/>
              </a:ext>
            </a:extLst>
          </a:blip>
          <a:srcRect l="62605" t="48129" r="5209" b="43948"/>
          <a:stretch>
            <a:fillRect/>
          </a:stretch>
        </p:blipFill>
        <p:spPr bwMode="auto">
          <a:xfrm>
            <a:off x="107950" y="6381750"/>
            <a:ext cx="1944688"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descr="sub_backgroun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40" y="58522"/>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a:xfrm>
            <a:off x="179512" y="1484784"/>
            <a:ext cx="8136904" cy="914400"/>
          </a:xfrm>
          <a:prstGeom prst="rect">
            <a:avLst/>
          </a:prstGeom>
        </p:spPr>
        <p:txBody>
          <a:bodyPr>
            <a:normAutofit fontScale="90000" lnSpcReduction="10000"/>
          </a:bodyPr>
          <a:lst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cs typeface="Arial" pitchFamily="34" charset="0"/>
              </a:defRPr>
            </a:lvl2pPr>
            <a:lvl3pPr algn="ctr" rtl="0" eaLnBrk="0" fontAlgn="base" hangingPunct="0">
              <a:spcBef>
                <a:spcPct val="0"/>
              </a:spcBef>
              <a:spcAft>
                <a:spcPct val="0"/>
              </a:spcAft>
              <a:defRPr sz="4400">
                <a:solidFill>
                  <a:schemeClr val="tx1"/>
                </a:solidFill>
                <a:latin typeface="Calibri" pitchFamily="34" charset="0"/>
                <a:cs typeface="Arial" pitchFamily="34" charset="0"/>
              </a:defRPr>
            </a:lvl3pPr>
            <a:lvl4pPr algn="ctr" rtl="0" eaLnBrk="0" fontAlgn="base" hangingPunct="0">
              <a:spcBef>
                <a:spcPct val="0"/>
              </a:spcBef>
              <a:spcAft>
                <a:spcPct val="0"/>
              </a:spcAft>
              <a:defRPr sz="4400">
                <a:solidFill>
                  <a:schemeClr val="tx1"/>
                </a:solidFill>
                <a:latin typeface="Calibri" pitchFamily="34" charset="0"/>
                <a:cs typeface="Arial" pitchFamily="34" charset="0"/>
              </a:defRPr>
            </a:lvl4pPr>
            <a:lvl5pPr algn="ctr" rtl="0" eaLnBrk="0" fontAlgn="base" hangingPunct="0">
              <a:spcBef>
                <a:spcPct val="0"/>
              </a:spcBef>
              <a:spcAft>
                <a:spcPct val="0"/>
              </a:spcAft>
              <a:defRPr sz="4400">
                <a:solidFill>
                  <a:schemeClr val="tx1"/>
                </a:solidFill>
                <a:latin typeface="Calibri" pitchFamily="34" charset="0"/>
                <a:cs typeface="Arial" pitchFamily="34" charset="0"/>
              </a:defRPr>
            </a:lvl5pPr>
            <a:lvl6pPr marL="457200" algn="ctr" rtl="0" eaLnBrk="1" fontAlgn="base" hangingPunct="1">
              <a:spcBef>
                <a:spcPct val="0"/>
              </a:spcBef>
              <a:spcAft>
                <a:spcPct val="0"/>
              </a:spcAft>
              <a:defRPr sz="4400">
                <a:solidFill>
                  <a:schemeClr val="tx1"/>
                </a:solidFill>
                <a:latin typeface="Calibri" pitchFamily="34" charset="0"/>
                <a:cs typeface="Arial" pitchFamily="34" charset="0"/>
              </a:defRPr>
            </a:lvl6pPr>
            <a:lvl7pPr marL="914400" algn="ctr" rtl="0" eaLnBrk="1" fontAlgn="base" hangingPunct="1">
              <a:spcBef>
                <a:spcPct val="0"/>
              </a:spcBef>
              <a:spcAft>
                <a:spcPct val="0"/>
              </a:spcAft>
              <a:defRPr sz="4400">
                <a:solidFill>
                  <a:schemeClr val="tx1"/>
                </a:solidFill>
                <a:latin typeface="Calibri" pitchFamily="34" charset="0"/>
                <a:cs typeface="Arial" pitchFamily="34" charset="0"/>
              </a:defRPr>
            </a:lvl7pPr>
            <a:lvl8pPr marL="1371600" algn="ctr" rtl="0" eaLnBrk="1" fontAlgn="base" hangingPunct="1">
              <a:spcBef>
                <a:spcPct val="0"/>
              </a:spcBef>
              <a:spcAft>
                <a:spcPct val="0"/>
              </a:spcAft>
              <a:defRPr sz="4400">
                <a:solidFill>
                  <a:schemeClr val="tx1"/>
                </a:solidFill>
                <a:latin typeface="Calibri" pitchFamily="34" charset="0"/>
                <a:cs typeface="Arial" pitchFamily="34" charset="0"/>
              </a:defRPr>
            </a:lvl8pPr>
            <a:lvl9pPr marL="1828800" algn="ctr" rtl="0" eaLnBrk="1" fontAlgn="base" hangingPunct="1">
              <a:spcBef>
                <a:spcPct val="0"/>
              </a:spcBef>
              <a:spcAft>
                <a:spcPct val="0"/>
              </a:spcAft>
              <a:defRPr sz="4400">
                <a:solidFill>
                  <a:schemeClr val="tx1"/>
                </a:solidFill>
                <a:latin typeface="Calibri" pitchFamily="34" charset="0"/>
                <a:cs typeface="Arial" pitchFamily="34" charset="0"/>
              </a:defRPr>
            </a:lvl9pPr>
          </a:lstStyle>
          <a:p>
            <a:pPr algn="l"/>
            <a:r>
              <a:rPr lang="en-US" sz="3400" dirty="0" smtClean="0">
                <a:solidFill>
                  <a:srgbClr val="004151"/>
                </a:solidFill>
              </a:rPr>
              <a:t>Public Domain Drug Discovery Data:</a:t>
            </a:r>
            <a:br>
              <a:rPr lang="en-US" sz="3400" dirty="0" smtClean="0">
                <a:solidFill>
                  <a:srgbClr val="004151"/>
                </a:solidFill>
              </a:rPr>
            </a:br>
            <a:r>
              <a:rPr lang="en-US" sz="1600" dirty="0" err="1" smtClean="0">
                <a:solidFill>
                  <a:schemeClr val="tx2"/>
                </a:solidFill>
              </a:rPr>
              <a:t>Pharma</a:t>
            </a:r>
            <a:r>
              <a:rPr lang="en-US" sz="1600" dirty="0" smtClean="0">
                <a:solidFill>
                  <a:schemeClr val="tx2"/>
                </a:solidFill>
              </a:rPr>
              <a:t> are accessing,  processing, storing &amp; re-processing </a:t>
            </a:r>
            <a:br>
              <a:rPr lang="en-US" sz="1600" dirty="0" smtClean="0">
                <a:solidFill>
                  <a:schemeClr val="tx2"/>
                </a:solidFill>
              </a:rPr>
            </a:br>
            <a:endParaRPr lang="en-US" sz="1500" dirty="0" smtClean="0"/>
          </a:p>
        </p:txBody>
      </p:sp>
      <p:pic>
        <p:nvPicPr>
          <p:cNvPr id="9" name="Picture 2"/>
          <p:cNvPicPr>
            <a:picLocks noChangeAspect="1" noChangeArrowheads="1"/>
          </p:cNvPicPr>
          <p:nvPr/>
        </p:nvPicPr>
        <p:blipFill>
          <a:blip r:embed="rId4" cstate="print"/>
          <a:srcRect/>
          <a:stretch>
            <a:fillRect/>
          </a:stretch>
        </p:blipFill>
        <p:spPr bwMode="auto">
          <a:xfrm>
            <a:off x="785196" y="2293167"/>
            <a:ext cx="6912768" cy="3865692"/>
          </a:xfrm>
          <a:prstGeom prst="rect">
            <a:avLst/>
          </a:prstGeom>
          <a:noFill/>
          <a:ln w="9525">
            <a:noFill/>
            <a:miter lim="800000"/>
            <a:headEnd/>
            <a:tailEnd/>
          </a:ln>
          <a:effectLst/>
        </p:spPr>
      </p:pic>
      <p:sp>
        <p:nvSpPr>
          <p:cNvPr id="10" name="Fußzeilenplatzhalter 4"/>
          <p:cNvSpPr txBox="1">
            <a:spLocks/>
          </p:cNvSpPr>
          <p:nvPr/>
        </p:nvSpPr>
        <p:spPr>
          <a:xfrm>
            <a:off x="3131840" y="6453336"/>
            <a:ext cx="2895600" cy="40466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de-DE" smtClean="0"/>
              <a:t>www.openphacts.org</a:t>
            </a:r>
            <a:endParaRPr lang="de-DE" dirty="0"/>
          </a:p>
        </p:txBody>
      </p:sp>
    </p:spTree>
    <p:extLst>
      <p:ext uri="{BB962C8B-B14F-4D97-AF65-F5344CB8AC3E}">
        <p14:creationId xmlns:p14="http://schemas.microsoft.com/office/powerpoint/2010/main" val="3076877293"/>
      </p:ext>
    </p:extLst>
  </p:cSld>
  <p:clrMapOvr>
    <a:masterClrMapping/>
  </p:clrMapOvr>
  <p:transition advClick="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3"/>
          <p:cNvGrpSpPr/>
          <p:nvPr/>
        </p:nvGrpSpPr>
        <p:grpSpPr>
          <a:xfrm>
            <a:off x="3047898" y="1442042"/>
            <a:ext cx="6017553" cy="4650091"/>
            <a:chOff x="1042988" y="1171575"/>
            <a:chExt cx="7551737" cy="4951413"/>
          </a:xfrm>
        </p:grpSpPr>
        <p:sp>
          <p:nvSpPr>
            <p:cNvPr id="5" name="Trapezoid 4"/>
            <p:cNvSpPr/>
            <p:nvPr/>
          </p:nvSpPr>
          <p:spPr>
            <a:xfrm>
              <a:off x="2157413" y="4902200"/>
              <a:ext cx="3505200" cy="1220788"/>
            </a:xfrm>
            <a:prstGeom prst="trapezoid">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sp>
          <p:nvSpPr>
            <p:cNvPr id="6" name="TextBox 5"/>
            <p:cNvSpPr txBox="1"/>
            <p:nvPr/>
          </p:nvSpPr>
          <p:spPr>
            <a:xfrm>
              <a:off x="3455987" y="4857750"/>
              <a:ext cx="863721" cy="353207"/>
            </a:xfrm>
            <a:prstGeom prst="rect">
              <a:avLst/>
            </a:prstGeom>
            <a:noFill/>
          </p:spPr>
          <p:txBody>
            <a:bodyPr wrap="none">
              <a:spAutoFit/>
            </a:bodyPr>
            <a:lstStyle/>
            <a:p>
              <a:pPr eaLnBrk="1" hangingPunct="1">
                <a:defRPr/>
              </a:pPr>
              <a:r>
                <a:rPr lang="en-GB" b="1" baseline="0">
                  <a:effectLst>
                    <a:outerShdw blurRad="38100" dist="38100" dir="2700000" algn="tl">
                      <a:srgbClr val="C0C0C0"/>
                    </a:outerShdw>
                  </a:effectLst>
                  <a:latin typeface="Calibri" pitchFamily="34" charset="0"/>
                  <a:ea typeface="+mn-ea"/>
                  <a:cs typeface="+mn-cs"/>
                </a:rPr>
                <a:t>Data</a:t>
              </a:r>
            </a:p>
          </p:txBody>
        </p:sp>
        <p:sp>
          <p:nvSpPr>
            <p:cNvPr id="7" name="TextBox 36"/>
            <p:cNvSpPr txBox="1">
              <a:spLocks noChangeArrowheads="1"/>
            </p:cNvSpPr>
            <p:nvPr/>
          </p:nvSpPr>
          <p:spPr bwMode="auto">
            <a:xfrm>
              <a:off x="2306638" y="5321300"/>
              <a:ext cx="3027363" cy="412074"/>
            </a:xfrm>
            <a:prstGeom prst="rect">
              <a:avLst/>
            </a:prstGeom>
            <a:noFill/>
            <a:ln w="9525">
              <a:noFill/>
              <a:miter lim="800000"/>
              <a:headEnd/>
              <a:tailEnd/>
            </a:ln>
          </p:spPr>
          <p:txBody>
            <a:bodyPr>
              <a:spAutoFit/>
            </a:bodyPr>
            <a:lstStyle/>
            <a:p>
              <a:pPr algn="ctr" eaLnBrk="1" hangingPunct="1"/>
              <a:r>
                <a:rPr lang="en-GB" sz="1100" baseline="0">
                  <a:latin typeface="Calibri" pitchFamily="34" charset="0"/>
                </a:rPr>
                <a:t>Targets; Chemistry; Pharmacology; Literature; Patents</a:t>
              </a:r>
            </a:p>
          </p:txBody>
        </p:sp>
        <p:sp>
          <p:nvSpPr>
            <p:cNvPr id="8" name="Trapezoid 7"/>
            <p:cNvSpPr/>
            <p:nvPr/>
          </p:nvSpPr>
          <p:spPr>
            <a:xfrm>
              <a:off x="2476500" y="3740150"/>
              <a:ext cx="2868613" cy="1108075"/>
            </a:xfrm>
            <a:prstGeom prst="trapezoid">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sp>
          <p:nvSpPr>
            <p:cNvPr id="9" name="TextBox 8"/>
            <p:cNvSpPr txBox="1"/>
            <p:nvPr/>
          </p:nvSpPr>
          <p:spPr>
            <a:xfrm>
              <a:off x="3057524" y="3665538"/>
              <a:ext cx="1552896" cy="353207"/>
            </a:xfrm>
            <a:prstGeom prst="rect">
              <a:avLst/>
            </a:prstGeom>
            <a:noFill/>
          </p:spPr>
          <p:txBody>
            <a:bodyPr wrap="none">
              <a:spAutoFit/>
            </a:bodyPr>
            <a:lstStyle/>
            <a:p>
              <a:pPr eaLnBrk="1" hangingPunct="1">
                <a:defRPr/>
              </a:pPr>
              <a:r>
                <a:rPr lang="en-GB" b="1" baseline="0">
                  <a:effectLst>
                    <a:outerShdw blurRad="38100" dist="38100" dir="2700000" algn="tl">
                      <a:srgbClr val="C0C0C0"/>
                    </a:outerShdw>
                  </a:effectLst>
                  <a:latin typeface="Calibri" pitchFamily="34" charset="0"/>
                  <a:ea typeface="+mn-ea"/>
                  <a:cs typeface="+mn-cs"/>
                </a:rPr>
                <a:t>Standards</a:t>
              </a:r>
            </a:p>
          </p:txBody>
        </p:sp>
        <p:sp>
          <p:nvSpPr>
            <p:cNvPr id="10" name="TextBox 39"/>
            <p:cNvSpPr txBox="1">
              <a:spLocks noChangeArrowheads="1"/>
            </p:cNvSpPr>
            <p:nvPr/>
          </p:nvSpPr>
          <p:spPr bwMode="auto">
            <a:xfrm>
              <a:off x="2438399" y="4119563"/>
              <a:ext cx="2897188" cy="551885"/>
            </a:xfrm>
            <a:prstGeom prst="rect">
              <a:avLst/>
            </a:prstGeom>
            <a:noFill/>
            <a:ln w="9525">
              <a:noFill/>
              <a:miter lim="800000"/>
              <a:headEnd/>
              <a:tailEnd/>
            </a:ln>
          </p:spPr>
          <p:txBody>
            <a:bodyPr>
              <a:spAutoFit/>
            </a:bodyPr>
            <a:lstStyle/>
            <a:p>
              <a:pPr algn="ctr" eaLnBrk="1" hangingPunct="1"/>
              <a:r>
                <a:rPr lang="en-GB" sz="1050" baseline="0" dirty="0">
                  <a:latin typeface="Calibri" pitchFamily="34" charset="0"/>
                </a:rPr>
                <a:t>Ontology/taxonomy; </a:t>
              </a:r>
            </a:p>
            <a:p>
              <a:pPr algn="ctr" eaLnBrk="1" hangingPunct="1"/>
              <a:r>
                <a:rPr lang="en-GB" sz="1050" baseline="0" dirty="0">
                  <a:latin typeface="Calibri" pitchFamily="34" charset="0"/>
                </a:rPr>
                <a:t>Minimum information guide; </a:t>
              </a:r>
            </a:p>
            <a:p>
              <a:pPr algn="ctr" eaLnBrk="1" hangingPunct="1"/>
              <a:r>
                <a:rPr lang="en-GB" sz="1050" baseline="0" dirty="0">
                  <a:latin typeface="Calibri" pitchFamily="34" charset="0"/>
                </a:rPr>
                <a:t>Dictionaries; Interchange mapping</a:t>
              </a:r>
            </a:p>
          </p:txBody>
        </p:sp>
        <p:sp>
          <p:nvSpPr>
            <p:cNvPr id="11" name="Trapezoid 10"/>
            <p:cNvSpPr/>
            <p:nvPr/>
          </p:nvSpPr>
          <p:spPr>
            <a:xfrm>
              <a:off x="2760663" y="2373313"/>
              <a:ext cx="2287587" cy="1316037"/>
            </a:xfrm>
            <a:prstGeom prst="trapezoid">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sp>
          <p:nvSpPr>
            <p:cNvPr id="12" name="TextBox 11"/>
            <p:cNvSpPr txBox="1"/>
            <p:nvPr/>
          </p:nvSpPr>
          <p:spPr>
            <a:xfrm>
              <a:off x="3101275" y="2376097"/>
              <a:ext cx="1605662" cy="353207"/>
            </a:xfrm>
            <a:prstGeom prst="rect">
              <a:avLst/>
            </a:prstGeom>
            <a:noFill/>
          </p:spPr>
          <p:txBody>
            <a:bodyPr wrap="none">
              <a:spAutoFit/>
            </a:bodyPr>
            <a:lstStyle/>
            <a:p>
              <a:pPr eaLnBrk="1" hangingPunct="1">
                <a:defRPr/>
              </a:pPr>
              <a:r>
                <a:rPr lang="en-GB" b="1" baseline="0" dirty="0">
                  <a:effectLst>
                    <a:outerShdw blurRad="38100" dist="38100" dir="2700000" algn="tl">
                      <a:srgbClr val="C0C0C0"/>
                    </a:outerShdw>
                  </a:effectLst>
                  <a:latin typeface="Calibri" pitchFamily="34" charset="0"/>
                  <a:ea typeface="+mn-ea"/>
                  <a:cs typeface="+mn-cs"/>
                </a:rPr>
                <a:t>Assertions</a:t>
              </a:r>
            </a:p>
          </p:txBody>
        </p:sp>
        <p:sp>
          <p:nvSpPr>
            <p:cNvPr id="13" name="TextBox 42"/>
            <p:cNvSpPr txBox="1">
              <a:spLocks noChangeArrowheads="1"/>
            </p:cNvSpPr>
            <p:nvPr/>
          </p:nvSpPr>
          <p:spPr bwMode="auto">
            <a:xfrm>
              <a:off x="2879725" y="2840038"/>
              <a:ext cx="2041525" cy="551885"/>
            </a:xfrm>
            <a:prstGeom prst="rect">
              <a:avLst/>
            </a:prstGeom>
            <a:noFill/>
            <a:ln w="9525">
              <a:noFill/>
              <a:miter lim="800000"/>
              <a:headEnd/>
              <a:tailEnd/>
            </a:ln>
          </p:spPr>
          <p:txBody>
            <a:bodyPr>
              <a:spAutoFit/>
            </a:bodyPr>
            <a:lstStyle/>
            <a:p>
              <a:pPr algn="ctr" eaLnBrk="1" hangingPunct="1"/>
              <a:r>
                <a:rPr lang="en-GB" sz="1050" baseline="0">
                  <a:latin typeface="Calibri" pitchFamily="34" charset="0"/>
                </a:rPr>
                <a:t>e.g. Gene-to-Disease;</a:t>
              </a:r>
            </a:p>
            <a:p>
              <a:pPr algn="ctr" eaLnBrk="1" hangingPunct="1"/>
              <a:r>
                <a:rPr lang="en-GB" sz="1050" baseline="0">
                  <a:latin typeface="Calibri" pitchFamily="34" charset="0"/>
                </a:rPr>
                <a:t>Compound-to-Target; Compound-to-ADR</a:t>
              </a:r>
            </a:p>
          </p:txBody>
        </p:sp>
        <p:sp>
          <p:nvSpPr>
            <p:cNvPr id="14" name="Trapezoid 13"/>
            <p:cNvSpPr/>
            <p:nvPr/>
          </p:nvSpPr>
          <p:spPr>
            <a:xfrm>
              <a:off x="3092450" y="1211263"/>
              <a:ext cx="1614488" cy="1100137"/>
            </a:xfrm>
            <a:prstGeom prst="trapezoid">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sp>
          <p:nvSpPr>
            <p:cNvPr id="15" name="TextBox 14"/>
            <p:cNvSpPr txBox="1"/>
            <p:nvPr/>
          </p:nvSpPr>
          <p:spPr>
            <a:xfrm>
              <a:off x="3252233" y="1171575"/>
              <a:ext cx="1258410" cy="412074"/>
            </a:xfrm>
            <a:prstGeom prst="rect">
              <a:avLst/>
            </a:prstGeom>
            <a:noFill/>
          </p:spPr>
          <p:txBody>
            <a:bodyPr wrap="none">
              <a:spAutoFit/>
            </a:bodyPr>
            <a:lstStyle/>
            <a:p>
              <a:pPr algn="ctr" eaLnBrk="1" hangingPunct="1">
                <a:defRPr/>
              </a:pPr>
              <a:r>
                <a:rPr lang="en-GB" sz="1100" b="1" baseline="0">
                  <a:effectLst>
                    <a:outerShdw blurRad="38100" dist="38100" dir="2700000" algn="tl">
                      <a:srgbClr val="C0C0C0"/>
                    </a:outerShdw>
                  </a:effectLst>
                  <a:latin typeface="Calibri" pitchFamily="34" charset="0"/>
                  <a:ea typeface="+mn-ea"/>
                  <a:cs typeface="+mn-cs"/>
                </a:rPr>
                <a:t>Application</a:t>
              </a:r>
            </a:p>
            <a:p>
              <a:pPr algn="ctr" eaLnBrk="1" hangingPunct="1">
                <a:defRPr/>
              </a:pPr>
              <a:r>
                <a:rPr lang="en-GB" sz="1100" b="1" baseline="0">
                  <a:effectLst>
                    <a:outerShdw blurRad="38100" dist="38100" dir="2700000" algn="tl">
                      <a:srgbClr val="C0C0C0"/>
                    </a:outerShdw>
                  </a:effectLst>
                  <a:latin typeface="Calibri" pitchFamily="34" charset="0"/>
                  <a:ea typeface="+mn-ea"/>
                  <a:cs typeface="+mn-cs"/>
                </a:rPr>
                <a:t>(Knowledge)</a:t>
              </a:r>
            </a:p>
          </p:txBody>
        </p:sp>
        <p:sp>
          <p:nvSpPr>
            <p:cNvPr id="16" name="TextBox 45"/>
            <p:cNvSpPr txBox="1">
              <a:spLocks noChangeArrowheads="1"/>
            </p:cNvSpPr>
            <p:nvPr/>
          </p:nvSpPr>
          <p:spPr bwMode="auto">
            <a:xfrm>
              <a:off x="3024188" y="1676400"/>
              <a:ext cx="1752600" cy="529810"/>
            </a:xfrm>
            <a:prstGeom prst="rect">
              <a:avLst/>
            </a:prstGeom>
            <a:noFill/>
            <a:ln w="9525">
              <a:noFill/>
              <a:miter lim="800000"/>
              <a:headEnd/>
              <a:tailEnd/>
            </a:ln>
          </p:spPr>
          <p:txBody>
            <a:bodyPr>
              <a:spAutoFit/>
            </a:bodyPr>
            <a:lstStyle/>
            <a:p>
              <a:pPr algn="ctr" eaLnBrk="1" hangingPunct="1"/>
              <a:r>
                <a:rPr lang="en-GB" sz="1000" baseline="0" dirty="0">
                  <a:latin typeface="Calibri" pitchFamily="34" charset="0"/>
                </a:rPr>
                <a:t>Fact Visualisation</a:t>
              </a:r>
            </a:p>
            <a:p>
              <a:pPr algn="ctr" eaLnBrk="1" hangingPunct="1"/>
              <a:r>
                <a:rPr lang="fr-FR" sz="1000" baseline="0" dirty="0" err="1">
                  <a:latin typeface="Calibri" pitchFamily="34" charset="0"/>
                </a:rPr>
                <a:t>e.g</a:t>
              </a:r>
              <a:r>
                <a:rPr lang="fr-FR" sz="1000" baseline="0" dirty="0">
                  <a:latin typeface="Calibri" pitchFamily="34" charset="0"/>
                </a:rPr>
                <a:t>. Target Dossiers;</a:t>
              </a:r>
            </a:p>
            <a:p>
              <a:pPr algn="ctr" eaLnBrk="1" hangingPunct="1"/>
              <a:r>
                <a:rPr lang="fr-FR" sz="1000" baseline="0" dirty="0">
                  <a:latin typeface="Calibri" pitchFamily="34" charset="0"/>
                </a:rPr>
                <a:t>SAR Visualisation</a:t>
              </a:r>
              <a:endParaRPr lang="en-GB" sz="1000" baseline="0" dirty="0">
                <a:latin typeface="Calibri" pitchFamily="34" charset="0"/>
              </a:endParaRPr>
            </a:p>
          </p:txBody>
        </p:sp>
        <p:grpSp>
          <p:nvGrpSpPr>
            <p:cNvPr id="4" name="Group 51"/>
            <p:cNvGrpSpPr>
              <a:grpSpLocks/>
            </p:cNvGrpSpPr>
            <p:nvPr/>
          </p:nvGrpSpPr>
          <p:grpSpPr bwMode="auto">
            <a:xfrm>
              <a:off x="1042988" y="1260475"/>
              <a:ext cx="1082675" cy="4684713"/>
              <a:chOff x="567" y="632"/>
              <a:chExt cx="742" cy="3113"/>
            </a:xfrm>
          </p:grpSpPr>
          <p:sp>
            <p:nvSpPr>
              <p:cNvPr id="42" name="Rectangle 41"/>
              <p:cNvSpPr>
                <a:spLocks noChangeArrowheads="1"/>
              </p:cNvSpPr>
              <p:nvPr/>
            </p:nvSpPr>
            <p:spPr bwMode="auto">
              <a:xfrm>
                <a:off x="567" y="647"/>
                <a:ext cx="609" cy="3098"/>
              </a:xfrm>
              <a:prstGeom prst="rect">
                <a:avLst/>
              </a:prstGeom>
              <a:solidFill>
                <a:srgbClr val="FFFF00">
                  <a:alpha val="37000"/>
                </a:srgbClr>
              </a:solidFill>
              <a:ln w="25400" algn="ctr">
                <a:solidFill>
                  <a:srgbClr val="956F00"/>
                </a:solidFill>
                <a:miter lim="800000"/>
                <a:headEnd/>
                <a:tailEnd/>
              </a:ln>
            </p:spPr>
            <p:txBody>
              <a:bodyPr anchor="ctr"/>
              <a:lstStyle/>
              <a:p>
                <a:pPr algn="ctr" eaLnBrk="1" hangingPunct="1">
                  <a:defRPr/>
                </a:pPr>
                <a:endParaRPr lang="en-GB" sz="500" baseline="0">
                  <a:latin typeface="Calibri" pitchFamily="34" charset="0"/>
                  <a:ea typeface="+mn-ea"/>
                  <a:cs typeface="+mn-cs"/>
                </a:endParaRPr>
              </a:p>
            </p:txBody>
          </p:sp>
          <p:sp>
            <p:nvSpPr>
              <p:cNvPr id="43" name="Right Arrow Callout 42"/>
              <p:cNvSpPr/>
              <p:nvPr/>
            </p:nvSpPr>
            <p:spPr>
              <a:xfrm>
                <a:off x="634" y="953"/>
                <a:ext cx="675" cy="369"/>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GB" sz="1050" baseline="0">
                  <a:solidFill>
                    <a:schemeClr val="tx1"/>
                  </a:solidFill>
                  <a:latin typeface="Calibri" pitchFamily="34" charset="0"/>
                  <a:ea typeface="ＭＳ Ｐゴシック"/>
                  <a:cs typeface="ＭＳ Ｐゴシック"/>
                </a:endParaRPr>
              </a:p>
            </p:txBody>
          </p:sp>
          <p:sp>
            <p:nvSpPr>
              <p:cNvPr id="44" name="Right Arrow Callout 43"/>
              <p:cNvSpPr/>
              <p:nvPr/>
            </p:nvSpPr>
            <p:spPr>
              <a:xfrm>
                <a:off x="634" y="1696"/>
                <a:ext cx="675" cy="369"/>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sp>
            <p:nvSpPr>
              <p:cNvPr id="45" name="Right Arrow Callout 44"/>
              <p:cNvSpPr/>
              <p:nvPr/>
            </p:nvSpPr>
            <p:spPr>
              <a:xfrm>
                <a:off x="634" y="2497"/>
                <a:ext cx="675" cy="369"/>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sp>
            <p:nvSpPr>
              <p:cNvPr id="46" name="Right Arrow Callout 45"/>
              <p:cNvSpPr/>
              <p:nvPr/>
            </p:nvSpPr>
            <p:spPr>
              <a:xfrm>
                <a:off x="634" y="3261"/>
                <a:ext cx="675" cy="370"/>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sp>
            <p:nvSpPr>
              <p:cNvPr id="47" name="TextBox 46"/>
              <p:cNvSpPr txBox="1"/>
              <p:nvPr/>
            </p:nvSpPr>
            <p:spPr>
              <a:xfrm>
                <a:off x="581" y="632"/>
                <a:ext cx="684" cy="166"/>
              </a:xfrm>
              <a:prstGeom prst="rect">
                <a:avLst/>
              </a:prstGeom>
              <a:noFill/>
            </p:spPr>
            <p:txBody>
              <a:bodyPr wrap="none">
                <a:spAutoFit/>
              </a:bodyPr>
              <a:lstStyle/>
              <a:p>
                <a:pPr eaLnBrk="1" hangingPunct="1">
                  <a:defRPr/>
                </a:pPr>
                <a:r>
                  <a:rPr lang="en-GB" sz="1050" b="1" baseline="0">
                    <a:effectLst>
                      <a:outerShdw blurRad="38100" dist="38100" dir="2700000" algn="tl">
                        <a:srgbClr val="C0C0C0"/>
                      </a:outerShdw>
                    </a:effectLst>
                    <a:latin typeface="Calibri" pitchFamily="34" charset="0"/>
                    <a:ea typeface="+mn-ea"/>
                    <a:cs typeface="+mn-cs"/>
                  </a:rPr>
                  <a:t>SERVICES</a:t>
                </a:r>
              </a:p>
            </p:txBody>
          </p:sp>
          <p:sp>
            <p:nvSpPr>
              <p:cNvPr id="48" name="Up-Down Arrow 47"/>
              <p:cNvSpPr/>
              <p:nvPr/>
            </p:nvSpPr>
            <p:spPr>
              <a:xfrm>
                <a:off x="745" y="1365"/>
                <a:ext cx="214" cy="29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sp>
            <p:nvSpPr>
              <p:cNvPr id="49" name="Up-Down Arrow 48"/>
              <p:cNvSpPr/>
              <p:nvPr/>
            </p:nvSpPr>
            <p:spPr>
              <a:xfrm>
                <a:off x="743" y="2130"/>
                <a:ext cx="214" cy="29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sp>
            <p:nvSpPr>
              <p:cNvPr id="50" name="Up-Down Arrow 49"/>
              <p:cNvSpPr/>
              <p:nvPr/>
            </p:nvSpPr>
            <p:spPr>
              <a:xfrm>
                <a:off x="743" y="2913"/>
                <a:ext cx="214" cy="291"/>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grpSp>
        <p:grpSp>
          <p:nvGrpSpPr>
            <p:cNvPr id="17" name="Group 59"/>
            <p:cNvGrpSpPr>
              <a:grpSpLocks/>
            </p:cNvGrpSpPr>
            <p:nvPr/>
          </p:nvGrpSpPr>
          <p:grpSpPr bwMode="auto">
            <a:xfrm>
              <a:off x="8042275" y="5087938"/>
              <a:ext cx="552450" cy="558800"/>
              <a:chOff x="8184629" y="2335306"/>
              <a:chExt cx="707036" cy="716734"/>
            </a:xfrm>
          </p:grpSpPr>
          <p:pic>
            <p:nvPicPr>
              <p:cNvPr id="39" name="Picture 2"/>
              <p:cNvPicPr>
                <a:picLocks noChangeAspect="1" noChangeArrowheads="1"/>
              </p:cNvPicPr>
              <p:nvPr/>
            </p:nvPicPr>
            <p:blipFill>
              <a:blip r:embed="rId3" cstate="print"/>
              <a:srcRect/>
              <a:stretch>
                <a:fillRect/>
              </a:stretch>
            </p:blipFill>
            <p:spPr bwMode="auto">
              <a:xfrm>
                <a:off x="8409480" y="2335306"/>
                <a:ext cx="449704" cy="414433"/>
              </a:xfrm>
              <a:prstGeom prst="rect">
                <a:avLst/>
              </a:prstGeom>
              <a:noFill/>
              <a:ln w="9525">
                <a:noFill/>
                <a:miter lim="800000"/>
                <a:headEnd/>
                <a:tailEnd/>
              </a:ln>
            </p:spPr>
          </p:pic>
          <p:pic>
            <p:nvPicPr>
              <p:cNvPr id="40" name="Picture 2"/>
              <p:cNvPicPr>
                <a:picLocks noChangeAspect="1" noChangeArrowheads="1"/>
              </p:cNvPicPr>
              <p:nvPr/>
            </p:nvPicPr>
            <p:blipFill>
              <a:blip r:embed="rId3" cstate="print"/>
              <a:srcRect/>
              <a:stretch>
                <a:fillRect/>
              </a:stretch>
            </p:blipFill>
            <p:spPr bwMode="auto">
              <a:xfrm>
                <a:off x="8441961" y="2637607"/>
                <a:ext cx="449704" cy="414433"/>
              </a:xfrm>
              <a:prstGeom prst="rect">
                <a:avLst/>
              </a:prstGeom>
              <a:noFill/>
              <a:ln w="9525">
                <a:noFill/>
                <a:miter lim="800000"/>
                <a:headEnd/>
                <a:tailEnd/>
              </a:ln>
            </p:spPr>
          </p:pic>
          <p:pic>
            <p:nvPicPr>
              <p:cNvPr id="41" name="Picture 2"/>
              <p:cNvPicPr>
                <a:picLocks noChangeAspect="1" noChangeArrowheads="1"/>
              </p:cNvPicPr>
              <p:nvPr/>
            </p:nvPicPr>
            <p:blipFill>
              <a:blip r:embed="rId3" cstate="print"/>
              <a:srcRect/>
              <a:stretch>
                <a:fillRect/>
              </a:stretch>
            </p:blipFill>
            <p:spPr bwMode="auto">
              <a:xfrm>
                <a:off x="8184629" y="2410257"/>
                <a:ext cx="449704" cy="414433"/>
              </a:xfrm>
              <a:prstGeom prst="rect">
                <a:avLst/>
              </a:prstGeom>
              <a:noFill/>
              <a:ln w="9525">
                <a:noFill/>
                <a:miter lim="800000"/>
                <a:headEnd/>
                <a:tailEnd/>
              </a:ln>
            </p:spPr>
          </p:pic>
        </p:grpSp>
        <p:grpSp>
          <p:nvGrpSpPr>
            <p:cNvPr id="18" name="Group 60"/>
            <p:cNvGrpSpPr>
              <a:grpSpLocks/>
            </p:cNvGrpSpPr>
            <p:nvPr/>
          </p:nvGrpSpPr>
          <p:grpSpPr bwMode="auto">
            <a:xfrm>
              <a:off x="8042275" y="3819525"/>
              <a:ext cx="552450" cy="557213"/>
              <a:chOff x="8184629" y="2335306"/>
              <a:chExt cx="707036" cy="716734"/>
            </a:xfrm>
          </p:grpSpPr>
          <p:pic>
            <p:nvPicPr>
              <p:cNvPr id="36" name="Picture 2"/>
              <p:cNvPicPr>
                <a:picLocks noChangeAspect="1" noChangeArrowheads="1"/>
              </p:cNvPicPr>
              <p:nvPr/>
            </p:nvPicPr>
            <p:blipFill>
              <a:blip r:embed="rId3" cstate="print"/>
              <a:srcRect/>
              <a:stretch>
                <a:fillRect/>
              </a:stretch>
            </p:blipFill>
            <p:spPr bwMode="auto">
              <a:xfrm>
                <a:off x="8409480" y="2335306"/>
                <a:ext cx="449704" cy="414433"/>
              </a:xfrm>
              <a:prstGeom prst="rect">
                <a:avLst/>
              </a:prstGeom>
              <a:noFill/>
              <a:ln w="9525">
                <a:noFill/>
                <a:miter lim="800000"/>
                <a:headEnd/>
                <a:tailEnd/>
              </a:ln>
            </p:spPr>
          </p:pic>
          <p:pic>
            <p:nvPicPr>
              <p:cNvPr id="37" name="Picture 2"/>
              <p:cNvPicPr>
                <a:picLocks noChangeAspect="1" noChangeArrowheads="1"/>
              </p:cNvPicPr>
              <p:nvPr/>
            </p:nvPicPr>
            <p:blipFill>
              <a:blip r:embed="rId3" cstate="print"/>
              <a:srcRect/>
              <a:stretch>
                <a:fillRect/>
              </a:stretch>
            </p:blipFill>
            <p:spPr bwMode="auto">
              <a:xfrm>
                <a:off x="8441961" y="2637607"/>
                <a:ext cx="449704" cy="414433"/>
              </a:xfrm>
              <a:prstGeom prst="rect">
                <a:avLst/>
              </a:prstGeom>
              <a:noFill/>
              <a:ln w="9525">
                <a:noFill/>
                <a:miter lim="800000"/>
                <a:headEnd/>
                <a:tailEnd/>
              </a:ln>
            </p:spPr>
          </p:pic>
          <p:pic>
            <p:nvPicPr>
              <p:cNvPr id="38" name="Picture 2"/>
              <p:cNvPicPr>
                <a:picLocks noChangeAspect="1" noChangeArrowheads="1"/>
              </p:cNvPicPr>
              <p:nvPr/>
            </p:nvPicPr>
            <p:blipFill>
              <a:blip r:embed="rId3" cstate="print"/>
              <a:srcRect/>
              <a:stretch>
                <a:fillRect/>
              </a:stretch>
            </p:blipFill>
            <p:spPr bwMode="auto">
              <a:xfrm>
                <a:off x="8184629" y="2410257"/>
                <a:ext cx="449704" cy="414433"/>
              </a:xfrm>
              <a:prstGeom prst="rect">
                <a:avLst/>
              </a:prstGeom>
              <a:noFill/>
              <a:ln w="9525">
                <a:noFill/>
                <a:miter lim="800000"/>
                <a:headEnd/>
                <a:tailEnd/>
              </a:ln>
            </p:spPr>
          </p:pic>
        </p:grpSp>
        <p:grpSp>
          <p:nvGrpSpPr>
            <p:cNvPr id="19" name="Group 64"/>
            <p:cNvGrpSpPr>
              <a:grpSpLocks/>
            </p:cNvGrpSpPr>
            <p:nvPr/>
          </p:nvGrpSpPr>
          <p:grpSpPr bwMode="auto">
            <a:xfrm>
              <a:off x="8042275" y="2641600"/>
              <a:ext cx="552450" cy="557213"/>
              <a:chOff x="8184629" y="2335306"/>
              <a:chExt cx="707036" cy="716734"/>
            </a:xfrm>
          </p:grpSpPr>
          <p:pic>
            <p:nvPicPr>
              <p:cNvPr id="33" name="Picture 2"/>
              <p:cNvPicPr>
                <a:picLocks noChangeAspect="1" noChangeArrowheads="1"/>
              </p:cNvPicPr>
              <p:nvPr/>
            </p:nvPicPr>
            <p:blipFill>
              <a:blip r:embed="rId3" cstate="print"/>
              <a:srcRect/>
              <a:stretch>
                <a:fillRect/>
              </a:stretch>
            </p:blipFill>
            <p:spPr bwMode="auto">
              <a:xfrm>
                <a:off x="8409480" y="2335306"/>
                <a:ext cx="449704" cy="414433"/>
              </a:xfrm>
              <a:prstGeom prst="rect">
                <a:avLst/>
              </a:prstGeom>
              <a:noFill/>
              <a:ln w="9525">
                <a:noFill/>
                <a:miter lim="800000"/>
                <a:headEnd/>
                <a:tailEnd/>
              </a:ln>
            </p:spPr>
          </p:pic>
          <p:pic>
            <p:nvPicPr>
              <p:cNvPr id="34" name="Picture 2"/>
              <p:cNvPicPr>
                <a:picLocks noChangeAspect="1" noChangeArrowheads="1"/>
              </p:cNvPicPr>
              <p:nvPr/>
            </p:nvPicPr>
            <p:blipFill>
              <a:blip r:embed="rId3" cstate="print"/>
              <a:srcRect/>
              <a:stretch>
                <a:fillRect/>
              </a:stretch>
            </p:blipFill>
            <p:spPr bwMode="auto">
              <a:xfrm>
                <a:off x="8441961" y="2637607"/>
                <a:ext cx="449704" cy="414433"/>
              </a:xfrm>
              <a:prstGeom prst="rect">
                <a:avLst/>
              </a:prstGeom>
              <a:noFill/>
              <a:ln w="9525">
                <a:noFill/>
                <a:miter lim="800000"/>
                <a:headEnd/>
                <a:tailEnd/>
              </a:ln>
            </p:spPr>
          </p:pic>
          <p:pic>
            <p:nvPicPr>
              <p:cNvPr id="35" name="Picture 2"/>
              <p:cNvPicPr>
                <a:picLocks noChangeAspect="1" noChangeArrowheads="1"/>
              </p:cNvPicPr>
              <p:nvPr/>
            </p:nvPicPr>
            <p:blipFill>
              <a:blip r:embed="rId3" cstate="print"/>
              <a:srcRect/>
              <a:stretch>
                <a:fillRect/>
              </a:stretch>
            </p:blipFill>
            <p:spPr bwMode="auto">
              <a:xfrm>
                <a:off x="8184629" y="2410257"/>
                <a:ext cx="449704" cy="414433"/>
              </a:xfrm>
              <a:prstGeom prst="rect">
                <a:avLst/>
              </a:prstGeom>
              <a:noFill/>
              <a:ln w="9525">
                <a:noFill/>
                <a:miter lim="800000"/>
                <a:headEnd/>
                <a:tailEnd/>
              </a:ln>
            </p:spPr>
          </p:pic>
        </p:grpSp>
        <p:grpSp>
          <p:nvGrpSpPr>
            <p:cNvPr id="20" name="Group 68"/>
            <p:cNvGrpSpPr>
              <a:grpSpLocks/>
            </p:cNvGrpSpPr>
            <p:nvPr/>
          </p:nvGrpSpPr>
          <p:grpSpPr bwMode="auto">
            <a:xfrm>
              <a:off x="8042275" y="1370013"/>
              <a:ext cx="552450" cy="558800"/>
              <a:chOff x="8184629" y="2335306"/>
              <a:chExt cx="707036" cy="716734"/>
            </a:xfrm>
          </p:grpSpPr>
          <p:pic>
            <p:nvPicPr>
              <p:cNvPr id="30" name="Picture 2"/>
              <p:cNvPicPr>
                <a:picLocks noChangeAspect="1" noChangeArrowheads="1"/>
              </p:cNvPicPr>
              <p:nvPr/>
            </p:nvPicPr>
            <p:blipFill>
              <a:blip r:embed="rId3" cstate="print"/>
              <a:srcRect/>
              <a:stretch>
                <a:fillRect/>
              </a:stretch>
            </p:blipFill>
            <p:spPr bwMode="auto">
              <a:xfrm>
                <a:off x="8409480" y="2335306"/>
                <a:ext cx="449704" cy="414433"/>
              </a:xfrm>
              <a:prstGeom prst="rect">
                <a:avLst/>
              </a:prstGeom>
              <a:noFill/>
              <a:ln w="9525">
                <a:noFill/>
                <a:miter lim="800000"/>
                <a:headEnd/>
                <a:tailEnd/>
              </a:ln>
            </p:spPr>
          </p:pic>
          <p:pic>
            <p:nvPicPr>
              <p:cNvPr id="31" name="Picture 2"/>
              <p:cNvPicPr>
                <a:picLocks noChangeAspect="1" noChangeArrowheads="1"/>
              </p:cNvPicPr>
              <p:nvPr/>
            </p:nvPicPr>
            <p:blipFill>
              <a:blip r:embed="rId3" cstate="print"/>
              <a:srcRect/>
              <a:stretch>
                <a:fillRect/>
              </a:stretch>
            </p:blipFill>
            <p:spPr bwMode="auto">
              <a:xfrm>
                <a:off x="8441961" y="2637607"/>
                <a:ext cx="449704" cy="414433"/>
              </a:xfrm>
              <a:prstGeom prst="rect">
                <a:avLst/>
              </a:prstGeom>
              <a:noFill/>
              <a:ln w="9525">
                <a:noFill/>
                <a:miter lim="800000"/>
                <a:headEnd/>
                <a:tailEnd/>
              </a:ln>
            </p:spPr>
          </p:pic>
          <p:pic>
            <p:nvPicPr>
              <p:cNvPr id="32" name="Picture 2"/>
              <p:cNvPicPr>
                <a:picLocks noChangeAspect="1" noChangeArrowheads="1"/>
              </p:cNvPicPr>
              <p:nvPr/>
            </p:nvPicPr>
            <p:blipFill>
              <a:blip r:embed="rId3" cstate="print"/>
              <a:srcRect/>
              <a:stretch>
                <a:fillRect/>
              </a:stretch>
            </p:blipFill>
            <p:spPr bwMode="auto">
              <a:xfrm>
                <a:off x="8184629" y="2410257"/>
                <a:ext cx="449704" cy="414433"/>
              </a:xfrm>
              <a:prstGeom prst="rect">
                <a:avLst/>
              </a:prstGeom>
              <a:noFill/>
              <a:ln w="9525">
                <a:noFill/>
                <a:miter lim="800000"/>
                <a:headEnd/>
                <a:tailEnd/>
              </a:ln>
            </p:spPr>
          </p:pic>
        </p:grpSp>
        <p:sp>
          <p:nvSpPr>
            <p:cNvPr id="22" name="Left Arrow 21"/>
            <p:cNvSpPr/>
            <p:nvPr/>
          </p:nvSpPr>
          <p:spPr>
            <a:xfrm>
              <a:off x="5175250" y="1895475"/>
              <a:ext cx="2752725" cy="1397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sp>
          <p:nvSpPr>
            <p:cNvPr id="23" name="Left Arrow 22"/>
            <p:cNvSpPr/>
            <p:nvPr/>
          </p:nvSpPr>
          <p:spPr>
            <a:xfrm>
              <a:off x="5562600" y="3238500"/>
              <a:ext cx="2365375" cy="13811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sp>
          <p:nvSpPr>
            <p:cNvPr id="24" name="Left Arrow 23"/>
            <p:cNvSpPr/>
            <p:nvPr/>
          </p:nvSpPr>
          <p:spPr>
            <a:xfrm>
              <a:off x="5834063" y="4337050"/>
              <a:ext cx="2093912" cy="14763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sp>
          <p:nvSpPr>
            <p:cNvPr id="25" name="Left Arrow 24"/>
            <p:cNvSpPr/>
            <p:nvPr/>
          </p:nvSpPr>
          <p:spPr>
            <a:xfrm>
              <a:off x="6151563" y="5483225"/>
              <a:ext cx="1776412" cy="14605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50" baseline="0">
                <a:solidFill>
                  <a:schemeClr val="tx1"/>
                </a:solidFill>
                <a:latin typeface="Calibri" pitchFamily="34" charset="0"/>
              </a:endParaRPr>
            </a:p>
          </p:txBody>
        </p:sp>
        <p:sp>
          <p:nvSpPr>
            <p:cNvPr id="26" name="TextBox 76"/>
            <p:cNvSpPr txBox="1">
              <a:spLocks noChangeArrowheads="1"/>
            </p:cNvSpPr>
            <p:nvPr/>
          </p:nvSpPr>
          <p:spPr bwMode="auto">
            <a:xfrm>
              <a:off x="5997576" y="4797425"/>
              <a:ext cx="2070100" cy="551885"/>
            </a:xfrm>
            <a:prstGeom prst="rect">
              <a:avLst/>
            </a:prstGeom>
            <a:noFill/>
            <a:ln w="9525">
              <a:noFill/>
              <a:miter lim="800000"/>
              <a:headEnd/>
              <a:tailEnd/>
            </a:ln>
          </p:spPr>
          <p:txBody>
            <a:bodyPr>
              <a:spAutoFit/>
            </a:bodyPr>
            <a:lstStyle/>
            <a:p>
              <a:pPr algn="ctr" eaLnBrk="1" hangingPunct="1"/>
              <a:r>
                <a:rPr lang="en-GB" sz="1050" b="1" i="1" baseline="0">
                  <a:latin typeface="Calibri" pitchFamily="34" charset="0"/>
                </a:rPr>
                <a:t>Defining needs; Knowledge; </a:t>
              </a:r>
            </a:p>
            <a:p>
              <a:pPr algn="ctr" eaLnBrk="1" hangingPunct="1"/>
              <a:r>
                <a:rPr lang="en-GB" sz="1050" b="1" i="1" baseline="0">
                  <a:latin typeface="Calibri" pitchFamily="34" charset="0"/>
                </a:rPr>
                <a:t>Data Contribution</a:t>
              </a:r>
            </a:p>
          </p:txBody>
        </p:sp>
        <p:sp>
          <p:nvSpPr>
            <p:cNvPr id="27" name="TextBox 77"/>
            <p:cNvSpPr txBox="1">
              <a:spLocks noChangeArrowheads="1"/>
            </p:cNvSpPr>
            <p:nvPr/>
          </p:nvSpPr>
          <p:spPr bwMode="auto">
            <a:xfrm>
              <a:off x="5472114" y="3652838"/>
              <a:ext cx="2671762" cy="706413"/>
            </a:xfrm>
            <a:prstGeom prst="rect">
              <a:avLst/>
            </a:prstGeom>
            <a:noFill/>
            <a:ln w="9525">
              <a:noFill/>
              <a:miter lim="800000"/>
              <a:headEnd/>
              <a:tailEnd/>
            </a:ln>
          </p:spPr>
          <p:txBody>
            <a:bodyPr>
              <a:spAutoFit/>
            </a:bodyPr>
            <a:lstStyle/>
            <a:p>
              <a:pPr algn="ctr" eaLnBrk="1" hangingPunct="1"/>
              <a:r>
                <a:rPr lang="en-GB" sz="1050" b="1" i="1" baseline="0">
                  <a:latin typeface="Calibri" pitchFamily="34" charset="0"/>
                </a:rPr>
                <a:t>Support existing standards; Drive new DD-relevant ontologies; Work with publishers</a:t>
              </a:r>
            </a:p>
          </p:txBody>
        </p:sp>
        <p:sp>
          <p:nvSpPr>
            <p:cNvPr id="28" name="TextBox 78"/>
            <p:cNvSpPr txBox="1">
              <a:spLocks noChangeArrowheads="1"/>
            </p:cNvSpPr>
            <p:nvPr/>
          </p:nvSpPr>
          <p:spPr bwMode="auto">
            <a:xfrm>
              <a:off x="5195888" y="2552700"/>
              <a:ext cx="2871787" cy="706413"/>
            </a:xfrm>
            <a:prstGeom prst="rect">
              <a:avLst/>
            </a:prstGeom>
            <a:noFill/>
            <a:ln w="9525">
              <a:noFill/>
              <a:miter lim="800000"/>
              <a:headEnd/>
              <a:tailEnd/>
            </a:ln>
          </p:spPr>
          <p:txBody>
            <a:bodyPr>
              <a:spAutoFit/>
            </a:bodyPr>
            <a:lstStyle/>
            <a:p>
              <a:pPr algn="ctr" eaLnBrk="1" hangingPunct="1"/>
              <a:r>
                <a:rPr lang="en-GB" sz="1050" b="1" i="1" baseline="0" dirty="0">
                  <a:latin typeface="Calibri" pitchFamily="34" charset="0"/>
                </a:rPr>
                <a:t>Define needs; Contribute algorithms &amp; develop tools (e.g. text mining); Enhance existing approaches</a:t>
              </a:r>
            </a:p>
          </p:txBody>
        </p:sp>
        <p:sp>
          <p:nvSpPr>
            <p:cNvPr id="29" name="TextBox 79"/>
            <p:cNvSpPr txBox="1">
              <a:spLocks noChangeArrowheads="1"/>
            </p:cNvSpPr>
            <p:nvPr/>
          </p:nvSpPr>
          <p:spPr bwMode="auto">
            <a:xfrm>
              <a:off x="5357813" y="1423988"/>
              <a:ext cx="2709862" cy="551885"/>
            </a:xfrm>
            <a:prstGeom prst="rect">
              <a:avLst/>
            </a:prstGeom>
            <a:noFill/>
            <a:ln w="9525">
              <a:noFill/>
              <a:miter lim="800000"/>
              <a:headEnd/>
              <a:tailEnd/>
            </a:ln>
          </p:spPr>
          <p:txBody>
            <a:bodyPr>
              <a:spAutoFit/>
            </a:bodyPr>
            <a:lstStyle/>
            <a:p>
              <a:pPr algn="ctr" eaLnBrk="1" hangingPunct="1"/>
              <a:r>
                <a:rPr lang="en-GB" sz="1050" b="1" i="1" baseline="0" dirty="0">
                  <a:latin typeface="Calibri" pitchFamily="34" charset="0"/>
                </a:rPr>
                <a:t>Define needs; Design algorithms; Develop “plug-in” architectures?</a:t>
              </a:r>
            </a:p>
          </p:txBody>
        </p:sp>
      </p:grpSp>
      <p:sp>
        <p:nvSpPr>
          <p:cNvPr id="51" name="TextBox 50"/>
          <p:cNvSpPr txBox="1"/>
          <p:nvPr/>
        </p:nvSpPr>
        <p:spPr>
          <a:xfrm>
            <a:off x="374722" y="852529"/>
            <a:ext cx="4886274" cy="261610"/>
          </a:xfrm>
          <a:prstGeom prst="rect">
            <a:avLst/>
          </a:prstGeom>
          <a:noFill/>
        </p:spPr>
        <p:txBody>
          <a:bodyPr wrap="none" rtlCol="0">
            <a:spAutoFit/>
          </a:bodyPr>
          <a:lstStyle/>
          <a:p>
            <a:pPr algn="just"/>
            <a:r>
              <a:rPr lang="en-GB" sz="1100" dirty="0" smtClean="0">
                <a:solidFill>
                  <a:schemeClr val="bg2">
                    <a:lumMod val="50000"/>
                  </a:schemeClr>
                </a:solidFill>
              </a:rPr>
              <a:t>After Barnes </a:t>
            </a:r>
            <a:r>
              <a:rPr lang="en-GB" sz="1100" i="1" dirty="0" smtClean="0">
                <a:solidFill>
                  <a:schemeClr val="bg2">
                    <a:lumMod val="50000"/>
                  </a:schemeClr>
                </a:solidFill>
              </a:rPr>
              <a:t>et al </a:t>
            </a:r>
            <a:r>
              <a:rPr lang="en-GB" sz="1100" dirty="0" smtClean="0">
                <a:solidFill>
                  <a:schemeClr val="bg2">
                    <a:lumMod val="50000"/>
                  </a:schemeClr>
                </a:solidFill>
              </a:rPr>
              <a:t>Nature Review Drug Discovery 2009 doi10.1038/nrd2944</a:t>
            </a:r>
            <a:endParaRPr lang="en-GB" sz="1100" dirty="0">
              <a:solidFill>
                <a:schemeClr val="bg2">
                  <a:lumMod val="50000"/>
                </a:schemeClr>
              </a:solidFill>
            </a:endParaRPr>
          </a:p>
        </p:txBody>
      </p:sp>
      <p:pic>
        <p:nvPicPr>
          <p:cNvPr id="52" name="Picture 1"/>
          <p:cNvPicPr>
            <a:picLocks noChangeAspect="1" noChangeArrowheads="1"/>
          </p:cNvPicPr>
          <p:nvPr/>
        </p:nvPicPr>
        <p:blipFill>
          <a:blip r:embed="rId4" cstate="print"/>
          <a:srcRect/>
          <a:stretch>
            <a:fillRect/>
          </a:stretch>
        </p:blipFill>
        <p:spPr bwMode="auto">
          <a:xfrm>
            <a:off x="124245" y="1490287"/>
            <a:ext cx="2822222" cy="4568253"/>
          </a:xfrm>
          <a:prstGeom prst="rect">
            <a:avLst/>
          </a:prstGeom>
          <a:noFill/>
          <a:ln w="9525">
            <a:solidFill>
              <a:schemeClr val="tx2"/>
            </a:solidFill>
            <a:miter lim="800000"/>
            <a:headEnd/>
            <a:tailEnd/>
          </a:ln>
          <a:effectLst>
            <a:outerShdw blurRad="76200" dir="18900000" sy="23000" kx="-1200000" algn="bl" rotWithShape="0">
              <a:prstClr val="black">
                <a:alpha val="20000"/>
              </a:prstClr>
            </a:outerShdw>
          </a:effectLst>
        </p:spPr>
      </p:pic>
      <p:sp>
        <p:nvSpPr>
          <p:cNvPr id="21" name="Title 20"/>
          <p:cNvSpPr>
            <a:spLocks noGrp="1"/>
          </p:cNvSpPr>
          <p:nvPr>
            <p:ph type="ctrTitle"/>
          </p:nvPr>
        </p:nvSpPr>
        <p:spPr/>
        <p:txBody>
          <a:bodyPr/>
          <a:lstStyle/>
          <a:p>
            <a:r>
              <a:rPr lang="en-US" dirty="0" smtClean="0"/>
              <a:t> </a:t>
            </a:r>
            <a:endParaRPr lang="en-US" dirty="0"/>
          </a:p>
        </p:txBody>
      </p:sp>
      <p:sp>
        <p:nvSpPr>
          <p:cNvPr id="3" name="Subtitle 2"/>
          <p:cNvSpPr>
            <a:spLocks noGrp="1"/>
          </p:cNvSpPr>
          <p:nvPr>
            <p:ph type="subTitle" idx="1"/>
          </p:nvPr>
        </p:nvSpPr>
        <p:spPr>
          <a:xfrm>
            <a:off x="275256" y="156501"/>
            <a:ext cx="6400800" cy="904203"/>
          </a:xfrm>
        </p:spPr>
        <p:txBody>
          <a:bodyPr/>
          <a:lstStyle/>
          <a:p>
            <a:pPr algn="l"/>
            <a:r>
              <a:rPr lang="nl-BE" sz="3600" b="1" dirty="0">
                <a:solidFill>
                  <a:srgbClr val="004151"/>
                </a:solidFill>
                <a:latin typeface="Arial" pitchFamily="34" charset="0"/>
                <a:ea typeface="+mn-ea"/>
                <a:cs typeface="+mn-cs"/>
              </a:rPr>
              <a:t>Open PHACTS </a:t>
            </a:r>
          </a:p>
        </p:txBody>
      </p:sp>
    </p:spTree>
    <p:extLst>
      <p:ext uri="{BB962C8B-B14F-4D97-AF65-F5344CB8AC3E}">
        <p14:creationId xmlns:p14="http://schemas.microsoft.com/office/powerpoint/2010/main" val="24155970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32656"/>
            <a:ext cx="7081118" cy="511200"/>
          </a:xfrm>
        </p:spPr>
        <p:txBody>
          <a:bodyPr/>
          <a:lstStyle/>
          <a:p>
            <a:pPr algn="l"/>
            <a:r>
              <a:rPr lang="en-US" sz="3200" kern="1200" dirty="0" smtClean="0">
                <a:solidFill>
                  <a:srgbClr val="004151"/>
                </a:solidFill>
                <a:latin typeface="Arial" pitchFamily="34" charset="0"/>
                <a:ea typeface="+mn-ea"/>
                <a:cs typeface="+mn-cs"/>
              </a:rPr>
              <a:t>Open </a:t>
            </a:r>
            <a:r>
              <a:rPr lang="en-US" sz="3200" kern="1200" dirty="0" err="1" smtClean="0">
                <a:solidFill>
                  <a:srgbClr val="004151"/>
                </a:solidFill>
                <a:latin typeface="Arial" pitchFamily="34" charset="0"/>
                <a:ea typeface="+mn-ea"/>
                <a:cs typeface="+mn-cs"/>
              </a:rPr>
              <a:t>PHACTS</a:t>
            </a:r>
            <a:r>
              <a:rPr lang="en-US" sz="3200" kern="1200" dirty="0" smtClean="0">
                <a:solidFill>
                  <a:srgbClr val="004151"/>
                </a:solidFill>
                <a:latin typeface="Arial" pitchFamily="34" charset="0"/>
                <a:ea typeface="+mn-ea"/>
                <a:cs typeface="+mn-cs"/>
              </a:rPr>
              <a:t> What do we need?</a:t>
            </a:r>
            <a:endParaRPr lang="en-US" sz="3200" kern="1200" dirty="0">
              <a:solidFill>
                <a:srgbClr val="004151"/>
              </a:solidFill>
              <a:latin typeface="Arial" pitchFamily="34" charset="0"/>
              <a:ea typeface="+mn-ea"/>
              <a:cs typeface="+mn-cs"/>
            </a:endParaRPr>
          </a:p>
        </p:txBody>
      </p:sp>
      <p:sp>
        <p:nvSpPr>
          <p:cNvPr id="7" name="Rounded Rectangle 6"/>
          <p:cNvSpPr/>
          <p:nvPr/>
        </p:nvSpPr>
        <p:spPr>
          <a:xfrm>
            <a:off x="107504" y="3645024"/>
            <a:ext cx="1480904" cy="600927"/>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err="1" smtClean="0">
                <a:solidFill>
                  <a:schemeClr val="tx1"/>
                </a:solidFill>
              </a:rPr>
              <a:t>ChEMBL</a:t>
            </a:r>
            <a:endParaRPr lang="en-US" dirty="0">
              <a:solidFill>
                <a:schemeClr val="tx1"/>
              </a:solidFill>
            </a:endParaRPr>
          </a:p>
        </p:txBody>
      </p:sp>
      <p:sp>
        <p:nvSpPr>
          <p:cNvPr id="8" name="Rounded Rectangle 7"/>
          <p:cNvSpPr/>
          <p:nvPr/>
        </p:nvSpPr>
        <p:spPr>
          <a:xfrm>
            <a:off x="1762195" y="3603782"/>
            <a:ext cx="1480904" cy="600927"/>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err="1" smtClean="0">
                <a:solidFill>
                  <a:schemeClr val="tx1"/>
                </a:solidFill>
              </a:rPr>
              <a:t>DrugBank</a:t>
            </a:r>
            <a:endParaRPr lang="en-US" dirty="0">
              <a:solidFill>
                <a:schemeClr val="tx1"/>
              </a:solidFill>
            </a:endParaRPr>
          </a:p>
        </p:txBody>
      </p:sp>
      <p:sp>
        <p:nvSpPr>
          <p:cNvPr id="9" name="Rounded Rectangle 8"/>
          <p:cNvSpPr/>
          <p:nvPr/>
        </p:nvSpPr>
        <p:spPr>
          <a:xfrm>
            <a:off x="3491880" y="3645024"/>
            <a:ext cx="1480904" cy="600927"/>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solidFill>
                  <a:schemeClr val="tx1"/>
                </a:solidFill>
              </a:rPr>
              <a:t>Gene Ontology</a:t>
            </a:r>
            <a:endParaRPr lang="en-US" dirty="0">
              <a:solidFill>
                <a:schemeClr val="tx1"/>
              </a:solidFill>
            </a:endParaRPr>
          </a:p>
        </p:txBody>
      </p:sp>
      <p:sp>
        <p:nvSpPr>
          <p:cNvPr id="10" name="Rounded Rectangle 9"/>
          <p:cNvSpPr/>
          <p:nvPr/>
        </p:nvSpPr>
        <p:spPr>
          <a:xfrm>
            <a:off x="5194810" y="3622620"/>
            <a:ext cx="1721581" cy="600927"/>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mtClean="0">
                <a:solidFill>
                  <a:schemeClr val="tx1"/>
                </a:solidFill>
              </a:rPr>
              <a:t>Wikipathways</a:t>
            </a:r>
            <a:endParaRPr lang="en-US">
              <a:solidFill>
                <a:schemeClr val="tx1"/>
              </a:solidFill>
            </a:endParaRPr>
          </a:p>
        </p:txBody>
      </p:sp>
      <p:sp>
        <p:nvSpPr>
          <p:cNvPr id="11" name="Rounded Rectangle 10"/>
          <p:cNvSpPr/>
          <p:nvPr/>
        </p:nvSpPr>
        <p:spPr>
          <a:xfrm>
            <a:off x="2592218" y="4491234"/>
            <a:ext cx="1480904" cy="600927"/>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mtClean="0">
                <a:solidFill>
                  <a:schemeClr val="tx1"/>
                </a:solidFill>
              </a:rPr>
              <a:t>Uniprot</a:t>
            </a:r>
            <a:endParaRPr lang="en-US">
              <a:solidFill>
                <a:schemeClr val="tx1"/>
              </a:solidFill>
            </a:endParaRPr>
          </a:p>
        </p:txBody>
      </p:sp>
      <p:sp>
        <p:nvSpPr>
          <p:cNvPr id="12" name="Rounded Rectangle 11"/>
          <p:cNvSpPr/>
          <p:nvPr/>
        </p:nvSpPr>
        <p:spPr>
          <a:xfrm>
            <a:off x="3607985" y="5337978"/>
            <a:ext cx="1628585" cy="600927"/>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mtClean="0">
                <a:solidFill>
                  <a:schemeClr val="tx1"/>
                </a:solidFill>
              </a:rPr>
              <a:t>ChemSpider</a:t>
            </a:r>
            <a:endParaRPr lang="en-US">
              <a:solidFill>
                <a:schemeClr val="tx1"/>
              </a:solidFill>
            </a:endParaRPr>
          </a:p>
        </p:txBody>
      </p:sp>
      <p:sp>
        <p:nvSpPr>
          <p:cNvPr id="13" name="Rounded Rectangle 12"/>
          <p:cNvSpPr/>
          <p:nvPr/>
        </p:nvSpPr>
        <p:spPr>
          <a:xfrm>
            <a:off x="4462261" y="4491234"/>
            <a:ext cx="1628585" cy="600927"/>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mtClean="0">
                <a:solidFill>
                  <a:schemeClr val="tx1"/>
                </a:solidFill>
              </a:rPr>
              <a:t>UMLS</a:t>
            </a:r>
            <a:endParaRPr lang="en-US">
              <a:solidFill>
                <a:schemeClr val="tx1"/>
              </a:solidFill>
            </a:endParaRPr>
          </a:p>
        </p:txBody>
      </p:sp>
      <p:sp>
        <p:nvSpPr>
          <p:cNvPr id="14" name="Rounded Rectangle 13"/>
          <p:cNvSpPr/>
          <p:nvPr/>
        </p:nvSpPr>
        <p:spPr>
          <a:xfrm>
            <a:off x="1611202" y="5337978"/>
            <a:ext cx="1628585" cy="600927"/>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smtClean="0">
                <a:solidFill>
                  <a:schemeClr val="tx1"/>
                </a:solidFill>
              </a:rPr>
              <a:t>ConceptWiki</a:t>
            </a:r>
            <a:endParaRPr lang="en-US" sz="1600">
              <a:solidFill>
                <a:schemeClr val="tx1"/>
              </a:solidFill>
            </a:endParaRPr>
          </a:p>
        </p:txBody>
      </p:sp>
      <p:sp>
        <p:nvSpPr>
          <p:cNvPr id="15" name="Rounded Rectangle 14"/>
          <p:cNvSpPr/>
          <p:nvPr/>
        </p:nvSpPr>
        <p:spPr>
          <a:xfrm>
            <a:off x="409408" y="4491234"/>
            <a:ext cx="1628585" cy="600927"/>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mtClean="0">
                <a:solidFill>
                  <a:schemeClr val="tx1"/>
                </a:solidFill>
              </a:rPr>
              <a:t>ChEBI</a:t>
            </a:r>
            <a:endParaRPr lang="en-US">
              <a:solidFill>
                <a:schemeClr val="tx1"/>
              </a:solidFill>
            </a:endParaRPr>
          </a:p>
        </p:txBody>
      </p:sp>
      <p:sp>
        <p:nvSpPr>
          <p:cNvPr id="17" name="Rounded Rectangle 16"/>
          <p:cNvSpPr/>
          <p:nvPr/>
        </p:nvSpPr>
        <p:spPr>
          <a:xfrm>
            <a:off x="5632045" y="5348353"/>
            <a:ext cx="1628585" cy="600927"/>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mtClean="0">
                <a:solidFill>
                  <a:schemeClr val="tx1"/>
                </a:solidFill>
              </a:rPr>
              <a:t>TrialTrove</a:t>
            </a:r>
            <a:endParaRPr lang="en-US">
              <a:solidFill>
                <a:schemeClr val="tx1"/>
              </a:solidFill>
            </a:endParaRPr>
          </a:p>
        </p:txBody>
      </p:sp>
      <p:sp>
        <p:nvSpPr>
          <p:cNvPr id="18" name="Rounded Rectangle 17"/>
          <p:cNvSpPr/>
          <p:nvPr/>
        </p:nvSpPr>
        <p:spPr>
          <a:xfrm>
            <a:off x="6480720" y="4499828"/>
            <a:ext cx="1628585" cy="600927"/>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mtClean="0">
                <a:solidFill>
                  <a:schemeClr val="tx1"/>
                </a:solidFill>
              </a:rPr>
              <a:t>GVKBio</a:t>
            </a:r>
            <a:endParaRPr lang="en-US">
              <a:solidFill>
                <a:schemeClr val="tx1"/>
              </a:solidFill>
            </a:endParaRPr>
          </a:p>
        </p:txBody>
      </p:sp>
      <p:sp>
        <p:nvSpPr>
          <p:cNvPr id="19" name="Rounded Rectangle 18"/>
          <p:cNvSpPr/>
          <p:nvPr/>
        </p:nvSpPr>
        <p:spPr>
          <a:xfrm>
            <a:off x="7128792" y="3635732"/>
            <a:ext cx="1628585" cy="600927"/>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mtClean="0">
                <a:solidFill>
                  <a:schemeClr val="tx1"/>
                </a:solidFill>
              </a:rPr>
              <a:t>GeneGo</a:t>
            </a:r>
            <a:endParaRPr lang="en-US">
              <a:solidFill>
                <a:schemeClr val="tx1"/>
              </a:solidFill>
            </a:endParaRPr>
          </a:p>
        </p:txBody>
      </p:sp>
      <p:sp>
        <p:nvSpPr>
          <p:cNvPr id="20" name="Rounded Rectangle 19"/>
          <p:cNvSpPr/>
          <p:nvPr/>
        </p:nvSpPr>
        <p:spPr>
          <a:xfrm>
            <a:off x="7479919" y="5348353"/>
            <a:ext cx="1628585" cy="600927"/>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mtClean="0">
                <a:solidFill>
                  <a:schemeClr val="tx1"/>
                </a:solidFill>
              </a:rPr>
              <a:t>TR Integrity</a:t>
            </a:r>
            <a:endParaRPr lang="en-US">
              <a:solidFill>
                <a:schemeClr val="tx1"/>
              </a:solidFill>
            </a:endParaRPr>
          </a:p>
        </p:txBody>
      </p:sp>
      <p:graphicFrame>
        <p:nvGraphicFramePr>
          <p:cNvPr id="24" name="Object 50"/>
          <p:cNvGraphicFramePr>
            <a:graphicFrameLocks noChangeAspect="1"/>
          </p:cNvGraphicFramePr>
          <p:nvPr/>
        </p:nvGraphicFramePr>
        <p:xfrm>
          <a:off x="4860032" y="2060848"/>
          <a:ext cx="515938" cy="509588"/>
        </p:xfrm>
        <a:graphic>
          <a:graphicData uri="http://schemas.openxmlformats.org/presentationml/2006/ole">
            <mc:AlternateContent xmlns:mc="http://schemas.openxmlformats.org/markup-compatibility/2006">
              <mc:Choice xmlns:v="urn:schemas-microsoft-com:vml" Requires="v">
                <p:oleObj spid="_x0000_s26666" name="Photo Editor Photo" r:id="rId4" imgW="1219370" imgH="1219370" progId="">
                  <p:embed/>
                </p:oleObj>
              </mc:Choice>
              <mc:Fallback>
                <p:oleObj name="Photo Editor Photo" r:id="rId4" imgW="1219370" imgH="121937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0032" y="2060848"/>
                        <a:ext cx="515938" cy="50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D5900"/>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graphicFrame>
        <p:nvGraphicFramePr>
          <p:cNvPr id="25" name="Object 48"/>
          <p:cNvGraphicFramePr>
            <a:graphicFrameLocks noChangeAspect="1"/>
          </p:cNvGraphicFramePr>
          <p:nvPr/>
        </p:nvGraphicFramePr>
        <p:xfrm>
          <a:off x="5220072" y="2924944"/>
          <a:ext cx="508000" cy="501650"/>
        </p:xfrm>
        <a:graphic>
          <a:graphicData uri="http://schemas.openxmlformats.org/presentationml/2006/ole">
            <mc:AlternateContent xmlns:mc="http://schemas.openxmlformats.org/markup-compatibility/2006">
              <mc:Choice xmlns:v="urn:schemas-microsoft-com:vml" Requires="v">
                <p:oleObj spid="_x0000_s26667" name="Photo Editor Photo" r:id="rId6" imgW="1219370" imgH="1219370" progId="">
                  <p:embed/>
                </p:oleObj>
              </mc:Choice>
              <mc:Fallback>
                <p:oleObj name="Photo Editor Photo" r:id="rId6" imgW="1219370" imgH="121937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20072" y="2924944"/>
                        <a:ext cx="508000"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D5900"/>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26" name="Oval Callout 25"/>
          <p:cNvSpPr/>
          <p:nvPr/>
        </p:nvSpPr>
        <p:spPr bwMode="auto">
          <a:xfrm>
            <a:off x="6009456" y="1772816"/>
            <a:ext cx="3134544" cy="1728192"/>
          </a:xfrm>
          <a:prstGeom prst="wedgeEllipseCallout">
            <a:avLst>
              <a:gd name="adj1" fmla="val -57180"/>
              <a:gd name="adj2" fmla="val 17950"/>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r>
              <a:rPr lang="en-US" sz="1400" dirty="0" smtClean="0">
                <a:solidFill>
                  <a:schemeClr val="tx2">
                    <a:lumMod val="50000"/>
                  </a:schemeClr>
                </a:solidFill>
                <a:latin typeface="Comic Sans MS" pitchFamily="66" charset="0"/>
              </a:rPr>
              <a:t>“Find me compounds that inhibit targets in  </a:t>
            </a:r>
            <a:r>
              <a:rPr lang="en-US" sz="1400" dirty="0" err="1" smtClean="0">
                <a:solidFill>
                  <a:schemeClr val="tx2">
                    <a:lumMod val="50000"/>
                  </a:schemeClr>
                </a:solidFill>
                <a:latin typeface="Comic Sans MS" pitchFamily="66" charset="0"/>
              </a:rPr>
              <a:t>NFkB</a:t>
            </a:r>
            <a:r>
              <a:rPr lang="en-US" sz="1400" dirty="0" smtClean="0">
                <a:solidFill>
                  <a:schemeClr val="tx2">
                    <a:lumMod val="50000"/>
                  </a:schemeClr>
                </a:solidFill>
                <a:latin typeface="Comic Sans MS" pitchFamily="66" charset="0"/>
              </a:rPr>
              <a:t> pathway assayed in only functional assays with a potency &lt;1 </a:t>
            </a:r>
            <a:r>
              <a:rPr lang="el-GR" sz="1400" dirty="0" smtClean="0">
                <a:solidFill>
                  <a:schemeClr val="tx2">
                    <a:lumMod val="50000"/>
                  </a:schemeClr>
                </a:solidFill>
                <a:latin typeface="Comic Sans MS" pitchFamily="66" charset="0"/>
              </a:rPr>
              <a:t>μ</a:t>
            </a:r>
            <a:r>
              <a:rPr lang="en-US" sz="1400" dirty="0" smtClean="0">
                <a:solidFill>
                  <a:schemeClr val="tx2">
                    <a:lumMod val="50000"/>
                  </a:schemeClr>
                </a:solidFill>
                <a:latin typeface="Comic Sans MS" pitchFamily="66" charset="0"/>
              </a:rPr>
              <a:t>M”</a:t>
            </a:r>
            <a:endParaRPr lang="en-GB" sz="1400" dirty="0">
              <a:solidFill>
                <a:schemeClr val="tx2">
                  <a:lumMod val="50000"/>
                </a:schemeClr>
              </a:solidFill>
              <a:latin typeface="Comic Sans MS" pitchFamily="66" charset="0"/>
            </a:endParaRPr>
          </a:p>
        </p:txBody>
      </p:sp>
      <p:sp>
        <p:nvSpPr>
          <p:cNvPr id="27" name="Oval Callout 26"/>
          <p:cNvSpPr/>
          <p:nvPr/>
        </p:nvSpPr>
        <p:spPr bwMode="auto">
          <a:xfrm>
            <a:off x="3635896" y="1052736"/>
            <a:ext cx="2586075" cy="1512168"/>
          </a:xfrm>
          <a:prstGeom prst="wedgeEllipseCallout">
            <a:avLst>
              <a:gd name="adj1" fmla="val -46861"/>
              <a:gd name="adj2" fmla="val 52422"/>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r>
              <a:rPr lang="en-US" sz="1400" dirty="0" smtClean="0">
                <a:solidFill>
                  <a:schemeClr val="tx2">
                    <a:lumMod val="50000"/>
                  </a:schemeClr>
                </a:solidFill>
                <a:latin typeface="Comic Sans MS" pitchFamily="66" charset="0"/>
              </a:rPr>
              <a:t>“Let me compare MW, </a:t>
            </a:r>
            <a:r>
              <a:rPr lang="en-US" sz="1400" dirty="0" err="1" smtClean="0">
                <a:solidFill>
                  <a:schemeClr val="tx2">
                    <a:lumMod val="50000"/>
                  </a:schemeClr>
                </a:solidFill>
                <a:latin typeface="Comic Sans MS" pitchFamily="66" charset="0"/>
              </a:rPr>
              <a:t>logP</a:t>
            </a:r>
            <a:r>
              <a:rPr lang="en-US" sz="1400" dirty="0" smtClean="0">
                <a:solidFill>
                  <a:schemeClr val="tx2">
                    <a:lumMod val="50000"/>
                  </a:schemeClr>
                </a:solidFill>
                <a:latin typeface="Comic Sans MS" pitchFamily="66" charset="0"/>
              </a:rPr>
              <a:t> and PSA for known  </a:t>
            </a:r>
            <a:r>
              <a:rPr lang="en-US" sz="1400" dirty="0" err="1" smtClean="0">
                <a:solidFill>
                  <a:schemeClr val="tx2">
                    <a:lumMod val="50000"/>
                  </a:schemeClr>
                </a:solidFill>
                <a:latin typeface="Comic Sans MS" pitchFamily="66" charset="0"/>
              </a:rPr>
              <a:t>oxidoreductase</a:t>
            </a:r>
            <a:r>
              <a:rPr lang="en-US" sz="1400" dirty="0" smtClean="0">
                <a:solidFill>
                  <a:schemeClr val="tx2">
                    <a:lumMod val="50000"/>
                  </a:schemeClr>
                </a:solidFill>
                <a:latin typeface="Comic Sans MS" pitchFamily="66" charset="0"/>
              </a:rPr>
              <a:t> inhibitors”</a:t>
            </a:r>
            <a:endParaRPr lang="en-GB" sz="1400" dirty="0">
              <a:solidFill>
                <a:schemeClr val="tx2">
                  <a:lumMod val="50000"/>
                </a:schemeClr>
              </a:solidFill>
              <a:latin typeface="Comic Sans MS" pitchFamily="66" charset="0"/>
            </a:endParaRPr>
          </a:p>
        </p:txBody>
      </p:sp>
      <p:sp>
        <p:nvSpPr>
          <p:cNvPr id="28" name="Oval Callout 27"/>
          <p:cNvSpPr/>
          <p:nvPr/>
        </p:nvSpPr>
        <p:spPr bwMode="auto">
          <a:xfrm>
            <a:off x="197931" y="1124743"/>
            <a:ext cx="2933909" cy="1224137"/>
          </a:xfrm>
          <a:prstGeom prst="wedgeEllipseCallout">
            <a:avLst>
              <a:gd name="adj1" fmla="val -23978"/>
              <a:gd name="adj2" fmla="val 69231"/>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r>
              <a:rPr lang="en-US" sz="1400" dirty="0" smtClean="0">
                <a:solidFill>
                  <a:schemeClr val="tx2">
                    <a:lumMod val="50000"/>
                  </a:schemeClr>
                </a:solidFill>
                <a:latin typeface="Comic Sans MS" pitchFamily="66" charset="0"/>
              </a:rPr>
              <a:t>“What is the selectivity profile of known p38 inhibitors?”  </a:t>
            </a:r>
          </a:p>
        </p:txBody>
      </p:sp>
      <p:graphicFrame>
        <p:nvGraphicFramePr>
          <p:cNvPr id="1028" name="Object 4"/>
          <p:cNvGraphicFramePr>
            <a:graphicFrameLocks noChangeAspect="1"/>
          </p:cNvGraphicFramePr>
          <p:nvPr/>
        </p:nvGraphicFramePr>
        <p:xfrm>
          <a:off x="3131840" y="2420888"/>
          <a:ext cx="508000" cy="501650"/>
        </p:xfrm>
        <a:graphic>
          <a:graphicData uri="http://schemas.openxmlformats.org/presentationml/2006/ole">
            <mc:AlternateContent xmlns:mc="http://schemas.openxmlformats.org/markup-compatibility/2006">
              <mc:Choice xmlns:v="urn:schemas-microsoft-com:vml" Requires="v">
                <p:oleObj spid="_x0000_s26668" name="Photo Editor Photo" r:id="rId8" imgW="1219370" imgH="1219370" progId="">
                  <p:embed/>
                </p:oleObj>
              </mc:Choice>
              <mc:Fallback>
                <p:oleObj name="Photo Editor Photo" r:id="rId8" imgW="1219370" imgH="121937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1840" y="2420888"/>
                        <a:ext cx="508000"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D5900"/>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graphicFrame>
        <p:nvGraphicFramePr>
          <p:cNvPr id="1029" name="Object 5"/>
          <p:cNvGraphicFramePr>
            <a:graphicFrameLocks noChangeAspect="1"/>
          </p:cNvGraphicFramePr>
          <p:nvPr/>
        </p:nvGraphicFramePr>
        <p:xfrm>
          <a:off x="539552" y="2564904"/>
          <a:ext cx="508000" cy="501650"/>
        </p:xfrm>
        <a:graphic>
          <a:graphicData uri="http://schemas.openxmlformats.org/presentationml/2006/ole">
            <mc:AlternateContent xmlns:mc="http://schemas.openxmlformats.org/markup-compatibility/2006">
              <mc:Choice xmlns:v="urn:schemas-microsoft-com:vml" Requires="v">
                <p:oleObj spid="_x0000_s26669" name="Photo Editor Photo" r:id="rId9" imgW="1219370" imgH="1219370" progId="">
                  <p:embed/>
                </p:oleObj>
              </mc:Choice>
              <mc:Fallback>
                <p:oleObj name="Photo Editor Photo" r:id="rId9" imgW="1219370" imgH="121937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552" y="2564904"/>
                        <a:ext cx="508000"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D5900"/>
                            </a:solidFill>
                            <a:miter lim="800000"/>
                            <a:headEnd/>
                            <a:tailEnd/>
                          </a14:hiddenLine>
                        </a:ext>
                        <a:ext uri="{AF507438-7753-43E0-B8FC-AC1667EBCBE1}">
                          <a14:hiddenEffect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
        <p:nvSpPr>
          <p:cNvPr id="29" name="TextBox 28"/>
          <p:cNvSpPr txBox="1"/>
          <p:nvPr/>
        </p:nvSpPr>
        <p:spPr>
          <a:xfrm>
            <a:off x="179512" y="6237312"/>
            <a:ext cx="8558653" cy="369332"/>
          </a:xfrm>
          <a:prstGeom prst="rect">
            <a:avLst/>
          </a:prstGeom>
          <a:solidFill>
            <a:srgbClr val="FFC000"/>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dirty="0" smtClean="0"/>
              <a:t>The Open PHACTS infrastructure can support many different domains &amp; questions</a:t>
            </a:r>
            <a:endParaRPr lang="en-US" dirty="0"/>
          </a:p>
        </p:txBody>
      </p:sp>
    </p:spTree>
    <p:extLst>
      <p:ext uri="{BB962C8B-B14F-4D97-AF65-F5344CB8AC3E}">
        <p14:creationId xmlns:p14="http://schemas.microsoft.com/office/powerpoint/2010/main" val="1732116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6749126" cy="830064"/>
          </a:xfrm>
        </p:spPr>
        <p:txBody>
          <a:bodyPr>
            <a:noAutofit/>
          </a:bodyPr>
          <a:lstStyle/>
          <a:p>
            <a:pPr algn="l"/>
            <a:r>
              <a:rPr lang="en-US" sz="3600" dirty="0" smtClean="0">
                <a:solidFill>
                  <a:srgbClr val="004151"/>
                </a:solidFill>
              </a:rPr>
              <a:t>Open </a:t>
            </a:r>
            <a:r>
              <a:rPr lang="en-US" sz="3600" dirty="0" err="1" smtClean="0">
                <a:solidFill>
                  <a:srgbClr val="004151"/>
                </a:solidFill>
              </a:rPr>
              <a:t>PHACTS</a:t>
            </a:r>
            <a:r>
              <a:rPr lang="en-US" sz="3600" dirty="0" smtClean="0">
                <a:solidFill>
                  <a:srgbClr val="004151"/>
                </a:solidFill>
              </a:rPr>
              <a:t> Philosophy</a:t>
            </a:r>
            <a:endParaRPr lang="en-US" sz="3600" dirty="0">
              <a:solidFill>
                <a:srgbClr val="004151"/>
              </a:solidFill>
            </a:endParaRPr>
          </a:p>
        </p:txBody>
      </p:sp>
      <p:sp>
        <p:nvSpPr>
          <p:cNvPr id="3" name="Content Placeholder 2"/>
          <p:cNvSpPr>
            <a:spLocks noGrp="1"/>
          </p:cNvSpPr>
          <p:nvPr>
            <p:ph idx="1"/>
          </p:nvPr>
        </p:nvSpPr>
        <p:spPr>
          <a:xfrm>
            <a:off x="172196" y="1323399"/>
            <a:ext cx="8712968" cy="4957986"/>
          </a:xfrm>
        </p:spPr>
        <p:txBody>
          <a:bodyPr/>
          <a:lstStyle/>
          <a:p>
            <a:pPr marL="627063">
              <a:buNone/>
            </a:pPr>
            <a:r>
              <a:rPr lang="en-US" sz="1800" dirty="0" smtClean="0">
                <a:solidFill>
                  <a:srgbClr val="004151"/>
                </a:solidFill>
                <a:latin typeface="Arial" pitchFamily="34" charset="0"/>
                <a:cs typeface="Arial" pitchFamily="34" charset="0"/>
              </a:rPr>
              <a:t>Open PHACTS is an Infrastructure with an open API that you can build </a:t>
            </a:r>
            <a:r>
              <a:rPr lang="en-US" sz="1800" dirty="0" err="1" smtClean="0">
                <a:solidFill>
                  <a:srgbClr val="004151"/>
                </a:solidFill>
                <a:latin typeface="Arial" pitchFamily="34" charset="0"/>
                <a:cs typeface="Arial" pitchFamily="34" charset="0"/>
              </a:rPr>
              <a:t>aplications</a:t>
            </a:r>
            <a:r>
              <a:rPr lang="en-US" sz="1800" dirty="0" smtClean="0">
                <a:solidFill>
                  <a:srgbClr val="004151"/>
                </a:solidFill>
                <a:latin typeface="Arial" pitchFamily="34" charset="0"/>
                <a:cs typeface="Arial" pitchFamily="34" charset="0"/>
              </a:rPr>
              <a:t> around</a:t>
            </a:r>
            <a:endParaRPr lang="en-US" sz="1800" dirty="0">
              <a:solidFill>
                <a:srgbClr val="004151"/>
              </a:solidFill>
              <a:latin typeface="Arial" pitchFamily="34" charset="0"/>
              <a:cs typeface="Arial" pitchFamily="34" charset="0"/>
            </a:endParaRPr>
          </a:p>
          <a:p>
            <a:pPr marL="1081088" lvl="1" indent="-273050">
              <a:lnSpc>
                <a:spcPct val="200000"/>
              </a:lnSpc>
              <a:spcBef>
                <a:spcPts val="0"/>
              </a:spcBef>
            </a:pPr>
            <a:r>
              <a:rPr lang="en-US" sz="1600" i="1" dirty="0" smtClean="0">
                <a:solidFill>
                  <a:srgbClr val="004151"/>
                </a:solidFill>
                <a:latin typeface="Arial" pitchFamily="34" charset="0"/>
                <a:cs typeface="Arial" pitchFamily="34" charset="0"/>
              </a:rPr>
              <a:t>Additive – we want to build on things that are already there</a:t>
            </a:r>
          </a:p>
          <a:p>
            <a:pPr marL="1081088" lvl="1" indent="-273050">
              <a:lnSpc>
                <a:spcPct val="150000"/>
              </a:lnSpc>
            </a:pPr>
            <a:r>
              <a:rPr lang="en-US" sz="1600" i="1" dirty="0" smtClean="0">
                <a:solidFill>
                  <a:srgbClr val="004151"/>
                </a:solidFill>
                <a:latin typeface="Arial" pitchFamily="34" charset="0"/>
                <a:cs typeface="Arial" pitchFamily="34" charset="0"/>
              </a:rPr>
              <a:t>Collaborative – we join the community, and develop together</a:t>
            </a:r>
          </a:p>
          <a:p>
            <a:pPr marL="1081088" lvl="1" indent="-273050">
              <a:lnSpc>
                <a:spcPct val="150000"/>
              </a:lnSpc>
            </a:pPr>
            <a:r>
              <a:rPr lang="en-US" sz="1600" i="1" dirty="0" smtClean="0">
                <a:solidFill>
                  <a:srgbClr val="004151"/>
                </a:solidFill>
                <a:latin typeface="Arial" pitchFamily="34" charset="0"/>
                <a:cs typeface="Arial" pitchFamily="34" charset="0"/>
              </a:rPr>
              <a:t>Connecting – we want to bring things together to answer key drug discovery problems</a:t>
            </a:r>
            <a:endParaRPr lang="en-US" sz="1800" dirty="0">
              <a:solidFill>
                <a:srgbClr val="004151"/>
              </a:solidFill>
              <a:latin typeface="Arial" pitchFamily="34" charset="0"/>
              <a:cs typeface="Arial" pitchFamily="34" charset="0"/>
            </a:endParaRPr>
          </a:p>
          <a:p>
            <a:pPr marL="627063"/>
            <a:r>
              <a:rPr lang="en-US" sz="1800" dirty="0" smtClean="0">
                <a:solidFill>
                  <a:srgbClr val="004151"/>
                </a:solidFill>
                <a:latin typeface="Arial" pitchFamily="34" charset="0"/>
                <a:cs typeface="Arial" pitchFamily="34" charset="0"/>
              </a:rPr>
              <a:t>We will do boring stuff really really well, because this is big, hard and complicated</a:t>
            </a:r>
          </a:p>
          <a:p>
            <a:pPr marL="1081088" lvl="1" indent="-273050">
              <a:lnSpc>
                <a:spcPct val="200000"/>
              </a:lnSpc>
            </a:pPr>
            <a:r>
              <a:rPr lang="en-US" sz="1600" i="1" dirty="0" smtClean="0">
                <a:solidFill>
                  <a:srgbClr val="004151"/>
                </a:solidFill>
                <a:latin typeface="Arial" pitchFamily="34" charset="0"/>
                <a:cs typeface="Arial" pitchFamily="34" charset="0"/>
              </a:rPr>
              <a:t>Licensing</a:t>
            </a:r>
          </a:p>
          <a:p>
            <a:pPr marL="1081088" lvl="1" indent="-273050">
              <a:lnSpc>
                <a:spcPct val="150000"/>
              </a:lnSpc>
            </a:pPr>
            <a:r>
              <a:rPr lang="en-US" sz="1600" i="1" dirty="0" smtClean="0">
                <a:solidFill>
                  <a:srgbClr val="004151"/>
                </a:solidFill>
                <a:latin typeface="Arial" pitchFamily="34" charset="0"/>
                <a:cs typeface="Arial" pitchFamily="34" charset="0"/>
              </a:rPr>
              <a:t>Mapping </a:t>
            </a:r>
          </a:p>
          <a:p>
            <a:pPr marL="1081088" lvl="1" indent="-273050">
              <a:lnSpc>
                <a:spcPct val="150000"/>
              </a:lnSpc>
            </a:pPr>
            <a:r>
              <a:rPr lang="en-US" sz="1600" i="1" dirty="0" smtClean="0">
                <a:solidFill>
                  <a:srgbClr val="004151"/>
                </a:solidFill>
                <a:latin typeface="Arial" pitchFamily="34" charset="0"/>
                <a:cs typeface="Arial" pitchFamily="34" charset="0"/>
              </a:rPr>
              <a:t>‘Computational plumbing’</a:t>
            </a:r>
            <a:endParaRPr lang="en-US" sz="1800" dirty="0">
              <a:solidFill>
                <a:srgbClr val="004151"/>
              </a:solidFill>
              <a:latin typeface="Arial" pitchFamily="34" charset="0"/>
              <a:cs typeface="Arial" pitchFamily="34" charset="0"/>
            </a:endParaRPr>
          </a:p>
          <a:p>
            <a:pPr marL="627063">
              <a:lnSpc>
                <a:spcPct val="150000"/>
              </a:lnSpc>
            </a:pPr>
            <a:r>
              <a:rPr lang="en-US" sz="1800" dirty="0" smtClean="0">
                <a:solidFill>
                  <a:srgbClr val="004151"/>
                </a:solidFill>
                <a:latin typeface="Arial" pitchFamily="34" charset="0"/>
                <a:cs typeface="Arial" pitchFamily="34" charset="0"/>
              </a:rPr>
              <a:t>Different users have different needs and different expectations</a:t>
            </a:r>
          </a:p>
          <a:p>
            <a:pPr lvl="1"/>
            <a:endParaRPr lang="en-US" sz="1800" dirty="0">
              <a:solidFill>
                <a:srgbClr val="004151"/>
              </a:solidFill>
              <a:latin typeface="Arial" pitchFamily="34" charset="0"/>
              <a:cs typeface="Arial" pitchFamily="34" charset="0"/>
            </a:endParaRPr>
          </a:p>
          <a:p>
            <a:endParaRPr lang="en-US" sz="1800" dirty="0">
              <a:solidFill>
                <a:srgbClr val="004151"/>
              </a:solidFill>
              <a:latin typeface="Arial" pitchFamily="34" charset="0"/>
              <a:cs typeface="Arial" pitchFamily="34" charset="0"/>
            </a:endParaRPr>
          </a:p>
        </p:txBody>
      </p:sp>
    </p:spTree>
    <p:extLst>
      <p:ext uri="{BB962C8B-B14F-4D97-AF65-F5344CB8AC3E}">
        <p14:creationId xmlns:p14="http://schemas.microsoft.com/office/powerpoint/2010/main" val="12875500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a:xfrm>
            <a:off x="174943" y="232882"/>
            <a:ext cx="8794113" cy="900974"/>
          </a:xfrm>
        </p:spPr>
        <p:txBody>
          <a:bodyPr/>
          <a:lstStyle/>
          <a:p>
            <a:r>
              <a:rPr lang="nl-BE" sz="3600" dirty="0">
                <a:solidFill>
                  <a:srgbClr val="004151"/>
                </a:solidFill>
              </a:rPr>
              <a:t>Open PHACTS Achievements</a:t>
            </a:r>
          </a:p>
        </p:txBody>
      </p:sp>
      <p:sp>
        <p:nvSpPr>
          <p:cNvPr id="6" name="Content Placeholder 5"/>
          <p:cNvSpPr>
            <a:spLocks noGrp="1"/>
          </p:cNvSpPr>
          <p:nvPr>
            <p:ph idx="1"/>
          </p:nvPr>
        </p:nvSpPr>
        <p:spPr>
          <a:xfrm>
            <a:off x="1016813" y="1404518"/>
            <a:ext cx="7571232" cy="4652468"/>
          </a:xfrm>
        </p:spPr>
        <p:txBody>
          <a:bodyPr/>
          <a:lstStyle/>
          <a:p>
            <a:pPr>
              <a:spcBef>
                <a:spcPts val="1800"/>
              </a:spcBef>
              <a:buClr>
                <a:srgbClr val="00B050"/>
              </a:buClr>
              <a:buFont typeface="Wingdings" pitchFamily="2" charset="2"/>
              <a:buChar char="ü"/>
            </a:pPr>
            <a:r>
              <a:rPr lang="nl-BE" sz="2800" dirty="0" smtClean="0">
                <a:solidFill>
                  <a:srgbClr val="004151"/>
                </a:solidFill>
                <a:latin typeface="Arial" pitchFamily="34" charset="0"/>
                <a:cs typeface="Arial" pitchFamily="34" charset="0"/>
              </a:rPr>
              <a:t>Integrated 7 information sources </a:t>
            </a:r>
          </a:p>
          <a:p>
            <a:pPr>
              <a:spcBef>
                <a:spcPts val="1800"/>
              </a:spcBef>
              <a:buClr>
                <a:srgbClr val="00B050"/>
              </a:buClr>
              <a:buFont typeface="Wingdings" pitchFamily="2" charset="2"/>
              <a:buChar char="ü"/>
            </a:pPr>
            <a:r>
              <a:rPr lang="nl-BE" sz="2800" dirty="0" smtClean="0">
                <a:solidFill>
                  <a:srgbClr val="004151"/>
                </a:solidFill>
                <a:latin typeface="Arial" pitchFamily="34" charset="0"/>
                <a:cs typeface="Arial" pitchFamily="34" charset="0"/>
              </a:rPr>
              <a:t>&gt; 400 M triples</a:t>
            </a:r>
          </a:p>
          <a:p>
            <a:pPr>
              <a:spcBef>
                <a:spcPts val="1800"/>
              </a:spcBef>
              <a:buClr>
                <a:srgbClr val="00B050"/>
              </a:buClr>
              <a:buFont typeface="Wingdings" pitchFamily="2" charset="2"/>
              <a:buChar char="ü"/>
            </a:pPr>
            <a:r>
              <a:rPr lang="nl-BE" sz="2800" dirty="0" smtClean="0">
                <a:solidFill>
                  <a:srgbClr val="004151"/>
                </a:solidFill>
                <a:latin typeface="Arial" pitchFamily="34" charset="0"/>
                <a:cs typeface="Arial" pitchFamily="34" charset="0"/>
              </a:rPr>
              <a:t>Developed 4 example applications</a:t>
            </a:r>
          </a:p>
          <a:p>
            <a:pPr>
              <a:spcBef>
                <a:spcPts val="1800"/>
              </a:spcBef>
              <a:buClr>
                <a:srgbClr val="00B050"/>
              </a:buClr>
              <a:buFont typeface="Wingdings" pitchFamily="2" charset="2"/>
              <a:buChar char="ü"/>
            </a:pPr>
            <a:r>
              <a:rPr lang="nl-BE" sz="2800" dirty="0" smtClean="0">
                <a:solidFill>
                  <a:srgbClr val="004151"/>
                </a:solidFill>
                <a:latin typeface="Arial" pitchFamily="34" charset="0"/>
                <a:cs typeface="Arial" pitchFamily="34" charset="0"/>
              </a:rPr>
              <a:t>Deployed at a professional hosting service</a:t>
            </a:r>
          </a:p>
          <a:p>
            <a:pPr>
              <a:spcBef>
                <a:spcPts val="1800"/>
              </a:spcBef>
              <a:buClr>
                <a:srgbClr val="00B050"/>
              </a:buClr>
              <a:buFont typeface="Wingdings" pitchFamily="2" charset="2"/>
              <a:buChar char="ü"/>
            </a:pPr>
            <a:r>
              <a:rPr lang="nl-BE" sz="2800" dirty="0" smtClean="0">
                <a:solidFill>
                  <a:srgbClr val="004151"/>
                </a:solidFill>
                <a:latin typeface="Arial" pitchFamily="34" charset="0"/>
                <a:cs typeface="Arial" pitchFamily="34" charset="0"/>
              </a:rPr>
              <a:t>Testing and fine tuning ongoing</a:t>
            </a:r>
          </a:p>
          <a:p>
            <a:pPr>
              <a:spcBef>
                <a:spcPts val="1800"/>
              </a:spcBef>
              <a:buClr>
                <a:srgbClr val="00B050"/>
              </a:buClr>
              <a:buFont typeface="Wingdings" pitchFamily="2" charset="2"/>
              <a:buChar char="ü"/>
            </a:pPr>
            <a:r>
              <a:rPr lang="nl-BE" sz="2800" dirty="0" smtClean="0">
                <a:solidFill>
                  <a:srgbClr val="004151"/>
                </a:solidFill>
                <a:latin typeface="Arial" pitchFamily="34" charset="0"/>
                <a:cs typeface="Arial" pitchFamily="34" charset="0"/>
              </a:rPr>
              <a:t>Data Licensing in review</a:t>
            </a:r>
          </a:p>
          <a:p>
            <a:pPr>
              <a:spcBef>
                <a:spcPts val="1800"/>
              </a:spcBef>
              <a:buClr>
                <a:srgbClr val="00B050"/>
              </a:buClr>
              <a:buFont typeface="Wingdings" pitchFamily="2" charset="2"/>
              <a:buChar char="ü"/>
            </a:pPr>
            <a:r>
              <a:rPr lang="nl-BE" sz="2800" dirty="0" smtClean="0">
                <a:solidFill>
                  <a:srgbClr val="004151"/>
                </a:solidFill>
                <a:latin typeface="Arial" pitchFamily="34" charset="0"/>
                <a:cs typeface="Arial" pitchFamily="34" charset="0"/>
              </a:rPr>
              <a:t>Next: release 1.0</a:t>
            </a:r>
            <a:endParaRPr lang="nl-BE" sz="2800" dirty="0">
              <a:solidFill>
                <a:srgbClr val="004151"/>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8DDFA5D3-88CD-4F0B-87E9-3F7DD4096B7C}" type="slidenum">
              <a:rPr lang="en-GB" smtClean="0"/>
              <a:pPr>
                <a:defRPr/>
              </a:pPr>
              <a:t>18</a:t>
            </a:fld>
            <a:endParaRPr lang="en-GB"/>
          </a:p>
        </p:txBody>
      </p:sp>
    </p:spTree>
    <p:extLst>
      <p:ext uri="{BB962C8B-B14F-4D97-AF65-F5344CB8AC3E}">
        <p14:creationId xmlns:p14="http://schemas.microsoft.com/office/powerpoint/2010/main" val="19165954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l="62605" t="48129" r="5209" b="43948"/>
          <a:stretch>
            <a:fillRect/>
          </a:stretch>
        </p:blipFill>
        <p:spPr bwMode="auto">
          <a:xfrm>
            <a:off x="107950" y="6381750"/>
            <a:ext cx="1944688"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Picture 5"/>
          <p:cNvPicPr>
            <a:picLocks noChangeAspect="1" noChangeArrowheads="1"/>
          </p:cNvPicPr>
          <p:nvPr/>
        </p:nvPicPr>
        <p:blipFill>
          <a:blip r:embed="rId4">
            <a:extLst>
              <a:ext uri="{28A0092B-C50C-407E-A947-70E740481C1C}">
                <a14:useLocalDpi xmlns:a14="http://schemas.microsoft.com/office/drawing/2010/main" val="0"/>
              </a:ext>
            </a:extLst>
          </a:blip>
          <a:srcRect l="5115" t="8656" r="40550" b="46309"/>
          <a:stretch>
            <a:fillRect/>
          </a:stretch>
        </p:blipFill>
        <p:spPr bwMode="auto">
          <a:xfrm>
            <a:off x="0" y="-26988"/>
            <a:ext cx="5435600" cy="3603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6"/>
          <p:cNvPicPr>
            <a:picLocks noChangeAspect="1" noChangeArrowheads="1"/>
          </p:cNvPicPr>
          <p:nvPr/>
        </p:nvPicPr>
        <p:blipFill>
          <a:blip r:embed="rId5"/>
          <a:srcRect l="6294" t="50738" r="37006" b="14844"/>
          <a:stretch>
            <a:fillRect/>
          </a:stretch>
        </p:blipFill>
        <p:spPr bwMode="auto">
          <a:xfrm>
            <a:off x="5219700" y="4797425"/>
            <a:ext cx="3854450" cy="1873250"/>
          </a:xfrm>
          <a:prstGeom prst="rect">
            <a:avLst/>
          </a:prstGeom>
          <a:noFill/>
          <a:ln w="9525" cap="rnd">
            <a:solidFill>
              <a:schemeClr val="tx1">
                <a:lumMod val="40000"/>
                <a:lumOff val="60000"/>
              </a:schemeClr>
            </a:solidFill>
            <a:miter lim="800000"/>
            <a:headEnd/>
            <a:tailEnd/>
          </a:ln>
        </p:spPr>
      </p:pic>
      <p:pic>
        <p:nvPicPr>
          <p:cNvPr id="16" name="Picture 2"/>
          <p:cNvPicPr>
            <a:picLocks noChangeAspect="1" noChangeArrowheads="1"/>
          </p:cNvPicPr>
          <p:nvPr/>
        </p:nvPicPr>
        <p:blipFill>
          <a:blip r:embed="rId6"/>
          <a:srcRect l="4375" t="24219" r="3125" b="19531"/>
          <a:stretch>
            <a:fillRect/>
          </a:stretch>
        </p:blipFill>
        <p:spPr bwMode="auto">
          <a:xfrm>
            <a:off x="0" y="3644900"/>
            <a:ext cx="5076825" cy="2470150"/>
          </a:xfrm>
          <a:prstGeom prst="rect">
            <a:avLst/>
          </a:prstGeom>
          <a:ln>
            <a:noFill/>
          </a:ln>
          <a:effectLst>
            <a:outerShdw blurRad="292100" dist="139700" dir="2700000" algn="tl" rotWithShape="0">
              <a:srgbClr val="333333">
                <a:alpha val="65000"/>
              </a:srgbClr>
            </a:outerShdw>
          </a:effectLst>
        </p:spPr>
      </p:pic>
      <p:pic>
        <p:nvPicPr>
          <p:cNvPr id="3078" name="Picture 4"/>
          <p:cNvPicPr>
            <a:picLocks noChangeAspect="1" noChangeArrowheads="1"/>
          </p:cNvPicPr>
          <p:nvPr/>
        </p:nvPicPr>
        <p:blipFill>
          <a:blip r:embed="rId7">
            <a:extLst>
              <a:ext uri="{28A0092B-C50C-407E-A947-70E740481C1C}">
                <a14:useLocalDpi xmlns:a14="http://schemas.microsoft.com/office/drawing/2010/main" val="0"/>
              </a:ext>
            </a:extLst>
          </a:blip>
          <a:srcRect l="7680" t="50000" r="41731" b="10133"/>
          <a:stretch>
            <a:fillRect/>
          </a:stretch>
        </p:blipFill>
        <p:spPr bwMode="auto">
          <a:xfrm>
            <a:off x="5292725" y="2205038"/>
            <a:ext cx="3816350" cy="240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8400" y="333375"/>
            <a:ext cx="15113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0" name="Picture 3"/>
          <p:cNvPicPr>
            <a:picLocks noChangeAspect="1" noChangeArrowheads="1"/>
          </p:cNvPicPr>
          <p:nvPr/>
        </p:nvPicPr>
        <p:blipFill>
          <a:blip r:embed="rId7">
            <a:extLst>
              <a:ext uri="{28A0092B-C50C-407E-A947-70E740481C1C}">
                <a14:useLocalDpi xmlns:a14="http://schemas.microsoft.com/office/drawing/2010/main" val="0"/>
              </a:ext>
            </a:extLst>
          </a:blip>
          <a:srcRect l="8067" t="11610" r="41731" b="50739"/>
          <a:stretch>
            <a:fillRect/>
          </a:stretch>
        </p:blipFill>
        <p:spPr bwMode="auto">
          <a:xfrm>
            <a:off x="5292725" y="-26988"/>
            <a:ext cx="3841750" cy="2305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84497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798" y="150279"/>
            <a:ext cx="7211144" cy="850106"/>
          </a:xfrm>
        </p:spPr>
        <p:txBody>
          <a:bodyPr/>
          <a:lstStyle/>
          <a:p>
            <a:r>
              <a:rPr lang="en-US" sz="3200" dirty="0" smtClean="0">
                <a:latin typeface="Arial" pitchFamily="34" charset="0"/>
                <a:cs typeface="Arial" pitchFamily="34" charset="0"/>
              </a:rPr>
              <a:t>EMIF – European Medical Information Framework for patient level data</a:t>
            </a:r>
            <a:endParaRPr lang="en-US" sz="3200" dirty="0">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200EDBD7-AA30-4D91-9CF7-BA2D0A3BF1F8}" type="slidenum">
              <a:rPr lang="en-US" smtClean="0"/>
              <a:pPr/>
              <a:t>20</a:t>
            </a:fld>
            <a:endParaRPr lang="en-US" dirty="0"/>
          </a:p>
        </p:txBody>
      </p:sp>
      <p:sp>
        <p:nvSpPr>
          <p:cNvPr id="60" name="Rectangle 59"/>
          <p:cNvSpPr/>
          <p:nvPr/>
        </p:nvSpPr>
        <p:spPr bwMode="auto">
          <a:xfrm>
            <a:off x="710348" y="4298938"/>
            <a:ext cx="7272808" cy="1440160"/>
          </a:xfrm>
          <a:prstGeom prst="rect">
            <a:avLst/>
          </a:prstGeom>
          <a:solidFill>
            <a:srgbClr val="FFCC66"/>
          </a:solidFill>
          <a:ln w="9525" cap="flat" cmpd="sng" algn="ctr">
            <a:solidFill>
              <a:srgbClr val="505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defRPr/>
            </a:pPr>
            <a:endParaRPr lang="en-US" sz="2400" kern="0" dirty="0" smtClean="0">
              <a:solidFill>
                <a:srgbClr val="505050"/>
              </a:solidFill>
              <a:latin typeface="Arial" pitchFamily="34" charset="0"/>
              <a:ea typeface="MS PGothic" pitchFamily="34" charset="-128"/>
            </a:endParaRPr>
          </a:p>
        </p:txBody>
      </p:sp>
      <p:sp>
        <p:nvSpPr>
          <p:cNvPr id="61" name="Rectangle 5"/>
          <p:cNvSpPr/>
          <p:nvPr/>
        </p:nvSpPr>
        <p:spPr bwMode="auto">
          <a:xfrm>
            <a:off x="2366532" y="2103266"/>
            <a:ext cx="432048" cy="3672408"/>
          </a:xfrm>
          <a:prstGeom prst="rect">
            <a:avLst/>
          </a:prstGeom>
          <a:solidFill>
            <a:srgbClr val="66BC29"/>
          </a:solidFill>
          <a:ln w="12700" cap="flat" cmpd="sng" algn="ctr">
            <a:solidFill>
              <a:srgbClr val="09357A">
                <a:lumMod val="50000"/>
              </a:srgbClr>
            </a:solidFill>
            <a:prstDash val="solid"/>
            <a:round/>
            <a:headEnd type="none" w="med" len="med"/>
            <a:tailEnd type="none" w="med" len="med"/>
          </a:ln>
          <a:effectLst/>
        </p:spPr>
        <p:txBody>
          <a:bodyPr vert="vert270"/>
          <a:lstStyle/>
          <a:p>
            <a:pPr algn="r" eaLnBrk="0" hangingPunct="0">
              <a:defRPr/>
            </a:pPr>
            <a:r>
              <a:rPr lang="en-US" sz="1400" b="1" kern="0" dirty="0" smtClean="0">
                <a:solidFill>
                  <a:srgbClr val="09357A"/>
                </a:solidFill>
                <a:latin typeface="Arial" charset="0"/>
              </a:rPr>
              <a:t>EMIF - Metabolic</a:t>
            </a:r>
            <a:endParaRPr lang="en-US" sz="1400" b="1" kern="0" dirty="0">
              <a:solidFill>
                <a:srgbClr val="09357A"/>
              </a:solidFill>
              <a:latin typeface="Arial" charset="0"/>
            </a:endParaRPr>
          </a:p>
        </p:txBody>
      </p:sp>
      <p:sp>
        <p:nvSpPr>
          <p:cNvPr id="62" name="Rectangle 5"/>
          <p:cNvSpPr/>
          <p:nvPr/>
        </p:nvSpPr>
        <p:spPr bwMode="auto">
          <a:xfrm>
            <a:off x="4310748" y="2103266"/>
            <a:ext cx="432048" cy="3672408"/>
          </a:xfrm>
          <a:prstGeom prst="rect">
            <a:avLst/>
          </a:prstGeom>
          <a:solidFill>
            <a:srgbClr val="66BC29"/>
          </a:solidFill>
          <a:ln w="12700" cap="flat" cmpd="sng" algn="ctr">
            <a:solidFill>
              <a:srgbClr val="09357A">
                <a:lumMod val="50000"/>
              </a:srgbClr>
            </a:solidFill>
            <a:prstDash val="solid"/>
            <a:round/>
            <a:headEnd type="none" w="med" len="med"/>
            <a:tailEnd type="none" w="med" len="med"/>
          </a:ln>
          <a:effectLst/>
        </p:spPr>
        <p:txBody>
          <a:bodyPr vert="vert270"/>
          <a:lstStyle/>
          <a:p>
            <a:pPr algn="r" eaLnBrk="0" hangingPunct="0">
              <a:defRPr/>
            </a:pPr>
            <a:r>
              <a:rPr lang="en-US" sz="1400" b="1" kern="0" dirty="0" smtClean="0">
                <a:solidFill>
                  <a:srgbClr val="09357A"/>
                </a:solidFill>
                <a:latin typeface="Arial" charset="0"/>
              </a:rPr>
              <a:t>EMIF - AD</a:t>
            </a:r>
            <a:endParaRPr lang="en-US" sz="1400" b="1" kern="0" dirty="0">
              <a:solidFill>
                <a:srgbClr val="09357A"/>
              </a:solidFill>
              <a:latin typeface="Arial" charset="0"/>
            </a:endParaRPr>
          </a:p>
        </p:txBody>
      </p:sp>
      <p:sp>
        <p:nvSpPr>
          <p:cNvPr id="63" name="Rectangle 62"/>
          <p:cNvSpPr/>
          <p:nvPr/>
        </p:nvSpPr>
        <p:spPr bwMode="auto">
          <a:xfrm>
            <a:off x="782356" y="4335514"/>
            <a:ext cx="1296144" cy="216024"/>
          </a:xfrm>
          <a:prstGeom prst="rect">
            <a:avLst/>
          </a:prstGeom>
          <a:solidFill>
            <a:srgbClr val="BFE18D">
              <a:lumMod val="60000"/>
              <a:lumOff val="40000"/>
              <a:alpha val="80000"/>
            </a:srgbClr>
          </a:solidFill>
          <a:ln w="9525" cap="flat" cmpd="sng" algn="ctr">
            <a:solidFill>
              <a:srgbClr val="09357A">
                <a:lumMod val="75000"/>
              </a:srgbClr>
            </a:solidFill>
            <a:prstDash val="solid"/>
            <a:round/>
            <a:headEnd type="none" w="med" len="med"/>
            <a:tailEnd type="none" w="med" len="med"/>
          </a:ln>
          <a:effectLst/>
        </p:spPr>
        <p:txBody>
          <a:bodyPr anchor="ctr" anchorCtr="1">
            <a:normAutofit fontScale="70000" lnSpcReduction="20000"/>
          </a:bodyPr>
          <a:lstStyle/>
          <a:p>
            <a:pPr algn="ctr" eaLnBrk="0" hangingPunct="0">
              <a:defRPr/>
            </a:pPr>
            <a:r>
              <a:rPr lang="en-US" sz="1300" kern="0" dirty="0">
                <a:solidFill>
                  <a:srgbClr val="2A8EBF">
                    <a:lumMod val="50000"/>
                  </a:srgbClr>
                </a:solidFill>
                <a:latin typeface="Arial" pitchFamily="34" charset="0"/>
                <a:ea typeface="MS PGothic" pitchFamily="34" charset="-128"/>
              </a:rPr>
              <a:t>Data</a:t>
            </a:r>
            <a:r>
              <a:rPr lang="en-US" sz="1400" kern="0" dirty="0" smtClean="0">
                <a:solidFill>
                  <a:srgbClr val="2A8EBF">
                    <a:lumMod val="50000"/>
                  </a:srgbClr>
                </a:solidFill>
                <a:latin typeface="Arial" pitchFamily="34" charset="0"/>
                <a:ea typeface="MS PGothic" pitchFamily="34" charset="-128"/>
              </a:rPr>
              <a:t> </a:t>
            </a:r>
            <a:r>
              <a:rPr lang="en-US" sz="1300" kern="0" dirty="0">
                <a:solidFill>
                  <a:srgbClr val="2A8EBF">
                    <a:lumMod val="50000"/>
                  </a:srgbClr>
                </a:solidFill>
                <a:latin typeface="Arial" pitchFamily="34" charset="0"/>
                <a:ea typeface="MS PGothic" pitchFamily="34" charset="-128"/>
              </a:rPr>
              <a:t>Privacy</a:t>
            </a:r>
          </a:p>
        </p:txBody>
      </p:sp>
      <p:sp>
        <p:nvSpPr>
          <p:cNvPr id="64" name="Rectangle 63"/>
          <p:cNvSpPr/>
          <p:nvPr/>
        </p:nvSpPr>
        <p:spPr bwMode="auto">
          <a:xfrm>
            <a:off x="782356" y="4623546"/>
            <a:ext cx="1296144" cy="216024"/>
          </a:xfrm>
          <a:prstGeom prst="rect">
            <a:avLst/>
          </a:prstGeom>
          <a:solidFill>
            <a:srgbClr val="BFE18D">
              <a:lumMod val="60000"/>
              <a:lumOff val="40000"/>
              <a:alpha val="80000"/>
            </a:srgbClr>
          </a:solidFill>
          <a:ln w="9525" cap="flat" cmpd="sng" algn="ctr">
            <a:solidFill>
              <a:srgbClr val="09357A">
                <a:lumMod val="75000"/>
              </a:srgbClr>
            </a:solidFill>
            <a:prstDash val="solid"/>
            <a:round/>
            <a:headEnd type="none" w="med" len="med"/>
            <a:tailEnd type="none" w="med" len="med"/>
          </a:ln>
          <a:effectLst/>
        </p:spPr>
        <p:txBody>
          <a:bodyPr anchor="ctr" anchorCtr="1">
            <a:normAutofit fontScale="70000" lnSpcReduction="20000"/>
          </a:bodyPr>
          <a:lstStyle/>
          <a:p>
            <a:pPr algn="ctr" eaLnBrk="0" hangingPunct="0">
              <a:defRPr/>
            </a:pPr>
            <a:r>
              <a:rPr lang="en-US" sz="1300" kern="0" dirty="0">
                <a:solidFill>
                  <a:srgbClr val="2A8EBF">
                    <a:lumMod val="50000"/>
                  </a:srgbClr>
                </a:solidFill>
                <a:latin typeface="Arial" pitchFamily="34" charset="0"/>
                <a:ea typeface="MS PGothic" pitchFamily="34" charset="-128"/>
              </a:rPr>
              <a:t>Analytical</a:t>
            </a:r>
            <a:r>
              <a:rPr lang="en-US" sz="1400" kern="0" dirty="0" smtClean="0">
                <a:solidFill>
                  <a:srgbClr val="2A8EBF">
                    <a:lumMod val="50000"/>
                  </a:srgbClr>
                </a:solidFill>
                <a:latin typeface="Arial" pitchFamily="34" charset="0"/>
                <a:ea typeface="MS PGothic" pitchFamily="34" charset="-128"/>
              </a:rPr>
              <a:t> </a:t>
            </a:r>
            <a:r>
              <a:rPr lang="en-US" sz="1300" kern="0" dirty="0">
                <a:solidFill>
                  <a:srgbClr val="2A8EBF">
                    <a:lumMod val="50000"/>
                  </a:srgbClr>
                </a:solidFill>
                <a:latin typeface="Arial" pitchFamily="34" charset="0"/>
                <a:ea typeface="MS PGothic" pitchFamily="34" charset="-128"/>
              </a:rPr>
              <a:t>tools</a:t>
            </a:r>
          </a:p>
        </p:txBody>
      </p:sp>
      <p:sp>
        <p:nvSpPr>
          <p:cNvPr id="65" name="Rectangle 10"/>
          <p:cNvSpPr/>
          <p:nvPr/>
        </p:nvSpPr>
        <p:spPr bwMode="auto">
          <a:xfrm>
            <a:off x="782356" y="4911578"/>
            <a:ext cx="1296144" cy="216024"/>
          </a:xfrm>
          <a:prstGeom prst="rect">
            <a:avLst/>
          </a:prstGeom>
          <a:solidFill>
            <a:srgbClr val="BFE18D">
              <a:lumMod val="60000"/>
              <a:lumOff val="40000"/>
              <a:alpha val="80000"/>
            </a:srgbClr>
          </a:solidFill>
          <a:ln w="9525" cap="flat" cmpd="sng" algn="ctr">
            <a:solidFill>
              <a:srgbClr val="09357A">
                <a:lumMod val="75000"/>
              </a:srgbClr>
            </a:solidFill>
            <a:prstDash val="solid"/>
            <a:round/>
            <a:headEnd type="none" w="med" len="med"/>
            <a:tailEnd type="none" w="med" len="med"/>
          </a:ln>
          <a:effectLst/>
        </p:spPr>
        <p:txBody>
          <a:bodyPr anchor="ctr" anchorCtr="1">
            <a:normAutofit fontScale="62500" lnSpcReduction="20000"/>
          </a:bodyPr>
          <a:lstStyle/>
          <a:p>
            <a:pPr algn="ctr" eaLnBrk="0" hangingPunct="0">
              <a:defRPr/>
            </a:pPr>
            <a:r>
              <a:rPr lang="en-US" sz="1400" kern="0" dirty="0" smtClean="0">
                <a:solidFill>
                  <a:srgbClr val="2A8EBF">
                    <a:lumMod val="50000"/>
                  </a:srgbClr>
                </a:solidFill>
                <a:latin typeface="Arial" pitchFamily="34" charset="0"/>
                <a:ea typeface="MS PGothic" pitchFamily="34" charset="-128"/>
              </a:rPr>
              <a:t>Semantic Integration</a:t>
            </a:r>
          </a:p>
        </p:txBody>
      </p:sp>
      <p:sp>
        <p:nvSpPr>
          <p:cNvPr id="66" name="Rectangle 10"/>
          <p:cNvSpPr/>
          <p:nvPr/>
        </p:nvSpPr>
        <p:spPr bwMode="auto">
          <a:xfrm>
            <a:off x="782356" y="5199610"/>
            <a:ext cx="1296144" cy="216024"/>
          </a:xfrm>
          <a:prstGeom prst="rect">
            <a:avLst/>
          </a:prstGeom>
          <a:solidFill>
            <a:srgbClr val="BFE18D">
              <a:lumMod val="60000"/>
              <a:lumOff val="40000"/>
              <a:alpha val="80000"/>
            </a:srgbClr>
          </a:solidFill>
          <a:ln w="9525" cap="flat" cmpd="sng" algn="ctr">
            <a:solidFill>
              <a:srgbClr val="09357A">
                <a:lumMod val="75000"/>
              </a:srgbClr>
            </a:solidFill>
            <a:prstDash val="solid"/>
            <a:round/>
            <a:headEnd type="none" w="med" len="med"/>
            <a:tailEnd type="none" w="med" len="med"/>
          </a:ln>
          <a:effectLst/>
        </p:spPr>
        <p:txBody>
          <a:bodyPr anchor="ctr" anchorCtr="1">
            <a:normAutofit fontScale="62500" lnSpcReduction="20000"/>
          </a:bodyPr>
          <a:lstStyle/>
          <a:p>
            <a:pPr algn="ctr" eaLnBrk="0" hangingPunct="0">
              <a:defRPr/>
            </a:pPr>
            <a:r>
              <a:rPr lang="en-US" sz="1400" kern="0" dirty="0" smtClean="0">
                <a:solidFill>
                  <a:srgbClr val="2A8EBF">
                    <a:lumMod val="50000"/>
                  </a:srgbClr>
                </a:solidFill>
                <a:latin typeface="Arial" pitchFamily="34" charset="0"/>
                <a:ea typeface="MS PGothic" pitchFamily="34" charset="-128"/>
              </a:rPr>
              <a:t>Information standards</a:t>
            </a:r>
          </a:p>
        </p:txBody>
      </p:sp>
      <p:sp>
        <p:nvSpPr>
          <p:cNvPr id="67" name="Rectangle 10"/>
          <p:cNvSpPr/>
          <p:nvPr/>
        </p:nvSpPr>
        <p:spPr bwMode="auto">
          <a:xfrm>
            <a:off x="782356" y="5487642"/>
            <a:ext cx="1296144" cy="216024"/>
          </a:xfrm>
          <a:prstGeom prst="rect">
            <a:avLst/>
          </a:prstGeom>
          <a:solidFill>
            <a:srgbClr val="BFE18D">
              <a:lumMod val="60000"/>
              <a:lumOff val="40000"/>
              <a:alpha val="80000"/>
            </a:srgbClr>
          </a:solidFill>
          <a:ln w="9525" cap="flat" cmpd="sng" algn="ctr">
            <a:solidFill>
              <a:srgbClr val="09357A">
                <a:lumMod val="75000"/>
              </a:srgbClr>
            </a:solidFill>
            <a:prstDash val="solid"/>
            <a:round/>
            <a:headEnd type="none" w="med" len="med"/>
            <a:tailEnd type="none" w="med" len="med"/>
          </a:ln>
          <a:effectLst/>
        </p:spPr>
        <p:txBody>
          <a:bodyPr anchor="ctr" anchorCtr="1">
            <a:normAutofit fontScale="62500" lnSpcReduction="20000"/>
          </a:bodyPr>
          <a:lstStyle/>
          <a:p>
            <a:pPr algn="ctr" eaLnBrk="0" hangingPunct="0">
              <a:defRPr/>
            </a:pPr>
            <a:r>
              <a:rPr lang="en-US" sz="1400" kern="0" dirty="0" smtClean="0">
                <a:solidFill>
                  <a:srgbClr val="2A8EBF">
                    <a:lumMod val="50000"/>
                  </a:srgbClr>
                </a:solidFill>
                <a:latin typeface="Arial" pitchFamily="34" charset="0"/>
                <a:ea typeface="MS PGothic" pitchFamily="34" charset="-128"/>
              </a:rPr>
              <a:t>Data access / mgmt</a:t>
            </a:r>
          </a:p>
        </p:txBody>
      </p:sp>
      <p:sp>
        <p:nvSpPr>
          <p:cNvPr id="73" name="Trapezoid 72"/>
          <p:cNvSpPr/>
          <p:nvPr/>
        </p:nvSpPr>
        <p:spPr bwMode="auto">
          <a:xfrm>
            <a:off x="638340" y="5775674"/>
            <a:ext cx="7416824" cy="360040"/>
          </a:xfrm>
          <a:prstGeom prst="trapezoid">
            <a:avLst/>
          </a:prstGeom>
          <a:solidFill>
            <a:srgbClr val="92D050"/>
          </a:solidFill>
          <a:ln w="9525" cap="flat" cmpd="sng" algn="ctr">
            <a:solidFill>
              <a:srgbClr val="505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defRPr/>
            </a:pPr>
            <a:r>
              <a:rPr lang="en-US" kern="0" dirty="0" smtClean="0">
                <a:solidFill>
                  <a:srgbClr val="FFFFFF"/>
                </a:solidFill>
                <a:latin typeface="Arial" pitchFamily="34" charset="0"/>
                <a:ea typeface="MS PGothic" pitchFamily="34" charset="-128"/>
              </a:rPr>
              <a:t>IMI Structure and Network</a:t>
            </a:r>
          </a:p>
        </p:txBody>
      </p:sp>
      <p:sp>
        <p:nvSpPr>
          <p:cNvPr id="74" name="Rectangle 73"/>
          <p:cNvSpPr/>
          <p:nvPr/>
        </p:nvSpPr>
        <p:spPr bwMode="auto">
          <a:xfrm>
            <a:off x="782356" y="2103266"/>
            <a:ext cx="1296144" cy="2160240"/>
          </a:xfrm>
          <a:prstGeom prst="rect">
            <a:avLst/>
          </a:prstGeom>
          <a:solidFill>
            <a:srgbClr val="92D050"/>
          </a:solidFill>
          <a:ln w="9525" cap="flat" cmpd="sng" algn="ctr">
            <a:solidFill>
              <a:srgbClr val="09357A">
                <a:lumMod val="75000"/>
              </a:srgbClr>
            </a:solidFill>
            <a:prstDash val="solid"/>
            <a:round/>
            <a:headEnd type="none" w="med" len="med"/>
            <a:tailEnd type="none" w="med" len="med"/>
          </a:ln>
          <a:effectLst/>
        </p:spPr>
        <p:txBody>
          <a:bodyPr anchor="ctr" anchorCtr="1">
            <a:normAutofit/>
          </a:bodyPr>
          <a:lstStyle/>
          <a:p>
            <a:pPr algn="ctr" eaLnBrk="0" hangingPunct="0">
              <a:lnSpc>
                <a:spcPct val="80000"/>
              </a:lnSpc>
              <a:defRPr/>
            </a:pPr>
            <a:r>
              <a:rPr lang="en-US" sz="1000" kern="0" dirty="0" smtClean="0">
                <a:solidFill>
                  <a:srgbClr val="2A8EBF">
                    <a:lumMod val="50000"/>
                  </a:srgbClr>
                </a:solidFill>
                <a:latin typeface="Arial" pitchFamily="34" charset="0"/>
                <a:ea typeface="MS PGothic" pitchFamily="34" charset="-128"/>
              </a:rPr>
              <a:t>Research Topics</a:t>
            </a:r>
          </a:p>
        </p:txBody>
      </p:sp>
      <p:sp>
        <p:nvSpPr>
          <p:cNvPr id="78" name="Rectangle 77"/>
          <p:cNvSpPr/>
          <p:nvPr/>
        </p:nvSpPr>
        <p:spPr bwMode="auto">
          <a:xfrm>
            <a:off x="710348" y="1239170"/>
            <a:ext cx="7488832" cy="360040"/>
          </a:xfrm>
          <a:prstGeom prst="rect">
            <a:avLst/>
          </a:prstGeom>
          <a:solidFill>
            <a:srgbClr val="92D050"/>
          </a:solidFill>
          <a:ln w="9525" cap="flat" cmpd="sng" algn="ctr">
            <a:solidFill>
              <a:srgbClr val="505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defRPr/>
            </a:pPr>
            <a:r>
              <a:rPr lang="en-US" kern="0" dirty="0" smtClean="0">
                <a:solidFill>
                  <a:srgbClr val="09357A"/>
                </a:solidFill>
                <a:latin typeface="Arial" charset="0"/>
              </a:rPr>
              <a:t>EMIF governance</a:t>
            </a:r>
            <a:endParaRPr lang="en-US" kern="0" dirty="0" smtClean="0">
              <a:solidFill>
                <a:srgbClr val="09357A"/>
              </a:solidFill>
              <a:latin typeface="Arial" pitchFamily="34" charset="0"/>
              <a:ea typeface="MS PGothic" pitchFamily="34" charset="-128"/>
            </a:endParaRPr>
          </a:p>
        </p:txBody>
      </p:sp>
      <p:grpSp>
        <p:nvGrpSpPr>
          <p:cNvPr id="7" name="Group 59"/>
          <p:cNvGrpSpPr/>
          <p:nvPr/>
        </p:nvGrpSpPr>
        <p:grpSpPr>
          <a:xfrm>
            <a:off x="2870588" y="1743226"/>
            <a:ext cx="4464496" cy="4032448"/>
            <a:chOff x="3131840" y="1916832"/>
            <a:chExt cx="4464496" cy="4032448"/>
          </a:xfrm>
          <a:solidFill>
            <a:srgbClr val="FFFFFF">
              <a:lumMod val="85000"/>
              <a:alpha val="80000"/>
            </a:srgbClr>
          </a:solidFill>
        </p:grpSpPr>
        <p:sp>
          <p:nvSpPr>
            <p:cNvPr id="84" name="Rectangle 5"/>
            <p:cNvSpPr/>
            <p:nvPr/>
          </p:nvSpPr>
          <p:spPr bwMode="auto">
            <a:xfrm>
              <a:off x="5724128" y="2276872"/>
              <a:ext cx="432048" cy="3672408"/>
            </a:xfrm>
            <a:prstGeom prst="rect">
              <a:avLst/>
            </a:prstGeom>
            <a:grpFill/>
            <a:ln w="12700" cap="flat" cmpd="sng" algn="ctr">
              <a:noFill/>
              <a:prstDash val="solid"/>
              <a:round/>
              <a:headEnd type="none" w="med" len="med"/>
              <a:tailEnd type="none" w="med" len="med"/>
            </a:ln>
            <a:effectLst/>
          </p:spPr>
          <p:txBody>
            <a:bodyPr vert="vert270" anchor="ctr" anchorCtr="0"/>
            <a:lstStyle/>
            <a:p>
              <a:pPr algn="r" eaLnBrk="0" hangingPunct="0">
                <a:defRPr/>
              </a:pPr>
              <a:r>
                <a:rPr lang="en-US" sz="1200" b="1" kern="0" dirty="0">
                  <a:solidFill>
                    <a:srgbClr val="BFE18D">
                      <a:lumMod val="75000"/>
                    </a:srgbClr>
                  </a:solidFill>
                  <a:latin typeface="Arial" charset="0"/>
                </a:rPr>
                <a:t>Prevention algorithms</a:t>
              </a:r>
            </a:p>
          </p:txBody>
        </p:sp>
        <p:sp>
          <p:nvSpPr>
            <p:cNvPr id="85" name="Rectangle 5"/>
            <p:cNvSpPr/>
            <p:nvPr/>
          </p:nvSpPr>
          <p:spPr bwMode="auto">
            <a:xfrm>
              <a:off x="6804248" y="2276872"/>
              <a:ext cx="432048" cy="3672408"/>
            </a:xfrm>
            <a:prstGeom prst="rect">
              <a:avLst/>
            </a:prstGeom>
            <a:grpFill/>
            <a:ln w="12700" cap="flat" cmpd="sng" algn="ctr">
              <a:noFill/>
              <a:prstDash val="solid"/>
              <a:round/>
              <a:headEnd type="none" w="med" len="med"/>
              <a:tailEnd type="none" w="med" len="med"/>
            </a:ln>
            <a:effectLst/>
          </p:spPr>
          <p:txBody>
            <a:bodyPr vert="vert270" anchor="ctr" anchorCtr="0"/>
            <a:lstStyle/>
            <a:p>
              <a:pPr algn="r" eaLnBrk="0" hangingPunct="0">
                <a:defRPr/>
              </a:pPr>
              <a:r>
                <a:rPr lang="en-US" sz="1200" b="1" kern="0" dirty="0">
                  <a:solidFill>
                    <a:srgbClr val="BFE18D">
                      <a:lumMod val="75000"/>
                    </a:srgbClr>
                  </a:solidFill>
                  <a:latin typeface="Arial" charset="0"/>
                </a:rPr>
                <a:t>Predictive screening</a:t>
              </a:r>
            </a:p>
          </p:txBody>
        </p:sp>
        <p:sp>
          <p:nvSpPr>
            <p:cNvPr id="86" name="Rectangle 5"/>
            <p:cNvSpPr/>
            <p:nvPr/>
          </p:nvSpPr>
          <p:spPr bwMode="auto">
            <a:xfrm>
              <a:off x="3779912" y="2276872"/>
              <a:ext cx="432048" cy="3672408"/>
            </a:xfrm>
            <a:prstGeom prst="rect">
              <a:avLst/>
            </a:prstGeom>
            <a:grpFill/>
            <a:ln w="12700" cap="flat" cmpd="sng" algn="ctr">
              <a:noFill/>
              <a:prstDash val="solid"/>
              <a:round/>
              <a:headEnd type="none" w="med" len="med"/>
              <a:tailEnd type="none" w="med" len="med"/>
            </a:ln>
            <a:effectLst/>
          </p:spPr>
          <p:txBody>
            <a:bodyPr vert="vert270" anchor="ctr" anchorCtr="0"/>
            <a:lstStyle/>
            <a:p>
              <a:pPr algn="r" eaLnBrk="0" hangingPunct="0">
                <a:defRPr/>
              </a:pPr>
              <a:r>
                <a:rPr lang="en-US" sz="1200" b="1" kern="0" dirty="0">
                  <a:solidFill>
                    <a:srgbClr val="BFE18D">
                      <a:lumMod val="75000"/>
                    </a:srgbClr>
                  </a:solidFill>
                  <a:latin typeface="Arial" charset="0"/>
                </a:rPr>
                <a:t>Risk</a:t>
              </a:r>
              <a:r>
                <a:rPr lang="en-US" sz="1400" b="1" kern="0" dirty="0" smtClean="0">
                  <a:solidFill>
                    <a:srgbClr val="09357A">
                      <a:lumMod val="60000"/>
                      <a:lumOff val="40000"/>
                    </a:srgbClr>
                  </a:solidFill>
                  <a:latin typeface="Arial" charset="0"/>
                </a:rPr>
                <a:t> </a:t>
              </a:r>
              <a:r>
                <a:rPr lang="en-US" sz="1200" b="1" kern="0" dirty="0">
                  <a:solidFill>
                    <a:srgbClr val="BFE18D">
                      <a:lumMod val="75000"/>
                    </a:srgbClr>
                  </a:solidFill>
                  <a:latin typeface="Arial" charset="0"/>
                </a:rPr>
                <a:t>stratification</a:t>
              </a:r>
            </a:p>
          </p:txBody>
        </p:sp>
        <p:sp>
          <p:nvSpPr>
            <p:cNvPr id="87" name="Rectangle 86"/>
            <p:cNvSpPr/>
            <p:nvPr/>
          </p:nvSpPr>
          <p:spPr bwMode="auto">
            <a:xfrm>
              <a:off x="5076056" y="1916832"/>
              <a:ext cx="1152128" cy="288032"/>
            </a:xfrm>
            <a:prstGeom prst="rect">
              <a:avLst/>
            </a:prstGeom>
            <a:grpFill/>
            <a:ln w="12700" cap="flat" cmpd="sng" algn="ctr">
              <a:noFill/>
              <a:prstDash val="solid"/>
              <a:round/>
              <a:headEnd type="none" w="med" len="med"/>
              <a:tailEnd type="none" w="med" len="med"/>
            </a:ln>
            <a:effectLst/>
          </p:spPr>
          <p:txBody>
            <a:bodyPr vert="horz" anchor="ctr"/>
            <a:lstStyle/>
            <a:p>
              <a:pPr algn="r" eaLnBrk="0" hangingPunct="0">
                <a:defRPr/>
              </a:pPr>
              <a:r>
                <a:rPr lang="nl-BE" sz="1200" b="1" kern="0" dirty="0">
                  <a:solidFill>
                    <a:srgbClr val="BFE18D">
                      <a:lumMod val="75000"/>
                    </a:srgbClr>
                  </a:solidFill>
                  <a:latin typeface="Arial" charset="0"/>
                </a:rPr>
                <a:t>Call 5</a:t>
              </a:r>
              <a:endParaRPr lang="en-US" sz="1200" b="1" kern="0" dirty="0">
                <a:solidFill>
                  <a:srgbClr val="BFE18D">
                    <a:lumMod val="75000"/>
                  </a:srgbClr>
                </a:solidFill>
                <a:latin typeface="Arial" charset="0"/>
              </a:endParaRPr>
            </a:p>
          </p:txBody>
        </p:sp>
        <p:sp>
          <p:nvSpPr>
            <p:cNvPr id="88" name="Rectangle 87"/>
            <p:cNvSpPr/>
            <p:nvPr/>
          </p:nvSpPr>
          <p:spPr bwMode="auto">
            <a:xfrm>
              <a:off x="3131840" y="1916832"/>
              <a:ext cx="1152128" cy="288032"/>
            </a:xfrm>
            <a:prstGeom prst="rect">
              <a:avLst/>
            </a:prstGeom>
            <a:grpFill/>
            <a:ln w="12700" cap="flat" cmpd="sng" algn="ctr">
              <a:noFill/>
              <a:prstDash val="solid"/>
              <a:round/>
              <a:headEnd type="none" w="med" len="med"/>
              <a:tailEnd type="none" w="med" len="med"/>
            </a:ln>
            <a:effectLst/>
          </p:spPr>
          <p:txBody>
            <a:bodyPr vert="horz" anchor="ctr"/>
            <a:lstStyle/>
            <a:p>
              <a:pPr algn="r" eaLnBrk="0" hangingPunct="0">
                <a:defRPr/>
              </a:pPr>
              <a:r>
                <a:rPr lang="nl-BE" sz="1200" b="1" kern="0" dirty="0">
                  <a:solidFill>
                    <a:srgbClr val="BFE18D">
                      <a:lumMod val="75000"/>
                    </a:srgbClr>
                  </a:solidFill>
                  <a:latin typeface="Arial" charset="0"/>
                </a:rPr>
                <a:t>Call 5</a:t>
              </a:r>
              <a:endParaRPr lang="en-US" sz="1200" b="1" kern="0" dirty="0">
                <a:solidFill>
                  <a:srgbClr val="BFE18D">
                    <a:lumMod val="75000"/>
                  </a:srgbClr>
                </a:solidFill>
                <a:latin typeface="Arial" charset="0"/>
              </a:endParaRPr>
            </a:p>
          </p:txBody>
        </p:sp>
        <p:sp>
          <p:nvSpPr>
            <p:cNvPr id="89" name="Rectangle 5"/>
            <p:cNvSpPr/>
            <p:nvPr/>
          </p:nvSpPr>
          <p:spPr bwMode="auto">
            <a:xfrm>
              <a:off x="5148064" y="2276872"/>
              <a:ext cx="432048" cy="3672408"/>
            </a:xfrm>
            <a:prstGeom prst="rect">
              <a:avLst/>
            </a:prstGeom>
            <a:grpFill/>
            <a:ln w="12700" cap="flat" cmpd="sng" algn="ctr">
              <a:noFill/>
              <a:prstDash val="solid"/>
              <a:round/>
              <a:headEnd type="none" w="med" len="med"/>
              <a:tailEnd type="none" w="med" len="med"/>
            </a:ln>
            <a:effectLst/>
          </p:spPr>
          <p:txBody>
            <a:bodyPr vert="vert270" anchor="ctr" anchorCtr="0"/>
            <a:lstStyle/>
            <a:p>
              <a:pPr algn="r" eaLnBrk="0" hangingPunct="0">
                <a:defRPr/>
              </a:pPr>
              <a:r>
                <a:rPr lang="en-US" sz="1200" b="1" kern="0" dirty="0">
                  <a:solidFill>
                    <a:srgbClr val="BFE18D">
                      <a:lumMod val="75000"/>
                    </a:srgbClr>
                  </a:solidFill>
                  <a:latin typeface="Arial" charset="0"/>
                </a:rPr>
                <a:t>Risk factor analysis</a:t>
              </a:r>
            </a:p>
          </p:txBody>
        </p:sp>
        <p:sp>
          <p:nvSpPr>
            <p:cNvPr id="90" name="Rectangle 5"/>
            <p:cNvSpPr/>
            <p:nvPr/>
          </p:nvSpPr>
          <p:spPr bwMode="auto">
            <a:xfrm>
              <a:off x="3203848" y="2276872"/>
              <a:ext cx="432048" cy="3672408"/>
            </a:xfrm>
            <a:prstGeom prst="rect">
              <a:avLst/>
            </a:prstGeom>
            <a:grpFill/>
            <a:ln w="12700" cap="flat" cmpd="sng" algn="ctr">
              <a:noFill/>
              <a:prstDash val="solid"/>
              <a:round/>
              <a:headEnd type="none" w="med" len="med"/>
              <a:tailEnd type="none" w="med" len="med"/>
            </a:ln>
            <a:effectLst/>
          </p:spPr>
          <p:txBody>
            <a:bodyPr vert="vert270" anchor="ctr" anchorCtr="0"/>
            <a:lstStyle/>
            <a:p>
              <a:pPr algn="r" eaLnBrk="0" hangingPunct="0">
                <a:defRPr/>
              </a:pPr>
              <a:r>
                <a:rPr lang="en-US" sz="1200" b="1" kern="0" dirty="0" smtClean="0">
                  <a:solidFill>
                    <a:srgbClr val="BFE18D">
                      <a:lumMod val="75000"/>
                    </a:srgbClr>
                  </a:solidFill>
                  <a:latin typeface="Arial" charset="0"/>
                </a:rPr>
                <a:t>Patient generated data</a:t>
              </a:r>
              <a:endParaRPr lang="en-US" sz="1200" b="1" kern="0" dirty="0">
                <a:solidFill>
                  <a:srgbClr val="BFE18D">
                    <a:lumMod val="75000"/>
                  </a:srgbClr>
                </a:solidFill>
                <a:latin typeface="Arial" charset="0"/>
              </a:endParaRPr>
            </a:p>
          </p:txBody>
        </p:sp>
        <p:sp>
          <p:nvSpPr>
            <p:cNvPr id="99" name="Rectangle 98"/>
            <p:cNvSpPr/>
            <p:nvPr/>
          </p:nvSpPr>
          <p:spPr bwMode="auto">
            <a:xfrm>
              <a:off x="6444208" y="1916832"/>
              <a:ext cx="1152128" cy="288032"/>
            </a:xfrm>
            <a:prstGeom prst="rect">
              <a:avLst/>
            </a:prstGeom>
            <a:grpFill/>
            <a:ln w="12700" cap="flat" cmpd="sng" algn="ctr">
              <a:noFill/>
              <a:prstDash val="solid"/>
              <a:round/>
              <a:headEnd type="none" w="med" len="med"/>
              <a:tailEnd type="none" w="med" len="med"/>
            </a:ln>
            <a:effectLst/>
          </p:spPr>
          <p:txBody>
            <a:bodyPr vert="horz" anchor="ctr"/>
            <a:lstStyle/>
            <a:p>
              <a:pPr algn="ctr" eaLnBrk="0" hangingPunct="0">
                <a:defRPr/>
              </a:pPr>
              <a:r>
                <a:rPr lang="en-US" sz="1200" b="1" kern="0" dirty="0">
                  <a:solidFill>
                    <a:srgbClr val="BFE18D">
                      <a:lumMod val="75000"/>
                    </a:srgbClr>
                  </a:solidFill>
                  <a:latin typeface="Arial" charset="0"/>
                </a:rPr>
                <a:t>TBD</a:t>
              </a:r>
            </a:p>
          </p:txBody>
        </p:sp>
      </p:grpSp>
      <p:sp>
        <p:nvSpPr>
          <p:cNvPr id="107" name="Rectangle 106"/>
          <p:cNvSpPr/>
          <p:nvPr/>
        </p:nvSpPr>
        <p:spPr bwMode="auto">
          <a:xfrm>
            <a:off x="7623116" y="4335514"/>
            <a:ext cx="288032" cy="1368152"/>
          </a:xfrm>
          <a:prstGeom prst="rect">
            <a:avLst/>
          </a:prstGeom>
          <a:solidFill>
            <a:srgbClr val="BFE18D">
              <a:lumMod val="60000"/>
              <a:lumOff val="40000"/>
            </a:srgbClr>
          </a:solidFill>
          <a:ln w="9525" cap="flat" cmpd="sng" algn="ctr">
            <a:solidFill>
              <a:srgbClr val="09357A">
                <a:lumMod val="75000"/>
              </a:srgbClr>
            </a:solidFill>
            <a:prstDash val="solid"/>
            <a:round/>
            <a:headEnd type="none" w="med" len="med"/>
            <a:tailEnd type="none" w="med" len="med"/>
          </a:ln>
          <a:effectLst/>
        </p:spPr>
        <p:txBody>
          <a:bodyPr vert="vert270" anchor="ctr" anchorCtr="1">
            <a:noAutofit/>
          </a:bodyPr>
          <a:lstStyle/>
          <a:p>
            <a:pPr algn="ctr" eaLnBrk="0" hangingPunct="0">
              <a:lnSpc>
                <a:spcPct val="80000"/>
              </a:lnSpc>
              <a:defRPr/>
            </a:pPr>
            <a:r>
              <a:rPr lang="en-US" sz="1200" b="1" kern="0" dirty="0" smtClean="0">
                <a:solidFill>
                  <a:srgbClr val="2A8EBF">
                    <a:lumMod val="50000"/>
                  </a:srgbClr>
                </a:solidFill>
                <a:latin typeface="Arial" pitchFamily="34" charset="0"/>
                <a:ea typeface="MS PGothic" pitchFamily="34" charset="-128"/>
              </a:rPr>
              <a:t>EMIF - Platform</a:t>
            </a:r>
          </a:p>
        </p:txBody>
      </p:sp>
      <p:sp>
        <p:nvSpPr>
          <p:cNvPr id="108" name="Rectangle 107"/>
          <p:cNvSpPr/>
          <p:nvPr/>
        </p:nvSpPr>
        <p:spPr bwMode="auto">
          <a:xfrm>
            <a:off x="2294524" y="1743226"/>
            <a:ext cx="1152128" cy="288032"/>
          </a:xfrm>
          <a:prstGeom prst="rect">
            <a:avLst/>
          </a:prstGeom>
          <a:solidFill>
            <a:srgbClr val="66BC29"/>
          </a:solidFill>
          <a:ln w="12700" cap="flat" cmpd="sng" algn="ctr">
            <a:solidFill>
              <a:srgbClr val="09357A">
                <a:lumMod val="50000"/>
              </a:srgbClr>
            </a:solidFill>
            <a:prstDash val="solid"/>
            <a:round/>
            <a:headEnd type="none" w="med" len="med"/>
            <a:tailEnd type="none" w="med" len="med"/>
          </a:ln>
          <a:effectLst/>
        </p:spPr>
        <p:txBody>
          <a:bodyPr vert="horz"/>
          <a:lstStyle/>
          <a:p>
            <a:pPr algn="ctr" eaLnBrk="0" hangingPunct="0">
              <a:defRPr/>
            </a:pPr>
            <a:r>
              <a:rPr lang="en-US" sz="1400" b="1" kern="0" dirty="0" smtClean="0">
                <a:solidFill>
                  <a:srgbClr val="FFFFFF"/>
                </a:solidFill>
                <a:latin typeface="Arial" charset="0"/>
              </a:rPr>
              <a:t>Metabolic</a:t>
            </a:r>
          </a:p>
        </p:txBody>
      </p:sp>
      <p:sp>
        <p:nvSpPr>
          <p:cNvPr id="109" name="Rectangle 108"/>
          <p:cNvSpPr/>
          <p:nvPr/>
        </p:nvSpPr>
        <p:spPr bwMode="auto">
          <a:xfrm>
            <a:off x="4238740" y="1743226"/>
            <a:ext cx="1152128" cy="288032"/>
          </a:xfrm>
          <a:prstGeom prst="rect">
            <a:avLst/>
          </a:prstGeom>
          <a:solidFill>
            <a:srgbClr val="66BC29"/>
          </a:solidFill>
          <a:ln w="12700" cap="flat" cmpd="sng" algn="ctr">
            <a:solidFill>
              <a:srgbClr val="09357A">
                <a:lumMod val="50000"/>
              </a:srgbClr>
            </a:solidFill>
            <a:prstDash val="solid"/>
            <a:round/>
            <a:headEnd type="none" w="med" len="med"/>
            <a:tailEnd type="none" w="med" len="med"/>
          </a:ln>
          <a:effectLst/>
        </p:spPr>
        <p:txBody>
          <a:bodyPr vert="horz"/>
          <a:lstStyle/>
          <a:p>
            <a:pPr algn="ctr" eaLnBrk="0" hangingPunct="0">
              <a:defRPr/>
            </a:pPr>
            <a:r>
              <a:rPr lang="en-US" sz="1400" b="1" kern="0" dirty="0" smtClean="0">
                <a:solidFill>
                  <a:srgbClr val="FFFFFF"/>
                </a:solidFill>
                <a:latin typeface="Arial" charset="0"/>
              </a:rPr>
              <a:t>CNS</a:t>
            </a:r>
          </a:p>
        </p:txBody>
      </p:sp>
      <p:pic>
        <p:nvPicPr>
          <p:cNvPr id="29" name="Picture 2"/>
          <p:cNvPicPr>
            <a:picLocks noChangeAspect="1" noChangeArrowheads="1"/>
          </p:cNvPicPr>
          <p:nvPr/>
        </p:nvPicPr>
        <p:blipFill>
          <a:blip r:embed="rId3">
            <a:extLst>
              <a:ext uri="{28A0092B-C50C-407E-A947-70E740481C1C}">
                <a14:useLocalDpi xmlns:a14="http://schemas.microsoft.com/office/drawing/2010/main" val="0"/>
              </a:ext>
            </a:extLst>
          </a:blip>
          <a:srcRect l="62605" t="48129" r="5209" b="43948"/>
          <a:stretch>
            <a:fillRect/>
          </a:stretch>
        </p:blipFill>
        <p:spPr bwMode="auto">
          <a:xfrm>
            <a:off x="107950" y="6381750"/>
            <a:ext cx="1944688"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58136"/>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lvl1pPr>
              <a:defRPr/>
            </a:lvl1pPr>
          </a:lstStyle>
          <a:p>
            <a:endParaRPr lang="en-US" sz="1400" dirty="0">
              <a:solidFill>
                <a:srgbClr val="004151"/>
              </a:solidFill>
            </a:endParaRPr>
          </a:p>
        </p:txBody>
      </p:sp>
      <p:sp>
        <p:nvSpPr>
          <p:cNvPr id="2" name="Title 1"/>
          <p:cNvSpPr>
            <a:spLocks noGrp="1"/>
          </p:cNvSpPr>
          <p:nvPr>
            <p:ph type="ctrTitle" idx="4294967295"/>
          </p:nvPr>
        </p:nvSpPr>
        <p:spPr>
          <a:xfrm>
            <a:off x="190500" y="136525"/>
            <a:ext cx="7772400" cy="1095375"/>
          </a:xfrm>
          <a:prstGeom prst="rect">
            <a:avLst/>
          </a:prstGeom>
        </p:spPr>
        <p:txBody>
          <a:bodyPr/>
          <a:lstStyle/>
          <a:p>
            <a:r>
              <a:rPr lang="en-GB" sz="3200" dirty="0" err="1" smtClean="0">
                <a:solidFill>
                  <a:srgbClr val="004151"/>
                </a:solidFill>
              </a:rPr>
              <a:t>eTRIKS</a:t>
            </a:r>
            <a:r>
              <a:rPr lang="en-GB" sz="3200" dirty="0" smtClean="0">
                <a:solidFill>
                  <a:srgbClr val="004151"/>
                </a:solidFill>
              </a:rPr>
              <a:t> European Translational Information and Knowledge Services</a:t>
            </a:r>
            <a:endParaRPr lang="en-US" sz="3200" dirty="0">
              <a:solidFill>
                <a:srgbClr val="004151"/>
              </a:solidFill>
            </a:endParaRPr>
          </a:p>
        </p:txBody>
      </p:sp>
      <p:sp>
        <p:nvSpPr>
          <p:cNvPr id="3" name="Content Placeholder 2"/>
          <p:cNvSpPr>
            <a:spLocks noGrp="1"/>
          </p:cNvSpPr>
          <p:nvPr>
            <p:ph type="subTitle" idx="4294967295"/>
          </p:nvPr>
        </p:nvSpPr>
        <p:spPr>
          <a:xfrm>
            <a:off x="393699" y="1463040"/>
            <a:ext cx="8340649" cy="4442460"/>
          </a:xfrm>
          <a:prstGeom prst="rect">
            <a:avLst/>
          </a:prstGeom>
        </p:spPr>
        <p:txBody>
          <a:bodyPr/>
          <a:lstStyle/>
          <a:p>
            <a:r>
              <a:rPr lang="en-GB" sz="2400" dirty="0" smtClean="0">
                <a:solidFill>
                  <a:srgbClr val="004151"/>
                </a:solidFill>
                <a:latin typeface="Arial" pitchFamily="34" charset="0"/>
                <a:cs typeface="Arial" pitchFamily="34" charset="0"/>
              </a:rPr>
              <a:t>Objective: </a:t>
            </a:r>
          </a:p>
          <a:p>
            <a:pPr lvl="1"/>
            <a:r>
              <a:rPr lang="en-GB" sz="2000" dirty="0" smtClean="0">
                <a:solidFill>
                  <a:srgbClr val="004151"/>
                </a:solidFill>
                <a:latin typeface="Arial" pitchFamily="34" charset="0"/>
                <a:cs typeface="Arial" pitchFamily="34" charset="0"/>
              </a:rPr>
              <a:t>Provision of a sustainable KM Platform and Service to support Private/Public Translational Research (TR) in IMI and beyond</a:t>
            </a:r>
          </a:p>
          <a:p>
            <a:pPr lvl="1"/>
            <a:r>
              <a:rPr lang="en-GB" sz="2000" dirty="0" smtClean="0">
                <a:solidFill>
                  <a:srgbClr val="004151"/>
                </a:solidFill>
                <a:latin typeface="Arial" pitchFamily="34" charset="0"/>
                <a:cs typeface="Arial" pitchFamily="34" charset="0"/>
              </a:rPr>
              <a:t>Single access point to standardised curated TR study information</a:t>
            </a:r>
          </a:p>
          <a:p>
            <a:r>
              <a:rPr lang="en-GB" sz="2400" dirty="0" smtClean="0">
                <a:solidFill>
                  <a:srgbClr val="004151"/>
                </a:solidFill>
                <a:latin typeface="Arial" pitchFamily="34" charset="0"/>
                <a:cs typeface="Arial" pitchFamily="34" charset="0"/>
              </a:rPr>
              <a:t>Project: </a:t>
            </a:r>
          </a:p>
          <a:p>
            <a:pPr lvl="1">
              <a:buClr>
                <a:srgbClr val="004151"/>
              </a:buClr>
            </a:pPr>
            <a:r>
              <a:rPr lang="en-GB" sz="2000" dirty="0">
                <a:solidFill>
                  <a:srgbClr val="004151"/>
                </a:solidFill>
                <a:latin typeface="Arial" pitchFamily="34" charset="0"/>
                <a:cs typeface="Arial" pitchFamily="34" charset="0"/>
              </a:rPr>
              <a:t>Built around J&amp;J’s </a:t>
            </a:r>
            <a:r>
              <a:rPr lang="en-GB" sz="2000" dirty="0" err="1">
                <a:solidFill>
                  <a:srgbClr val="004151"/>
                </a:solidFill>
                <a:latin typeface="Arial" pitchFamily="34" charset="0"/>
                <a:cs typeface="Arial" pitchFamily="34" charset="0"/>
              </a:rPr>
              <a:t>tranSMART</a:t>
            </a:r>
            <a:r>
              <a:rPr lang="en-GB" sz="2000" dirty="0">
                <a:solidFill>
                  <a:srgbClr val="004151"/>
                </a:solidFill>
                <a:latin typeface="Arial" pitchFamily="34" charset="0"/>
                <a:cs typeface="Arial" pitchFamily="34" charset="0"/>
              </a:rPr>
              <a:t> open platform</a:t>
            </a:r>
          </a:p>
          <a:p>
            <a:pPr lvl="1">
              <a:buClr>
                <a:srgbClr val="004151"/>
              </a:buClr>
            </a:pPr>
            <a:r>
              <a:rPr lang="en-GB" sz="2000" dirty="0">
                <a:solidFill>
                  <a:srgbClr val="004151"/>
                </a:solidFill>
                <a:latin typeface="Arial" pitchFamily="34" charset="0"/>
                <a:cs typeface="Arial" pitchFamily="34" charset="0"/>
              </a:rPr>
              <a:t>Support: Hosting, Consulting, </a:t>
            </a:r>
            <a:r>
              <a:rPr lang="en-GB" sz="2000" dirty="0" err="1">
                <a:solidFill>
                  <a:srgbClr val="004151"/>
                </a:solidFill>
                <a:latin typeface="Arial" pitchFamily="34" charset="0"/>
                <a:cs typeface="Arial" pitchFamily="34" charset="0"/>
              </a:rPr>
              <a:t>Curation</a:t>
            </a:r>
            <a:r>
              <a:rPr lang="en-GB" sz="2000" dirty="0">
                <a:solidFill>
                  <a:srgbClr val="004151"/>
                </a:solidFill>
                <a:latin typeface="Arial" pitchFamily="34" charset="0"/>
                <a:cs typeface="Arial" pitchFamily="34" charset="0"/>
              </a:rPr>
              <a:t> (live and historic </a:t>
            </a:r>
            <a:r>
              <a:rPr lang="en-GB" sz="2000" dirty="0" err="1">
                <a:solidFill>
                  <a:srgbClr val="004151"/>
                </a:solidFill>
                <a:latin typeface="Arial" pitchFamily="34" charset="0"/>
                <a:cs typeface="Arial" pitchFamily="34" charset="0"/>
              </a:rPr>
              <a:t>TR</a:t>
            </a:r>
            <a:r>
              <a:rPr lang="en-GB" sz="2000" dirty="0">
                <a:solidFill>
                  <a:srgbClr val="004151"/>
                </a:solidFill>
                <a:latin typeface="Arial" pitchFamily="34" charset="0"/>
                <a:cs typeface="Arial" pitchFamily="34" charset="0"/>
              </a:rPr>
              <a:t> trials), Software development, Training, Analytics Methodology, Standards development, Ethics consultation.</a:t>
            </a:r>
          </a:p>
          <a:p>
            <a:pPr lvl="1">
              <a:buClr>
                <a:srgbClr val="004151"/>
              </a:buClr>
            </a:pPr>
            <a:r>
              <a:rPr lang="en-GB" sz="2000" dirty="0">
                <a:solidFill>
                  <a:srgbClr val="004151"/>
                </a:solidFill>
                <a:latin typeface="Arial" pitchFamily="34" charset="0"/>
                <a:cs typeface="Arial" pitchFamily="34" charset="0"/>
              </a:rPr>
              <a:t>Support of live IMI Efficacy &amp; Safety projects</a:t>
            </a:r>
            <a:r>
              <a:rPr lang="en-GB" sz="2000" dirty="0" smtClean="0">
                <a:solidFill>
                  <a:srgbClr val="004151"/>
                </a:solidFill>
                <a:latin typeface="Arial" pitchFamily="34" charset="0"/>
                <a:cs typeface="Arial" pitchFamily="34" charset="0"/>
              </a:rPr>
              <a:t>: </a:t>
            </a:r>
            <a:r>
              <a:rPr lang="en-GB" sz="2000" dirty="0" err="1" smtClean="0">
                <a:solidFill>
                  <a:srgbClr val="004151"/>
                </a:solidFill>
                <a:latin typeface="Arial" pitchFamily="34" charset="0"/>
                <a:cs typeface="Arial" pitchFamily="34" charset="0"/>
              </a:rPr>
              <a:t>UBIOPRED</a:t>
            </a:r>
            <a:r>
              <a:rPr lang="en-GB" sz="2000" dirty="0">
                <a:solidFill>
                  <a:srgbClr val="004151"/>
                </a:solidFill>
                <a:latin typeface="Arial" pitchFamily="34" charset="0"/>
                <a:cs typeface="Arial" pitchFamily="34" charset="0"/>
              </a:rPr>
              <a:t>, </a:t>
            </a:r>
            <a:r>
              <a:rPr lang="en-GB" sz="2000" dirty="0" err="1">
                <a:solidFill>
                  <a:srgbClr val="004151"/>
                </a:solidFill>
                <a:latin typeface="Arial" pitchFamily="34" charset="0"/>
                <a:cs typeface="Arial" pitchFamily="34" charset="0"/>
              </a:rPr>
              <a:t>NEWMEDS</a:t>
            </a:r>
            <a:r>
              <a:rPr lang="en-GB" sz="2000" dirty="0">
                <a:solidFill>
                  <a:srgbClr val="004151"/>
                </a:solidFill>
                <a:latin typeface="Arial" pitchFamily="34" charset="0"/>
                <a:cs typeface="Arial" pitchFamily="34" charset="0"/>
              </a:rPr>
              <a:t>, </a:t>
            </a:r>
            <a:r>
              <a:rPr lang="en-GB" sz="2000" dirty="0" err="1">
                <a:solidFill>
                  <a:srgbClr val="004151"/>
                </a:solidFill>
                <a:latin typeface="Arial" pitchFamily="34" charset="0"/>
                <a:cs typeface="Arial" pitchFamily="34" charset="0"/>
              </a:rPr>
              <a:t>OncoTrack</a:t>
            </a:r>
            <a:r>
              <a:rPr lang="en-GB" sz="2000" dirty="0">
                <a:solidFill>
                  <a:srgbClr val="004151"/>
                </a:solidFill>
                <a:latin typeface="Arial" pitchFamily="34" charset="0"/>
                <a:cs typeface="Arial" pitchFamily="34" charset="0"/>
              </a:rPr>
              <a:t>, </a:t>
            </a:r>
            <a:r>
              <a:rPr lang="en-GB" sz="2000" dirty="0" err="1">
                <a:solidFill>
                  <a:srgbClr val="004151"/>
                </a:solidFill>
                <a:latin typeface="Arial" pitchFamily="34" charset="0"/>
                <a:cs typeface="Arial" pitchFamily="34" charset="0"/>
              </a:rPr>
              <a:t>PREDECT</a:t>
            </a:r>
            <a:r>
              <a:rPr lang="en-GB" sz="2000" dirty="0">
                <a:solidFill>
                  <a:srgbClr val="004151"/>
                </a:solidFill>
                <a:latin typeface="Arial" pitchFamily="34" charset="0"/>
                <a:cs typeface="Arial" pitchFamily="34" charset="0"/>
              </a:rPr>
              <a:t>, Predict-TB, </a:t>
            </a:r>
            <a:r>
              <a:rPr lang="en-GB" sz="2000" dirty="0" err="1">
                <a:solidFill>
                  <a:srgbClr val="004151"/>
                </a:solidFill>
                <a:latin typeface="Arial" pitchFamily="34" charset="0"/>
                <a:cs typeface="Arial" pitchFamily="34" charset="0"/>
              </a:rPr>
              <a:t>ABIRISK</a:t>
            </a:r>
            <a:r>
              <a:rPr lang="en-GB" sz="2000" dirty="0">
                <a:solidFill>
                  <a:srgbClr val="004151"/>
                </a:solidFill>
                <a:latin typeface="Arial" pitchFamily="34" charset="0"/>
                <a:cs typeface="Arial" pitchFamily="34" charset="0"/>
              </a:rPr>
              <a:t>, ND4BB, </a:t>
            </a:r>
            <a:r>
              <a:rPr lang="en-GB" sz="2000" dirty="0" err="1">
                <a:solidFill>
                  <a:srgbClr val="004151"/>
                </a:solidFill>
                <a:latin typeface="Arial" pitchFamily="34" charset="0"/>
                <a:cs typeface="Arial" pitchFamily="34" charset="0"/>
              </a:rPr>
              <a:t>MRC</a:t>
            </a:r>
            <a:r>
              <a:rPr lang="en-GB" sz="2000" dirty="0">
                <a:solidFill>
                  <a:srgbClr val="004151"/>
                </a:solidFill>
                <a:latin typeface="Arial" pitchFamily="34" charset="0"/>
                <a:cs typeface="Arial" pitchFamily="34" charset="0"/>
              </a:rPr>
              <a:t>/</a:t>
            </a:r>
            <a:r>
              <a:rPr lang="en-GB" sz="2000" dirty="0" err="1">
                <a:solidFill>
                  <a:srgbClr val="004151"/>
                </a:solidFill>
                <a:latin typeface="Arial" pitchFamily="34" charset="0"/>
                <a:cs typeface="Arial" pitchFamily="34" charset="0"/>
              </a:rPr>
              <a:t>ABPI</a:t>
            </a:r>
            <a:r>
              <a:rPr lang="en-GB" sz="2000" dirty="0">
                <a:solidFill>
                  <a:srgbClr val="004151"/>
                </a:solidFill>
                <a:latin typeface="Arial" pitchFamily="34" charset="0"/>
                <a:cs typeface="Arial" pitchFamily="34" charset="0"/>
              </a:rPr>
              <a:t>-RA MAP.</a:t>
            </a:r>
          </a:p>
          <a:p>
            <a:pPr marL="457200" lvl="1" indent="0">
              <a:buNone/>
            </a:pPr>
            <a:endParaRPr lang="en-GB" sz="2000" dirty="0">
              <a:solidFill>
                <a:srgbClr val="004151"/>
              </a:solidFill>
              <a:latin typeface="Arial" pitchFamily="34" charset="0"/>
              <a:cs typeface="Arial" pitchFamily="34" charset="0"/>
            </a:endParaRPr>
          </a:p>
          <a:p>
            <a:pPr>
              <a:buNone/>
            </a:pPr>
            <a:endParaRPr lang="en-GB" sz="2400" dirty="0" smtClean="0">
              <a:solidFill>
                <a:srgbClr val="004151"/>
              </a:solidFill>
              <a:latin typeface="Arial" pitchFamily="34" charset="0"/>
              <a:cs typeface="Arial" pitchFamily="34" charset="0"/>
            </a:endParaRPr>
          </a:p>
        </p:txBody>
      </p:sp>
    </p:spTree>
    <p:extLst>
      <p:ext uri="{BB962C8B-B14F-4D97-AF65-F5344CB8AC3E}">
        <p14:creationId xmlns:p14="http://schemas.microsoft.com/office/powerpoint/2010/main" val="4634576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55600" y="225585"/>
            <a:ext cx="6934200" cy="1019016"/>
          </a:xfrm>
        </p:spPr>
        <p:txBody>
          <a:bodyPr/>
          <a:lstStyle/>
          <a:p>
            <a:r>
              <a:rPr lang="nl-BE" dirty="0" smtClean="0">
                <a:solidFill>
                  <a:srgbClr val="004151"/>
                </a:solidFill>
              </a:rPr>
              <a:t>Data Intensive Sciences</a:t>
            </a:r>
            <a:endParaRPr lang="nl-BE" dirty="0">
              <a:solidFill>
                <a:srgbClr val="004151"/>
              </a:solidFill>
            </a:endParaRPr>
          </a:p>
        </p:txBody>
      </p:sp>
      <p:sp>
        <p:nvSpPr>
          <p:cNvPr id="5" name="Subtitle 4"/>
          <p:cNvSpPr>
            <a:spLocks noGrp="1"/>
          </p:cNvSpPr>
          <p:nvPr>
            <p:ph type="subTitle" idx="1"/>
          </p:nvPr>
        </p:nvSpPr>
        <p:spPr>
          <a:xfrm>
            <a:off x="508000" y="1536700"/>
            <a:ext cx="7912100" cy="4102100"/>
          </a:xfrm>
        </p:spPr>
        <p:txBody>
          <a:bodyPr/>
          <a:lstStyle/>
          <a:p>
            <a:pPr marL="457200" indent="-457200" algn="l">
              <a:buFont typeface="Arial" pitchFamily="34" charset="0"/>
              <a:buChar char="•"/>
            </a:pPr>
            <a:r>
              <a:rPr lang="nl-BE" sz="4000" dirty="0">
                <a:solidFill>
                  <a:srgbClr val="004151"/>
                </a:solidFill>
                <a:latin typeface="Arial" pitchFamily="34" charset="0"/>
                <a:cs typeface="Arial" pitchFamily="34" charset="0"/>
              </a:rPr>
              <a:t>Descriptive Metadata</a:t>
            </a:r>
          </a:p>
          <a:p>
            <a:pPr marL="457200" indent="-457200" algn="l">
              <a:buFont typeface="Arial" pitchFamily="34" charset="0"/>
              <a:buChar char="•"/>
            </a:pPr>
            <a:r>
              <a:rPr lang="nl-BE" sz="4000" dirty="0">
                <a:solidFill>
                  <a:srgbClr val="004151"/>
                </a:solidFill>
                <a:latin typeface="Arial" pitchFamily="34" charset="0"/>
                <a:cs typeface="Arial" pitchFamily="34" charset="0"/>
              </a:rPr>
              <a:t>Describe quality of the data</a:t>
            </a:r>
          </a:p>
          <a:p>
            <a:pPr marL="457200" indent="-457200" algn="l">
              <a:buFont typeface="Arial" pitchFamily="34" charset="0"/>
              <a:buChar char="•"/>
            </a:pPr>
            <a:r>
              <a:rPr lang="nl-BE" sz="4000" dirty="0">
                <a:solidFill>
                  <a:srgbClr val="004151"/>
                </a:solidFill>
                <a:latin typeface="Arial" pitchFamily="34" charset="0"/>
                <a:cs typeface="Arial" pitchFamily="34" charset="0"/>
              </a:rPr>
              <a:t>Use standards to ensure syntactic and semantic interoperability</a:t>
            </a:r>
          </a:p>
          <a:p>
            <a:pPr algn="l"/>
            <a:r>
              <a:rPr lang="nl-BE" sz="2800" dirty="0">
                <a:solidFill>
                  <a:srgbClr val="004151"/>
                </a:solidFill>
                <a:latin typeface="Arial" pitchFamily="34" charset="0"/>
                <a:cs typeface="Arial" pitchFamily="34" charset="0"/>
              </a:rPr>
              <a:t>(Ref  e-IRG Data Management Task Force 2009)</a:t>
            </a:r>
          </a:p>
          <a:p>
            <a:pPr algn="l"/>
            <a:endParaRPr lang="nl-BE" dirty="0">
              <a:solidFill>
                <a:srgbClr val="004151"/>
              </a:solidFill>
            </a:endParaRPr>
          </a:p>
        </p:txBody>
      </p:sp>
    </p:spTree>
    <p:extLst>
      <p:ext uri="{BB962C8B-B14F-4D97-AF65-F5344CB8AC3E}">
        <p14:creationId xmlns:p14="http://schemas.microsoft.com/office/powerpoint/2010/main" val="6376662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22220" b="18808"/>
          <a:stretch/>
        </p:blipFill>
        <p:spPr bwMode="auto">
          <a:xfrm>
            <a:off x="-86003" y="193796"/>
            <a:ext cx="8714642" cy="1073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Oval 2"/>
          <p:cNvSpPr/>
          <p:nvPr/>
        </p:nvSpPr>
        <p:spPr>
          <a:xfrm>
            <a:off x="4297746" y="134223"/>
            <a:ext cx="1726841" cy="1065403"/>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Arial" pitchFamily="34" charset="0"/>
              <a:cs typeface="Arial" pitchFamily="34" charset="0"/>
            </a:endParaRPr>
          </a:p>
        </p:txBody>
      </p:sp>
      <p:sp>
        <p:nvSpPr>
          <p:cNvPr id="5" name="TextBox 4"/>
          <p:cNvSpPr txBox="1"/>
          <p:nvPr/>
        </p:nvSpPr>
        <p:spPr>
          <a:xfrm>
            <a:off x="219457" y="1382858"/>
            <a:ext cx="8513064" cy="461665"/>
          </a:xfrm>
          <a:prstGeom prst="rect">
            <a:avLst/>
          </a:prstGeom>
          <a:noFill/>
          <a:ln w="19050">
            <a:solidFill>
              <a:schemeClr val="tx1"/>
            </a:solidFill>
          </a:ln>
        </p:spPr>
        <p:txBody>
          <a:bodyPr wrap="square" rtlCol="0">
            <a:spAutoFit/>
          </a:bodyPr>
          <a:lstStyle/>
          <a:p>
            <a:pPr algn="ctr" eaLnBrk="0" fontAlgn="base" hangingPunct="0">
              <a:spcBef>
                <a:spcPct val="0"/>
              </a:spcBef>
              <a:spcAft>
                <a:spcPct val="0"/>
              </a:spcAft>
            </a:pPr>
            <a:r>
              <a:rPr lang="en-GB" sz="2400" b="1" dirty="0" smtClean="0">
                <a:solidFill>
                  <a:srgbClr val="004151"/>
                </a:solidFill>
                <a:effectLst>
                  <a:outerShdw blurRad="38100" dist="38100" dir="2700000" algn="tl">
                    <a:srgbClr val="000000">
                      <a:alpha val="43137"/>
                    </a:srgbClr>
                  </a:outerShdw>
                </a:effectLst>
                <a:latin typeface="Arial" pitchFamily="34" charset="0"/>
                <a:cs typeface="Arial" pitchFamily="34" charset="0"/>
              </a:rPr>
              <a:t>IMI and the role of Standards </a:t>
            </a:r>
            <a:endParaRPr lang="en-GB" sz="2400" b="1" dirty="0">
              <a:solidFill>
                <a:srgbClr val="004151"/>
              </a:solidFill>
              <a:effectLst>
                <a:outerShdw blurRad="38100" dist="38100" dir="2700000" algn="tl">
                  <a:srgbClr val="000000">
                    <a:alpha val="43137"/>
                  </a:srgbClr>
                </a:outerShdw>
              </a:effectLst>
              <a:latin typeface="Arial" pitchFamily="34" charset="0"/>
              <a:cs typeface="Arial" pitchFamily="34" charset="0"/>
            </a:endParaRPr>
          </a:p>
        </p:txBody>
      </p:sp>
      <p:graphicFrame>
        <p:nvGraphicFramePr>
          <p:cNvPr id="6" name="Diagram 5"/>
          <p:cNvGraphicFramePr/>
          <p:nvPr>
            <p:extLst>
              <p:ext uri="{D42A27DB-BD31-4B8C-83A1-F6EECF244321}">
                <p14:modId xmlns:p14="http://schemas.microsoft.com/office/powerpoint/2010/main" val="2656971429"/>
              </p:ext>
            </p:extLst>
          </p:nvPr>
        </p:nvGraphicFramePr>
        <p:xfrm>
          <a:off x="293083" y="1895992"/>
          <a:ext cx="8736057" cy="47278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Down Arrow 6"/>
          <p:cNvSpPr/>
          <p:nvPr/>
        </p:nvSpPr>
        <p:spPr>
          <a:xfrm>
            <a:off x="4208048" y="4096003"/>
            <a:ext cx="851804" cy="524311"/>
          </a:xfrm>
          <a:prstGeom prst="downArrow">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Arial" pitchFamily="34" charset="0"/>
              <a:cs typeface="Arial" pitchFamily="34" charset="0"/>
            </a:endParaRPr>
          </a:p>
        </p:txBody>
      </p:sp>
      <p:sp>
        <p:nvSpPr>
          <p:cNvPr id="9" name="Oval 8"/>
          <p:cNvSpPr/>
          <p:nvPr/>
        </p:nvSpPr>
        <p:spPr>
          <a:xfrm>
            <a:off x="289626" y="17114"/>
            <a:ext cx="2679363" cy="110315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Arial" pitchFamily="34" charset="0"/>
              <a:cs typeface="Arial" pitchFamily="34" charset="0"/>
            </a:endParaRPr>
          </a:p>
        </p:txBody>
      </p:sp>
      <p:sp>
        <p:nvSpPr>
          <p:cNvPr id="11" name="Oval 10"/>
          <p:cNvSpPr/>
          <p:nvPr/>
        </p:nvSpPr>
        <p:spPr>
          <a:xfrm>
            <a:off x="6901798" y="58175"/>
            <a:ext cx="1726841" cy="1065403"/>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Arial" pitchFamily="34" charset="0"/>
              <a:cs typeface="Arial" pitchFamily="34" charset="0"/>
            </a:endParaRPr>
          </a:p>
        </p:txBody>
      </p:sp>
      <p:sp>
        <p:nvSpPr>
          <p:cNvPr id="12" name="Oval 11"/>
          <p:cNvSpPr/>
          <p:nvPr/>
        </p:nvSpPr>
        <p:spPr>
          <a:xfrm>
            <a:off x="2944281" y="58175"/>
            <a:ext cx="1726841" cy="1065403"/>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Arial" pitchFamily="34" charset="0"/>
              <a:cs typeface="Arial" pitchFamily="34" charset="0"/>
            </a:endParaRPr>
          </a:p>
        </p:txBody>
      </p:sp>
    </p:spTree>
    <p:extLst>
      <p:ext uri="{BB962C8B-B14F-4D97-AF65-F5344CB8AC3E}">
        <p14:creationId xmlns:p14="http://schemas.microsoft.com/office/powerpoint/2010/main" val="2289379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55600" y="225585"/>
            <a:ext cx="6934200" cy="1019016"/>
          </a:xfrm>
        </p:spPr>
        <p:txBody>
          <a:bodyPr/>
          <a:lstStyle/>
          <a:p>
            <a:r>
              <a:rPr lang="nl-BE" dirty="0" smtClean="0">
                <a:solidFill>
                  <a:srgbClr val="004151"/>
                </a:solidFill>
              </a:rPr>
              <a:t>Data Intensive Sciences</a:t>
            </a:r>
            <a:endParaRPr lang="nl-BE" dirty="0">
              <a:solidFill>
                <a:srgbClr val="004151"/>
              </a:solidFill>
            </a:endParaRPr>
          </a:p>
        </p:txBody>
      </p:sp>
      <p:sp>
        <p:nvSpPr>
          <p:cNvPr id="5" name="Subtitle 4"/>
          <p:cNvSpPr>
            <a:spLocks noGrp="1"/>
          </p:cNvSpPr>
          <p:nvPr>
            <p:ph type="subTitle" idx="1"/>
          </p:nvPr>
        </p:nvSpPr>
        <p:spPr>
          <a:xfrm>
            <a:off x="508000" y="1536700"/>
            <a:ext cx="7912100" cy="4102100"/>
          </a:xfrm>
        </p:spPr>
        <p:txBody>
          <a:bodyPr/>
          <a:lstStyle/>
          <a:p>
            <a:pPr marL="457200" indent="-457200" algn="l">
              <a:buFont typeface="Arial" pitchFamily="34" charset="0"/>
              <a:buChar char="•"/>
            </a:pPr>
            <a:endParaRPr lang="nl-BE" sz="2000" dirty="0">
              <a:solidFill>
                <a:srgbClr val="004151"/>
              </a:solidFill>
              <a:latin typeface="Arial" pitchFamily="34" charset="0"/>
              <a:cs typeface="Arial" pitchFamily="34" charset="0"/>
            </a:endParaRPr>
          </a:p>
          <a:p>
            <a:pPr marL="457200" indent="-457200" algn="l">
              <a:buFont typeface="Arial" pitchFamily="34" charset="0"/>
              <a:buChar char="•"/>
            </a:pPr>
            <a:endParaRPr lang="nl-BE" sz="4000" b="1" dirty="0" smtClean="0">
              <a:solidFill>
                <a:srgbClr val="004151"/>
              </a:solidFill>
              <a:latin typeface="Arial" pitchFamily="34" charset="0"/>
              <a:cs typeface="Arial" pitchFamily="34" charset="0"/>
            </a:endParaRPr>
          </a:p>
          <a:p>
            <a:pPr marL="457200" indent="-457200" algn="l">
              <a:buFont typeface="Arial" pitchFamily="34" charset="0"/>
              <a:buChar char="•"/>
            </a:pPr>
            <a:r>
              <a:rPr lang="nl-BE" sz="4000" b="1" dirty="0" smtClean="0">
                <a:solidFill>
                  <a:srgbClr val="004151"/>
                </a:solidFill>
                <a:latin typeface="Arial" pitchFamily="34" charset="0"/>
                <a:cs typeface="Arial" pitchFamily="34" charset="0"/>
              </a:rPr>
              <a:t>Cite </a:t>
            </a:r>
            <a:r>
              <a:rPr lang="nl-BE" sz="4000" b="1" dirty="0">
                <a:solidFill>
                  <a:srgbClr val="004151"/>
                </a:solidFill>
                <a:latin typeface="Arial" pitchFamily="34" charset="0"/>
                <a:cs typeface="Arial" pitchFamily="34" charset="0"/>
              </a:rPr>
              <a:t>standards (incl version</a:t>
            </a:r>
            <a:r>
              <a:rPr lang="nl-BE" sz="4000" b="1" dirty="0" smtClean="0">
                <a:solidFill>
                  <a:srgbClr val="004151"/>
                </a:solidFill>
                <a:latin typeface="Arial" pitchFamily="34" charset="0"/>
                <a:cs typeface="Arial" pitchFamily="34" charset="0"/>
              </a:rPr>
              <a:t>)</a:t>
            </a:r>
          </a:p>
          <a:p>
            <a:pPr marL="457200" indent="-457200" algn="l">
              <a:buFont typeface="Arial" pitchFamily="34" charset="0"/>
              <a:buChar char="•"/>
            </a:pPr>
            <a:endParaRPr lang="nl-BE" sz="4000" b="1" dirty="0">
              <a:solidFill>
                <a:srgbClr val="004151"/>
              </a:solidFill>
              <a:latin typeface="Arial" pitchFamily="34" charset="0"/>
              <a:cs typeface="Arial" pitchFamily="34" charset="0"/>
            </a:endParaRPr>
          </a:p>
          <a:p>
            <a:pPr marL="457200" indent="-457200" algn="l">
              <a:buFont typeface="Arial" pitchFamily="34" charset="0"/>
              <a:buChar char="•"/>
            </a:pPr>
            <a:r>
              <a:rPr lang="nl-BE" sz="4000" b="1" dirty="0">
                <a:solidFill>
                  <a:srgbClr val="004151"/>
                </a:solidFill>
                <a:latin typeface="Arial" pitchFamily="34" charset="0"/>
                <a:cs typeface="Arial" pitchFamily="34" charset="0"/>
              </a:rPr>
              <a:t>Cite data </a:t>
            </a:r>
            <a:r>
              <a:rPr lang="nl-BE" sz="4000" b="1" dirty="0" smtClean="0">
                <a:solidFill>
                  <a:srgbClr val="004151"/>
                </a:solidFill>
                <a:latin typeface="Arial" pitchFamily="34" charset="0"/>
                <a:cs typeface="Arial" pitchFamily="34" charset="0"/>
              </a:rPr>
              <a:t>( use DOI</a:t>
            </a:r>
            <a:r>
              <a:rPr lang="nl-BE" sz="4000" b="1" dirty="0">
                <a:solidFill>
                  <a:srgbClr val="004151"/>
                </a:solidFill>
                <a:latin typeface="Arial" pitchFamily="34" charset="0"/>
                <a:cs typeface="Arial" pitchFamily="34" charset="0"/>
              </a:rPr>
              <a:t>) </a:t>
            </a:r>
          </a:p>
          <a:p>
            <a:pPr algn="l"/>
            <a:endParaRPr lang="nl-BE" dirty="0">
              <a:solidFill>
                <a:srgbClr val="004151"/>
              </a:solidFill>
            </a:endParaRPr>
          </a:p>
        </p:txBody>
      </p:sp>
    </p:spTree>
    <p:extLst>
      <p:ext uri="{BB962C8B-B14F-4D97-AF65-F5344CB8AC3E}">
        <p14:creationId xmlns:p14="http://schemas.microsoft.com/office/powerpoint/2010/main" val="10797004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6"/>
          <p:cNvSpPr>
            <a:spLocks noChangeArrowheads="1"/>
          </p:cNvSpPr>
          <p:nvPr/>
        </p:nvSpPr>
        <p:spPr bwMode="auto">
          <a:xfrm>
            <a:off x="450771" y="0"/>
            <a:ext cx="7843494" cy="1023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fr-BE" sz="3600" dirty="0" err="1" smtClean="0">
                <a:solidFill>
                  <a:srgbClr val="004151"/>
                </a:solidFill>
                <a:latin typeface="Arial" pitchFamily="34" charset="0"/>
                <a:ea typeface="Osaka"/>
                <a:cs typeface="Arial" pitchFamily="34" charset="0"/>
              </a:rPr>
              <a:t>THANK</a:t>
            </a:r>
            <a:r>
              <a:rPr lang="fr-BE" sz="3600" dirty="0" smtClean="0">
                <a:solidFill>
                  <a:srgbClr val="004151"/>
                </a:solidFill>
                <a:latin typeface="Arial" pitchFamily="34" charset="0"/>
                <a:ea typeface="Osaka"/>
                <a:cs typeface="Arial" pitchFamily="34" charset="0"/>
              </a:rPr>
              <a:t> YOU !</a:t>
            </a:r>
            <a:endParaRPr lang="en-GB" sz="3600" dirty="0">
              <a:solidFill>
                <a:srgbClr val="004151"/>
              </a:solidFill>
              <a:latin typeface="Arial" pitchFamily="34" charset="0"/>
              <a:ea typeface="Osaka"/>
              <a:cs typeface="Arial" pitchFamily="34" charset="0"/>
            </a:endParaRPr>
          </a:p>
        </p:txBody>
      </p:sp>
      <p:sp>
        <p:nvSpPr>
          <p:cNvPr id="6150" name="Text Box 10"/>
          <p:cNvSpPr txBox="1">
            <a:spLocks noChangeArrowheads="1"/>
          </p:cNvSpPr>
          <p:nvPr/>
        </p:nvSpPr>
        <p:spPr bwMode="auto">
          <a:xfrm>
            <a:off x="342978" y="3140079"/>
            <a:ext cx="1847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ヒラギノ角ゴ Pro W3" pitchFamily="1" charset="-128"/>
              </a:defRPr>
            </a:lvl1pPr>
            <a:lvl2pPr marL="742950" indent="-285750">
              <a:defRPr>
                <a:solidFill>
                  <a:schemeClr val="tx1"/>
                </a:solidFill>
                <a:latin typeface="Arial" pitchFamily="34" charset="0"/>
                <a:ea typeface="ヒラギノ角ゴ Pro W3" pitchFamily="1" charset="-128"/>
              </a:defRPr>
            </a:lvl2pPr>
            <a:lvl3pPr marL="1143000" indent="-228600">
              <a:defRPr>
                <a:solidFill>
                  <a:schemeClr val="tx1"/>
                </a:solidFill>
                <a:latin typeface="Arial" pitchFamily="34" charset="0"/>
                <a:ea typeface="ヒラギノ角ゴ Pro W3" pitchFamily="1" charset="-128"/>
              </a:defRPr>
            </a:lvl3pPr>
            <a:lvl4pPr marL="1600200" indent="-228600">
              <a:defRPr>
                <a:solidFill>
                  <a:schemeClr val="tx1"/>
                </a:solidFill>
                <a:latin typeface="Arial" pitchFamily="34" charset="0"/>
                <a:ea typeface="ヒラギノ角ゴ Pro W3" pitchFamily="1" charset="-128"/>
              </a:defRPr>
            </a:lvl4pPr>
            <a:lvl5pPr marL="2057400" indent="-228600">
              <a:defRPr>
                <a:solidFill>
                  <a:schemeClr val="tx1"/>
                </a:solidFill>
                <a:latin typeface="Arial" pitchFamily="34" charset="0"/>
                <a:ea typeface="ヒラギノ角ゴ Pro W3" pitchFamily="1" charset="-128"/>
              </a:defRPr>
            </a:lvl5pPr>
            <a:lvl6pPr marL="2514600" indent="-228600" eaLnBrk="0" fontAlgn="base" hangingPunct="0">
              <a:spcBef>
                <a:spcPct val="0"/>
              </a:spcBef>
              <a:spcAft>
                <a:spcPct val="0"/>
              </a:spcAft>
              <a:defRPr>
                <a:solidFill>
                  <a:schemeClr val="tx1"/>
                </a:solidFill>
                <a:latin typeface="Arial" pitchFamily="34" charset="0"/>
                <a:ea typeface="ヒラギノ角ゴ Pro W3" pitchFamily="1" charset="-128"/>
              </a:defRPr>
            </a:lvl6pPr>
            <a:lvl7pPr marL="2971800" indent="-228600" eaLnBrk="0" fontAlgn="base" hangingPunct="0">
              <a:spcBef>
                <a:spcPct val="0"/>
              </a:spcBef>
              <a:spcAft>
                <a:spcPct val="0"/>
              </a:spcAft>
              <a:defRPr>
                <a:solidFill>
                  <a:schemeClr val="tx1"/>
                </a:solidFill>
                <a:latin typeface="Arial" pitchFamily="34" charset="0"/>
                <a:ea typeface="ヒラギノ角ゴ Pro W3" pitchFamily="1" charset="-128"/>
              </a:defRPr>
            </a:lvl7pPr>
            <a:lvl8pPr marL="3429000" indent="-228600" eaLnBrk="0" fontAlgn="base" hangingPunct="0">
              <a:spcBef>
                <a:spcPct val="0"/>
              </a:spcBef>
              <a:spcAft>
                <a:spcPct val="0"/>
              </a:spcAft>
              <a:defRPr>
                <a:solidFill>
                  <a:schemeClr val="tx1"/>
                </a:solidFill>
                <a:latin typeface="Arial" pitchFamily="34" charset="0"/>
                <a:ea typeface="ヒラギノ角ゴ Pro W3" pitchFamily="1" charset="-128"/>
              </a:defRPr>
            </a:lvl8pPr>
            <a:lvl9pPr marL="3886200" indent="-228600" eaLnBrk="0" fontAlgn="base" hangingPunct="0">
              <a:spcBef>
                <a:spcPct val="0"/>
              </a:spcBef>
              <a:spcAft>
                <a:spcPct val="0"/>
              </a:spcAft>
              <a:defRPr>
                <a:solidFill>
                  <a:schemeClr val="tx1"/>
                </a:solidFill>
                <a:latin typeface="Arial" pitchFamily="34" charset="0"/>
                <a:ea typeface="ヒラギノ角ゴ Pro W3" pitchFamily="1" charset="-128"/>
              </a:defRPr>
            </a:lvl9pPr>
          </a:lstStyle>
          <a:p>
            <a:pPr eaLnBrk="1" hangingPunct="1"/>
            <a:endParaRPr lang="en-GB" sz="3600">
              <a:solidFill>
                <a:srgbClr val="00446A"/>
              </a:solidFill>
            </a:endParaRPr>
          </a:p>
        </p:txBody>
      </p:sp>
      <p:sp>
        <p:nvSpPr>
          <p:cNvPr id="4" name="Rectangle 3"/>
          <p:cNvSpPr/>
          <p:nvPr/>
        </p:nvSpPr>
        <p:spPr>
          <a:xfrm>
            <a:off x="2286000" y="3105835"/>
            <a:ext cx="4572000" cy="369332"/>
          </a:xfrm>
          <a:prstGeom prst="rect">
            <a:avLst/>
          </a:prstGeom>
        </p:spPr>
        <p:txBody>
          <a:bodyPr>
            <a:spAutoFit/>
          </a:bodyPr>
          <a:lstStyle/>
          <a:p>
            <a:endParaRPr lang="nl-BE" dirty="0"/>
          </a:p>
        </p:txBody>
      </p:sp>
      <p:sp>
        <p:nvSpPr>
          <p:cNvPr id="8" name="Rectangle 3"/>
          <p:cNvSpPr txBox="1">
            <a:spLocks noChangeArrowheads="1"/>
          </p:cNvSpPr>
          <p:nvPr/>
        </p:nvSpPr>
        <p:spPr bwMode="auto">
          <a:xfrm>
            <a:off x="384458" y="1414464"/>
            <a:ext cx="7596554" cy="5110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lnSpc>
                <a:spcPct val="150000"/>
              </a:lnSpc>
              <a:spcBef>
                <a:spcPct val="20000"/>
              </a:spcBef>
              <a:spcAft>
                <a:spcPct val="0"/>
              </a:spcAft>
              <a:buClr>
                <a:srgbClr val="004151"/>
              </a:buClr>
              <a:buFont typeface="Times" pitchFamily="18" charset="0"/>
              <a:buNone/>
              <a:defRPr sz="2800" b="1">
                <a:solidFill>
                  <a:srgbClr val="004151"/>
                </a:solidFill>
                <a:latin typeface="Calibri" pitchFamily="34" charset="0"/>
                <a:ea typeface="+mn-ea"/>
                <a:cs typeface="Calibri" pitchFamily="34" charset="0"/>
              </a:defRPr>
            </a:lvl1pPr>
            <a:lvl2pPr marL="457200" indent="0" algn="ctr" rtl="0" eaLnBrk="0" fontAlgn="base" hangingPunct="0">
              <a:lnSpc>
                <a:spcPct val="150000"/>
              </a:lnSpc>
              <a:spcBef>
                <a:spcPct val="20000"/>
              </a:spcBef>
              <a:spcAft>
                <a:spcPct val="0"/>
              </a:spcAft>
              <a:buNone/>
              <a:defRPr sz="2800">
                <a:solidFill>
                  <a:srgbClr val="004151"/>
                </a:solidFill>
                <a:latin typeface="Calibri" pitchFamily="34" charset="0"/>
                <a:ea typeface="+mn-ea"/>
                <a:cs typeface="Calibri" pitchFamily="34" charset="0"/>
              </a:defRPr>
            </a:lvl2pPr>
            <a:lvl3pPr marL="914400" indent="0" algn="ctr" rtl="0" eaLnBrk="0" fontAlgn="base" hangingPunct="0">
              <a:lnSpc>
                <a:spcPct val="150000"/>
              </a:lnSpc>
              <a:spcBef>
                <a:spcPct val="20000"/>
              </a:spcBef>
              <a:spcAft>
                <a:spcPct val="0"/>
              </a:spcAft>
              <a:buNone/>
              <a:defRPr sz="2800">
                <a:solidFill>
                  <a:srgbClr val="004151"/>
                </a:solidFill>
                <a:latin typeface="Calibri" pitchFamily="34" charset="0"/>
                <a:ea typeface="+mn-ea"/>
                <a:cs typeface="Calibri" pitchFamily="34" charset="0"/>
              </a:defRPr>
            </a:lvl3pPr>
            <a:lvl4pPr marL="1371600" indent="0" algn="ctr" rtl="0" eaLnBrk="0" fontAlgn="base" hangingPunct="0">
              <a:lnSpc>
                <a:spcPct val="150000"/>
              </a:lnSpc>
              <a:spcBef>
                <a:spcPct val="20000"/>
              </a:spcBef>
              <a:spcAft>
                <a:spcPct val="0"/>
              </a:spcAft>
              <a:buNone/>
              <a:defRPr sz="2400">
                <a:solidFill>
                  <a:srgbClr val="004151"/>
                </a:solidFill>
                <a:latin typeface="Calibri" pitchFamily="34" charset="0"/>
                <a:ea typeface="+mn-ea"/>
                <a:cs typeface="Calibri" pitchFamily="34" charset="0"/>
              </a:defRPr>
            </a:lvl4pPr>
            <a:lvl5pPr marL="1828800" indent="0" algn="ctr" rtl="0" eaLnBrk="0" fontAlgn="base" hangingPunct="0">
              <a:lnSpc>
                <a:spcPct val="150000"/>
              </a:lnSpc>
              <a:spcBef>
                <a:spcPct val="20000"/>
              </a:spcBef>
              <a:spcAft>
                <a:spcPct val="0"/>
              </a:spcAft>
              <a:buNone/>
              <a:defRPr sz="2400">
                <a:solidFill>
                  <a:srgbClr val="004151"/>
                </a:solidFill>
                <a:latin typeface="Calibri" pitchFamily="34" charset="0"/>
                <a:ea typeface="+mn-ea"/>
                <a:cs typeface="Calibri" pitchFamily="34" charset="0"/>
              </a:defRPr>
            </a:lvl5pPr>
            <a:lvl6pPr marL="2286000" indent="0" algn="ctr" rtl="0" eaLnBrk="0" fontAlgn="base" hangingPunct="0">
              <a:spcBef>
                <a:spcPct val="20000"/>
              </a:spcBef>
              <a:spcAft>
                <a:spcPct val="0"/>
              </a:spcAft>
              <a:buNone/>
              <a:defRPr sz="2000">
                <a:solidFill>
                  <a:schemeClr val="tx1"/>
                </a:solidFill>
                <a:latin typeface="+mn-lt"/>
                <a:ea typeface="+mn-ea"/>
                <a:cs typeface="+mn-cs"/>
              </a:defRPr>
            </a:lvl6pPr>
            <a:lvl7pPr marL="2743200" indent="0" algn="ctr" rtl="0" eaLnBrk="0" fontAlgn="base" hangingPunct="0">
              <a:spcBef>
                <a:spcPct val="20000"/>
              </a:spcBef>
              <a:spcAft>
                <a:spcPct val="0"/>
              </a:spcAft>
              <a:buNone/>
              <a:defRPr sz="2000">
                <a:solidFill>
                  <a:schemeClr val="tx1"/>
                </a:solidFill>
                <a:latin typeface="+mn-lt"/>
                <a:ea typeface="+mn-ea"/>
                <a:cs typeface="+mn-cs"/>
              </a:defRPr>
            </a:lvl7pPr>
            <a:lvl8pPr marL="3200400" indent="0" algn="ctr" rtl="0" eaLnBrk="0" fontAlgn="base" hangingPunct="0">
              <a:spcBef>
                <a:spcPct val="20000"/>
              </a:spcBef>
              <a:spcAft>
                <a:spcPct val="0"/>
              </a:spcAft>
              <a:buNone/>
              <a:defRPr sz="2000">
                <a:solidFill>
                  <a:schemeClr val="tx1"/>
                </a:solidFill>
                <a:latin typeface="+mn-lt"/>
                <a:ea typeface="+mn-ea"/>
                <a:cs typeface="+mn-cs"/>
              </a:defRPr>
            </a:lvl8pPr>
            <a:lvl9pPr marL="3657600" indent="0" algn="ctr" rtl="0" eaLnBrk="0" fontAlgn="base" hangingPunct="0">
              <a:spcBef>
                <a:spcPct val="20000"/>
              </a:spcBef>
              <a:spcAft>
                <a:spcPct val="0"/>
              </a:spcAft>
              <a:buNone/>
              <a:defRPr sz="2000">
                <a:solidFill>
                  <a:schemeClr val="tx1"/>
                </a:solidFill>
                <a:latin typeface="+mn-lt"/>
                <a:ea typeface="+mn-ea"/>
                <a:cs typeface="+mn-cs"/>
              </a:defRPr>
            </a:lvl9pPr>
          </a:lstStyle>
          <a:p>
            <a:pPr marL="342900" indent="-342900" algn="l">
              <a:spcBef>
                <a:spcPct val="100000"/>
              </a:spcBef>
              <a:buFont typeface="Arial" pitchFamily="34" charset="0"/>
              <a:buChar char="•"/>
            </a:pPr>
            <a:r>
              <a:rPr lang="en-GB" sz="2400" b="0" dirty="0" smtClean="0">
                <a:latin typeface="Arial" pitchFamily="34" charset="0"/>
                <a:cs typeface="Arial" pitchFamily="34" charset="0"/>
              </a:rPr>
              <a:t>Visit </a:t>
            </a:r>
            <a:r>
              <a:rPr lang="en-GB" sz="2400" b="0" dirty="0">
                <a:solidFill>
                  <a:srgbClr val="66BC29"/>
                </a:solidFill>
                <a:latin typeface="Arial" pitchFamily="34" charset="0"/>
                <a:cs typeface="Arial" pitchFamily="34" charset="0"/>
              </a:rPr>
              <a:t>www.imi.europa.eu</a:t>
            </a:r>
          </a:p>
          <a:p>
            <a:pPr marL="342900" indent="-342900" algn="l">
              <a:spcBef>
                <a:spcPct val="100000"/>
              </a:spcBef>
              <a:buFont typeface="Arial" pitchFamily="34" charset="0"/>
              <a:buChar char="•"/>
            </a:pPr>
            <a:r>
              <a:rPr lang="en-GB" sz="2400" b="0" dirty="0" smtClean="0">
                <a:latin typeface="Arial" pitchFamily="34" charset="0"/>
                <a:cs typeface="Arial" pitchFamily="34" charset="0"/>
              </a:rPr>
              <a:t>Sign up to the IMI </a:t>
            </a:r>
            <a:r>
              <a:rPr lang="en-GB" sz="2400" b="0" dirty="0" smtClean="0">
                <a:solidFill>
                  <a:srgbClr val="66BC29"/>
                </a:solidFill>
                <a:latin typeface="Arial" pitchFamily="34" charset="0"/>
                <a:cs typeface="Arial" pitchFamily="34" charset="0"/>
              </a:rPr>
              <a:t>Newsletter</a:t>
            </a:r>
            <a:r>
              <a:rPr lang="en-GB" sz="2400" b="0" dirty="0" smtClean="0">
                <a:latin typeface="Arial" pitchFamily="34" charset="0"/>
                <a:cs typeface="Arial" pitchFamily="34" charset="0"/>
              </a:rPr>
              <a:t> </a:t>
            </a:r>
          </a:p>
          <a:p>
            <a:pPr marL="342900" indent="-342900" algn="l">
              <a:spcBef>
                <a:spcPct val="100000"/>
              </a:spcBef>
              <a:buFont typeface="Arial" pitchFamily="34" charset="0"/>
              <a:buChar char="•"/>
            </a:pPr>
            <a:r>
              <a:rPr lang="en-GB" sz="2400" b="0" dirty="0" smtClean="0">
                <a:latin typeface="Arial" pitchFamily="34" charset="0"/>
                <a:cs typeface="Arial" pitchFamily="34" charset="0"/>
              </a:rPr>
              <a:t>Follow us on </a:t>
            </a:r>
            <a:r>
              <a:rPr lang="en-GB" sz="2400" b="0" dirty="0" smtClean="0">
                <a:solidFill>
                  <a:srgbClr val="66BC29"/>
                </a:solidFill>
                <a:latin typeface="Arial" pitchFamily="34" charset="0"/>
                <a:cs typeface="Arial" pitchFamily="34" charset="0"/>
              </a:rPr>
              <a:t>Twitter</a:t>
            </a:r>
            <a:r>
              <a:rPr lang="en-GB" sz="2400" b="0" dirty="0" smtClean="0">
                <a:latin typeface="Arial" pitchFamily="34" charset="0"/>
                <a:cs typeface="Arial" pitchFamily="34" charset="0"/>
              </a:rPr>
              <a:t>: @IMI_JU</a:t>
            </a:r>
          </a:p>
          <a:p>
            <a:pPr marL="342900" indent="-342900" algn="l">
              <a:spcBef>
                <a:spcPct val="100000"/>
              </a:spcBef>
              <a:buFont typeface="Arial" pitchFamily="34" charset="0"/>
              <a:buChar char="•"/>
            </a:pPr>
            <a:r>
              <a:rPr lang="en-GB" sz="2400" b="0" dirty="0" smtClean="0">
                <a:latin typeface="Arial" pitchFamily="34" charset="0"/>
                <a:cs typeface="Arial" pitchFamily="34" charset="0"/>
              </a:rPr>
              <a:t>Join the IMI group on </a:t>
            </a:r>
            <a:r>
              <a:rPr lang="en-GB" sz="2400" b="0" dirty="0" smtClean="0">
                <a:solidFill>
                  <a:srgbClr val="66BC29"/>
                </a:solidFill>
                <a:latin typeface="Arial" pitchFamily="34" charset="0"/>
                <a:cs typeface="Arial" pitchFamily="34" charset="0"/>
              </a:rPr>
              <a:t>LinkedIn</a:t>
            </a:r>
          </a:p>
          <a:p>
            <a:pPr marL="342900" indent="-342900" algn="l">
              <a:spcBef>
                <a:spcPct val="50000"/>
              </a:spcBef>
              <a:buFont typeface="Arial" pitchFamily="34" charset="0"/>
              <a:buChar char="•"/>
            </a:pPr>
            <a:r>
              <a:rPr lang="en-GB" sz="2400" b="0" dirty="0" smtClean="0">
                <a:latin typeface="Arial" pitchFamily="34" charset="0"/>
                <a:cs typeface="Arial" pitchFamily="34" charset="0"/>
              </a:rPr>
              <a:t>Questions? </a:t>
            </a:r>
            <a:r>
              <a:rPr lang="en-GB" sz="2400" b="0" dirty="0" smtClean="0">
                <a:solidFill>
                  <a:srgbClr val="66BC29"/>
                </a:solidFill>
                <a:latin typeface="Arial" pitchFamily="34" charset="0"/>
                <a:cs typeface="Arial" pitchFamily="34" charset="0"/>
              </a:rPr>
              <a:t>E-mail</a:t>
            </a:r>
            <a:r>
              <a:rPr lang="en-GB" sz="2400" b="0" dirty="0" smtClean="0">
                <a:latin typeface="Arial" pitchFamily="34" charset="0"/>
                <a:cs typeface="Arial" pitchFamily="34" charset="0"/>
              </a:rPr>
              <a:t> us: </a:t>
            </a:r>
            <a:r>
              <a:rPr lang="en-GB" sz="2400" b="0" dirty="0">
                <a:solidFill>
                  <a:srgbClr val="66BC29"/>
                </a:solidFill>
                <a:latin typeface="Arial" pitchFamily="34" charset="0"/>
                <a:cs typeface="Arial" pitchFamily="34" charset="0"/>
              </a:rPr>
              <a:t>infodesk@imi.europa.eu</a:t>
            </a:r>
            <a:r>
              <a:rPr lang="en-GB" b="0" dirty="0" smtClean="0">
                <a:latin typeface="Arial" pitchFamily="34" charset="0"/>
                <a:cs typeface="Arial" pitchFamily="34" charset="0"/>
              </a:rPr>
              <a:t> </a:t>
            </a:r>
            <a:endParaRPr lang="en-GB" b="0" dirty="0">
              <a:latin typeface="Arial" pitchFamily="34" charset="0"/>
              <a:cs typeface="Arial" pitchFamily="34" charset="0"/>
            </a:endParaRPr>
          </a:p>
        </p:txBody>
      </p:sp>
      <p:pic>
        <p:nvPicPr>
          <p:cNvPr id="6553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4013" t="7500" r="24739" b="12941"/>
          <a:stretch/>
        </p:blipFill>
        <p:spPr bwMode="auto">
          <a:xfrm>
            <a:off x="5303206" y="1491258"/>
            <a:ext cx="3419187" cy="3593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Connector 6"/>
          <p:cNvCxnSpPr/>
          <p:nvPr/>
        </p:nvCxnSpPr>
        <p:spPr bwMode="auto">
          <a:xfrm>
            <a:off x="-108520" y="1052736"/>
            <a:ext cx="7632848" cy="0"/>
          </a:xfrm>
          <a:prstGeom prst="line">
            <a:avLst/>
          </a:prstGeom>
          <a:solidFill>
            <a:schemeClr val="accent1"/>
          </a:solidFill>
          <a:ln w="19050" cap="flat" cmpd="sng" algn="ctr">
            <a:solidFill>
              <a:srgbClr val="00B050"/>
            </a:solidFill>
            <a:prstDash val="solid"/>
            <a:round/>
            <a:headEnd type="none" w="med" len="med"/>
            <a:tailEnd type="none" w="med" len="med"/>
          </a:ln>
          <a:effectLst/>
        </p:spPr>
      </p:cxnSp>
      <p:sp>
        <p:nvSpPr>
          <p:cNvPr id="2" name="Slide Number Placeholder 1"/>
          <p:cNvSpPr>
            <a:spLocks noGrp="1"/>
          </p:cNvSpPr>
          <p:nvPr>
            <p:ph type="sldNum" sz="quarter" idx="12"/>
          </p:nvPr>
        </p:nvSpPr>
        <p:spPr/>
        <p:txBody>
          <a:bodyPr/>
          <a:lstStyle/>
          <a:p>
            <a:fld id="{806B5BAE-E9D5-4D7D-84D0-C917AEFCCB22}" type="slidenum">
              <a:rPr lang="fr-BE" smtClean="0"/>
              <a:t>25</a:t>
            </a:fld>
            <a:endParaRPr lang="fr-BE"/>
          </a:p>
        </p:txBody>
      </p:sp>
    </p:spTree>
    <p:extLst>
      <p:ext uri="{BB962C8B-B14F-4D97-AF65-F5344CB8AC3E}">
        <p14:creationId xmlns:p14="http://schemas.microsoft.com/office/powerpoint/2010/main" val="26761410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
            <a:ext cx="5029200" cy="721568"/>
          </a:xfrm>
        </p:spPr>
        <p:txBody>
          <a:bodyPr>
            <a:noAutofit/>
          </a:bodyPr>
          <a:lstStyle/>
          <a:p>
            <a:r>
              <a:rPr lang="en-US" sz="2400" dirty="0" smtClean="0">
                <a:solidFill>
                  <a:srgbClr val="00446A"/>
                </a:solidFill>
                <a:latin typeface="Verdana" charset="0"/>
              </a:rPr>
              <a:t>E-TOX: Opportunity for better toxicity predictions</a:t>
            </a:r>
            <a:endParaRPr lang="nl-BE" sz="2400" dirty="0"/>
          </a:p>
        </p:txBody>
      </p:sp>
      <p:pic>
        <p:nvPicPr>
          <p:cNvPr id="34" name="Picture 33"/>
          <p:cNvPicPr>
            <a:picLocks noChangeAspect="1"/>
          </p:cNvPicPr>
          <p:nvPr/>
        </p:nvPicPr>
        <p:blipFill>
          <a:blip r:embed="rId3"/>
          <a:srcRect l="18630" t="1426" r="10032" b="5704"/>
          <a:stretch>
            <a:fillRect/>
          </a:stretch>
        </p:blipFill>
        <p:spPr>
          <a:xfrm>
            <a:off x="1219200" y="1415939"/>
            <a:ext cx="7153814" cy="4680061"/>
          </a:xfrm>
          <a:prstGeom prst="rect">
            <a:avLst/>
          </a:prstGeom>
        </p:spPr>
      </p:pic>
      <p:sp>
        <p:nvSpPr>
          <p:cNvPr id="33" name="Rectangle 4"/>
          <p:cNvSpPr>
            <a:spLocks noChangeArrowheads="1"/>
          </p:cNvSpPr>
          <p:nvPr/>
        </p:nvSpPr>
        <p:spPr bwMode="auto">
          <a:xfrm>
            <a:off x="685800" y="1527175"/>
            <a:ext cx="3962400" cy="1368425"/>
          </a:xfrm>
          <a:prstGeom prst="rect">
            <a:avLst/>
          </a:prstGeom>
          <a:noFill/>
          <a:ln w="28575">
            <a:noFill/>
            <a:miter lim="800000"/>
            <a:headEnd/>
            <a:tailEnd/>
          </a:ln>
        </p:spPr>
        <p:txBody>
          <a:bodyPr lIns="0" tIns="0" rIns="0" bIns="0">
            <a:prstTxWarp prst="textNoShape">
              <a:avLst/>
            </a:prstTxWarp>
          </a:bodyPr>
          <a:lstStyle/>
          <a:p>
            <a:pPr algn="ctr">
              <a:buClr>
                <a:schemeClr val="hlink"/>
              </a:buClr>
              <a:buFont typeface="Wingdings" charset="2"/>
              <a:buNone/>
              <a:tabLst>
                <a:tab pos="1346200" algn="l"/>
              </a:tabLst>
            </a:pPr>
            <a:r>
              <a:rPr lang="en-US" sz="2400" dirty="0">
                <a:solidFill>
                  <a:srgbClr val="5F5F5F"/>
                </a:solidFill>
              </a:rPr>
              <a:t>Tremendous wealth of high quality toxicology data in the archives of the pharmaceutical companies, not yet leveraged!   </a:t>
            </a: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l="62605" t="48129" r="5209" b="43948"/>
          <a:stretch>
            <a:fillRect/>
          </a:stretch>
        </p:blipFill>
        <p:spPr bwMode="auto">
          <a:xfrm>
            <a:off x="107950" y="6381750"/>
            <a:ext cx="1944688"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logo_eTOX_color_nobackground"/>
          <p:cNvPicPr>
            <a:picLocks noChangeAspect="1" noChangeArrowheads="1"/>
          </p:cNvPicPr>
          <p:nvPr/>
        </p:nvPicPr>
        <p:blipFill>
          <a:blip r:embed="rId5" cstate="print"/>
          <a:srcRect/>
          <a:stretch>
            <a:fillRect/>
          </a:stretch>
        </p:blipFill>
        <p:spPr bwMode="auto">
          <a:xfrm>
            <a:off x="7162800" y="328792"/>
            <a:ext cx="1676400" cy="559504"/>
          </a:xfrm>
          <a:prstGeom prst="rect">
            <a:avLst/>
          </a:prstGeom>
          <a:noFill/>
          <a:ln w="9525">
            <a:noFill/>
            <a:miter lim="800000"/>
            <a:headEnd/>
            <a:tailEnd/>
          </a:ln>
        </p:spPr>
      </p:pic>
      <p:sp>
        <p:nvSpPr>
          <p:cNvPr id="5" name="TextBox 4"/>
          <p:cNvSpPr txBox="1"/>
          <p:nvPr/>
        </p:nvSpPr>
        <p:spPr>
          <a:xfrm>
            <a:off x="2667000" y="6381750"/>
            <a:ext cx="4661452" cy="382588"/>
          </a:xfrm>
          <a:prstGeom prst="rect">
            <a:avLst/>
          </a:prstGeom>
          <a:noFill/>
        </p:spPr>
        <p:txBody>
          <a:bodyPr wrap="square" rtlCol="0">
            <a:spAutoFit/>
          </a:bodyPr>
          <a:lstStyle/>
          <a:p>
            <a:r>
              <a:rPr lang="nl-BE" dirty="0" smtClean="0">
                <a:hlinkClick r:id="rId6"/>
              </a:rPr>
              <a:t>www.etoxproject.eu</a:t>
            </a:r>
            <a:r>
              <a:rPr lang="nl-BE" dirty="0" smtClean="0"/>
              <a:t> </a:t>
            </a:r>
            <a:endParaRPr lang="nl-BE" dirty="0"/>
          </a:p>
        </p:txBody>
      </p:sp>
    </p:spTree>
    <p:extLst>
      <p:ext uri="{BB962C8B-B14F-4D97-AF65-F5344CB8AC3E}">
        <p14:creationId xmlns:p14="http://schemas.microsoft.com/office/powerpoint/2010/main" val="2268476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6629400" cy="721568"/>
          </a:xfrm>
        </p:spPr>
        <p:txBody>
          <a:bodyPr>
            <a:normAutofit fontScale="90000"/>
          </a:bodyPr>
          <a:lstStyle/>
          <a:p>
            <a:r>
              <a:rPr lang="en-US" sz="3300" dirty="0" smtClean="0">
                <a:solidFill>
                  <a:srgbClr val="00446A"/>
                </a:solidFill>
                <a:latin typeface="Verdana" charset="0"/>
              </a:rPr>
              <a:t>E-TOX: From mere guess to </a:t>
            </a:r>
            <a:r>
              <a:rPr lang="en-US" sz="3300" dirty="0" err="1" smtClean="0">
                <a:solidFill>
                  <a:srgbClr val="00446A"/>
                </a:solidFill>
                <a:latin typeface="Verdana" charset="0"/>
              </a:rPr>
              <a:t>prediction</a:t>
            </a:r>
            <a:r>
              <a:rPr lang="en-US" sz="3300" dirty="0" err="1" smtClean="0">
                <a:solidFill>
                  <a:srgbClr val="00446A"/>
                </a:solidFill>
                <a:latin typeface="Verdana" charset="0"/>
                <a:sym typeface="Wingdings" pitchFamily="2" charset="2"/>
              </a:rPr>
              <a:t></a:t>
            </a:r>
            <a:r>
              <a:rPr lang="en-US" sz="3300" dirty="0" err="1" smtClean="0">
                <a:solidFill>
                  <a:srgbClr val="00446A"/>
                </a:solidFill>
                <a:latin typeface="Verdana" charset="0"/>
              </a:rPr>
              <a:t>in</a:t>
            </a:r>
            <a:r>
              <a:rPr lang="en-US" sz="3300" dirty="0" smtClean="0">
                <a:solidFill>
                  <a:srgbClr val="00446A"/>
                </a:solidFill>
                <a:latin typeface="Verdana" charset="0"/>
              </a:rPr>
              <a:t> </a:t>
            </a:r>
            <a:r>
              <a:rPr lang="en-US" sz="3300" dirty="0" err="1" smtClean="0">
                <a:solidFill>
                  <a:srgbClr val="00446A"/>
                </a:solidFill>
                <a:latin typeface="Verdana" charset="0"/>
              </a:rPr>
              <a:t>silico</a:t>
            </a:r>
            <a:r>
              <a:rPr lang="en-US" sz="3300" dirty="0" smtClean="0">
                <a:solidFill>
                  <a:srgbClr val="00446A"/>
                </a:solidFill>
                <a:latin typeface="Verdana" charset="0"/>
              </a:rPr>
              <a:t> prediction</a:t>
            </a:r>
            <a:r>
              <a:rPr lang="en-US" dirty="0" smtClean="0">
                <a:solidFill>
                  <a:srgbClr val="00446A"/>
                </a:solidFill>
                <a:latin typeface="Verdana" charset="0"/>
              </a:rPr>
              <a:t/>
            </a:r>
            <a:br>
              <a:rPr lang="en-US" dirty="0" smtClean="0">
                <a:solidFill>
                  <a:srgbClr val="00446A"/>
                </a:solidFill>
                <a:latin typeface="Verdana" charset="0"/>
              </a:rPr>
            </a:br>
            <a:endParaRPr lang="nl-BE" dirty="0"/>
          </a:p>
        </p:txBody>
      </p:sp>
      <p:pic>
        <p:nvPicPr>
          <p:cNvPr id="5" name="Picture 3" descr="wetterfrosch"/>
          <p:cNvPicPr>
            <a:picLocks noChangeAspect="1" noChangeArrowheads="1"/>
          </p:cNvPicPr>
          <p:nvPr/>
        </p:nvPicPr>
        <p:blipFill>
          <a:blip r:embed="rId3"/>
          <a:srcRect l="-2150"/>
          <a:stretch>
            <a:fillRect/>
          </a:stretch>
        </p:blipFill>
        <p:spPr bwMode="auto">
          <a:xfrm>
            <a:off x="323850" y="1503363"/>
            <a:ext cx="2716213" cy="3078162"/>
          </a:xfrm>
          <a:prstGeom prst="rect">
            <a:avLst/>
          </a:prstGeom>
          <a:noFill/>
          <a:ln w="9525">
            <a:noFill/>
            <a:miter lim="800000"/>
            <a:headEnd/>
            <a:tailEnd/>
          </a:ln>
        </p:spPr>
      </p:pic>
      <p:pic>
        <p:nvPicPr>
          <p:cNvPr id="6" name="Picture 4" descr="568f92d856"/>
          <p:cNvPicPr>
            <a:picLocks noChangeAspect="1" noChangeArrowheads="1"/>
          </p:cNvPicPr>
          <p:nvPr/>
        </p:nvPicPr>
        <p:blipFill>
          <a:blip r:embed="rId4"/>
          <a:srcRect/>
          <a:stretch>
            <a:fillRect/>
          </a:stretch>
        </p:blipFill>
        <p:spPr bwMode="auto">
          <a:xfrm>
            <a:off x="4827588" y="1679575"/>
            <a:ext cx="3937000" cy="2828925"/>
          </a:xfrm>
          <a:prstGeom prst="rect">
            <a:avLst/>
          </a:prstGeom>
          <a:noFill/>
          <a:ln w="9525">
            <a:noFill/>
            <a:miter lim="800000"/>
            <a:headEnd/>
            <a:tailEnd/>
          </a:ln>
        </p:spPr>
      </p:pic>
      <p:sp>
        <p:nvSpPr>
          <p:cNvPr id="7" name="AutoShape 5"/>
          <p:cNvSpPr>
            <a:spLocks noChangeArrowheads="1"/>
          </p:cNvSpPr>
          <p:nvPr/>
        </p:nvSpPr>
        <p:spPr bwMode="auto">
          <a:xfrm>
            <a:off x="2768600" y="2451100"/>
            <a:ext cx="1774825" cy="762000"/>
          </a:xfrm>
          <a:prstGeom prst="rightArrow">
            <a:avLst>
              <a:gd name="adj1" fmla="val 50000"/>
              <a:gd name="adj2" fmla="val 59286"/>
            </a:avLst>
          </a:prstGeom>
          <a:solidFill>
            <a:schemeClr val="accent1"/>
          </a:solidFill>
          <a:ln w="3175">
            <a:noFill/>
            <a:miter lim="800000"/>
            <a:headEnd/>
            <a:tailEnd/>
          </a:ln>
        </p:spPr>
        <p:txBody>
          <a:bodyPr wrap="none" lIns="43768" tIns="21884" rIns="43768" bIns="21884" anchor="ctr">
            <a:prstTxWarp prst="textNoShape">
              <a:avLst/>
            </a:prstTxWarp>
          </a:bodyPr>
          <a:lstStyle/>
          <a:p>
            <a:endParaRPr lang="es-ES"/>
          </a:p>
        </p:txBody>
      </p:sp>
      <p:sp>
        <p:nvSpPr>
          <p:cNvPr id="8" name="TextBox 6"/>
          <p:cNvSpPr txBox="1">
            <a:spLocks noChangeArrowheads="1"/>
          </p:cNvSpPr>
          <p:nvPr/>
        </p:nvSpPr>
        <p:spPr bwMode="auto">
          <a:xfrm>
            <a:off x="609600" y="4800600"/>
            <a:ext cx="8382000" cy="1200328"/>
          </a:xfrm>
          <a:prstGeom prst="rect">
            <a:avLst/>
          </a:prstGeom>
          <a:noFill/>
          <a:ln w="9525">
            <a:noFill/>
            <a:miter lim="800000"/>
            <a:headEnd/>
            <a:tailEnd/>
          </a:ln>
        </p:spPr>
        <p:txBody>
          <a:bodyPr>
            <a:prstTxWarp prst="textNoShape">
              <a:avLst/>
            </a:prstTxWarp>
            <a:spAutoFit/>
          </a:bodyPr>
          <a:lstStyle/>
          <a:p>
            <a:pPr algn="ctr"/>
            <a:r>
              <a:rPr lang="en-US" sz="2400" dirty="0">
                <a:solidFill>
                  <a:srgbClr val="00446A"/>
                </a:solidFill>
              </a:rPr>
              <a:t>Present science and technology allows the development of reliable predictive systems on the basis of a wide consideration of relevant previous experience  </a:t>
            </a:r>
          </a:p>
        </p:txBody>
      </p:sp>
      <p:pic>
        <p:nvPicPr>
          <p:cNvPr id="9" name="Picture 2"/>
          <p:cNvPicPr>
            <a:picLocks noChangeAspect="1" noChangeArrowheads="1"/>
          </p:cNvPicPr>
          <p:nvPr/>
        </p:nvPicPr>
        <p:blipFill>
          <a:blip r:embed="rId5">
            <a:extLst>
              <a:ext uri="{28A0092B-C50C-407E-A947-70E740481C1C}">
                <a14:useLocalDpi xmlns:a14="http://schemas.microsoft.com/office/drawing/2010/main" val="0"/>
              </a:ext>
            </a:extLst>
          </a:blip>
          <a:srcRect l="62605" t="48129" r="5209" b="43948"/>
          <a:stretch>
            <a:fillRect/>
          </a:stretch>
        </p:blipFill>
        <p:spPr bwMode="auto">
          <a:xfrm>
            <a:off x="107950" y="6381750"/>
            <a:ext cx="1944688"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8" descr="logo_eTOX_color_nobackground"/>
          <p:cNvPicPr>
            <a:picLocks noChangeAspect="1" noChangeArrowheads="1"/>
          </p:cNvPicPr>
          <p:nvPr/>
        </p:nvPicPr>
        <p:blipFill>
          <a:blip r:embed="rId6" cstate="print"/>
          <a:srcRect/>
          <a:stretch>
            <a:fillRect/>
          </a:stretch>
        </p:blipFill>
        <p:spPr bwMode="auto">
          <a:xfrm>
            <a:off x="7162800" y="328792"/>
            <a:ext cx="1676400" cy="559504"/>
          </a:xfrm>
          <a:prstGeom prst="rect">
            <a:avLst/>
          </a:prstGeom>
          <a:noFill/>
          <a:ln w="9525">
            <a:noFill/>
            <a:miter lim="800000"/>
            <a:headEnd/>
            <a:tailEnd/>
          </a:ln>
        </p:spPr>
      </p:pic>
      <p:sp>
        <p:nvSpPr>
          <p:cNvPr id="11" name="TextBox 10"/>
          <p:cNvSpPr txBox="1"/>
          <p:nvPr/>
        </p:nvSpPr>
        <p:spPr>
          <a:xfrm>
            <a:off x="2667000" y="6381750"/>
            <a:ext cx="4661452" cy="382588"/>
          </a:xfrm>
          <a:prstGeom prst="rect">
            <a:avLst/>
          </a:prstGeom>
          <a:noFill/>
        </p:spPr>
        <p:txBody>
          <a:bodyPr wrap="square" rtlCol="0">
            <a:spAutoFit/>
          </a:bodyPr>
          <a:lstStyle/>
          <a:p>
            <a:r>
              <a:rPr lang="nl-BE" dirty="0" smtClean="0">
                <a:hlinkClick r:id="rId7"/>
              </a:rPr>
              <a:t>www.etoxproject.eu</a:t>
            </a:r>
            <a:r>
              <a:rPr lang="nl-BE" dirty="0" smtClean="0"/>
              <a:t> </a:t>
            </a:r>
            <a:endParaRPr lang="nl-BE" dirty="0"/>
          </a:p>
        </p:txBody>
      </p:sp>
    </p:spTree>
    <p:extLst>
      <p:ext uri="{BB962C8B-B14F-4D97-AF65-F5344CB8AC3E}">
        <p14:creationId xmlns:p14="http://schemas.microsoft.com/office/powerpoint/2010/main" val="4004577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2" name="Title 1"/>
          <p:cNvSpPr>
            <a:spLocks noGrp="1"/>
          </p:cNvSpPr>
          <p:nvPr>
            <p:ph type="title"/>
          </p:nvPr>
        </p:nvSpPr>
        <p:spPr>
          <a:xfrm>
            <a:off x="182304" y="239548"/>
            <a:ext cx="8961696" cy="376834"/>
          </a:xfrm>
        </p:spPr>
        <p:txBody>
          <a:bodyPr/>
          <a:lstStyle/>
          <a:p>
            <a:r>
              <a:rPr lang="en-US" sz="1800" dirty="0" err="1" smtClean="0">
                <a:solidFill>
                  <a:schemeClr val="tx2"/>
                </a:solidFill>
              </a:rPr>
              <a:t>eTRIKS</a:t>
            </a:r>
            <a:r>
              <a:rPr lang="en-US" sz="1800" dirty="0" smtClean="0">
                <a:solidFill>
                  <a:schemeClr val="tx2"/>
                </a:solidFill>
              </a:rPr>
              <a:t> </a:t>
            </a:r>
            <a:r>
              <a:rPr lang="en-US" sz="1800" dirty="0">
                <a:solidFill>
                  <a:schemeClr val="tx2"/>
                </a:solidFill>
              </a:rPr>
              <a:t>European Translational Information and Knowledge Services</a:t>
            </a:r>
          </a:p>
        </p:txBody>
      </p:sp>
      <p:sp>
        <p:nvSpPr>
          <p:cNvPr id="5124" name="Slide Number Placeholder 3"/>
          <p:cNvSpPr>
            <a:spLocks noGrp="1"/>
          </p:cNvSpPr>
          <p:nvPr>
            <p:ph type="sldNum" sz="quarter" idx="10"/>
          </p:nvPr>
        </p:nvSpPr>
        <p:spPr>
          <a:xfrm>
            <a:off x="8824791" y="6542150"/>
            <a:ext cx="90812" cy="157014"/>
          </a:xfrm>
          <a:noFill/>
        </p:spPr>
        <p:txBody>
          <a:bodyPr/>
          <a:lstStyle/>
          <a:p>
            <a:endParaRPr lang="en-US" dirty="0" smtClean="0"/>
          </a:p>
        </p:txBody>
      </p:sp>
      <p:sp>
        <p:nvSpPr>
          <p:cNvPr id="6" name="Content Placeholder 2"/>
          <p:cNvSpPr txBox="1">
            <a:spLocks/>
          </p:cNvSpPr>
          <p:nvPr/>
        </p:nvSpPr>
        <p:spPr bwMode="auto">
          <a:xfrm>
            <a:off x="4305542" y="1326215"/>
            <a:ext cx="4464496" cy="2841873"/>
          </a:xfrm>
          <a:prstGeom prst="rect">
            <a:avLst/>
          </a:prstGeom>
          <a:noFill/>
          <a:ln w="9525">
            <a:noFill/>
            <a:miter lim="800000"/>
            <a:headEnd/>
            <a:tailEnd/>
          </a:ln>
        </p:spPr>
        <p:txBody>
          <a:bodyPr vert="horz" wrap="square" lIns="91430" tIns="45716" rIns="91430" bIns="45716" numCol="1" anchor="t" anchorCtr="0" compatLnSpc="1">
            <a:prstTxWarp prst="textNoShape">
              <a:avLst/>
            </a:prstTxWarp>
          </a:bodyPr>
          <a:lstStyle/>
          <a:p>
            <a:pPr marL="174607" indent="-174607">
              <a:spcBef>
                <a:spcPct val="20000"/>
              </a:spcBef>
              <a:buClr>
                <a:srgbClr val="F7931D"/>
              </a:buClr>
              <a:buFontTx/>
              <a:buChar char="•"/>
              <a:defRPr/>
            </a:pPr>
            <a:r>
              <a:rPr lang="en-GB" sz="1600" b="1" kern="0" dirty="0">
                <a:solidFill>
                  <a:srgbClr val="007C94"/>
                </a:solidFill>
              </a:rPr>
              <a:t>Project: </a:t>
            </a:r>
          </a:p>
          <a:p>
            <a:pPr marL="534931" lvl="1" indent="-169845">
              <a:spcBef>
                <a:spcPct val="20000"/>
              </a:spcBef>
              <a:buClr>
                <a:srgbClr val="F7931D"/>
              </a:buClr>
              <a:buFontTx/>
              <a:buChar char="•"/>
            </a:pPr>
            <a:r>
              <a:rPr lang="en-GB" sz="1400" kern="0" dirty="0">
                <a:solidFill>
                  <a:srgbClr val="007C94"/>
                </a:solidFill>
              </a:rPr>
              <a:t>Consortia to develop &amp; deliver an open TR KM infrastructure &amp; Service</a:t>
            </a:r>
          </a:p>
          <a:p>
            <a:pPr marL="534931" lvl="1" indent="-169845">
              <a:spcBef>
                <a:spcPct val="20000"/>
              </a:spcBef>
              <a:buClr>
                <a:srgbClr val="F7931D"/>
              </a:buClr>
              <a:buFontTx/>
              <a:buChar char="•"/>
            </a:pPr>
            <a:r>
              <a:rPr lang="en-GB" sz="1400" kern="0" dirty="0">
                <a:solidFill>
                  <a:srgbClr val="007C94"/>
                </a:solidFill>
              </a:rPr>
              <a:t>Built around </a:t>
            </a:r>
            <a:r>
              <a:rPr lang="en-GB" sz="1400" b="1" kern="0" dirty="0">
                <a:solidFill>
                  <a:srgbClr val="007C94"/>
                </a:solidFill>
              </a:rPr>
              <a:t>J&amp;J’s </a:t>
            </a:r>
            <a:r>
              <a:rPr lang="en-GB" sz="1400" b="1" kern="0" dirty="0" err="1">
                <a:solidFill>
                  <a:srgbClr val="007C94"/>
                </a:solidFill>
              </a:rPr>
              <a:t>tranSMART</a:t>
            </a:r>
            <a:r>
              <a:rPr lang="en-GB" sz="1400" b="1" kern="0" dirty="0">
                <a:solidFill>
                  <a:srgbClr val="007C94"/>
                </a:solidFill>
              </a:rPr>
              <a:t> </a:t>
            </a:r>
            <a:r>
              <a:rPr lang="en-GB" sz="1400" kern="0" dirty="0">
                <a:solidFill>
                  <a:srgbClr val="007C94"/>
                </a:solidFill>
              </a:rPr>
              <a:t>open platform</a:t>
            </a:r>
          </a:p>
          <a:p>
            <a:pPr marL="534931" lvl="1" indent="-169845">
              <a:spcBef>
                <a:spcPct val="20000"/>
              </a:spcBef>
              <a:buClr>
                <a:srgbClr val="F7931D"/>
              </a:buClr>
              <a:buFontTx/>
              <a:buChar char="•"/>
            </a:pPr>
            <a:r>
              <a:rPr lang="en-GB" sz="1400" kern="0" dirty="0">
                <a:solidFill>
                  <a:srgbClr val="007C94"/>
                </a:solidFill>
              </a:rPr>
              <a:t>Support: Hosting, Consulting, </a:t>
            </a:r>
            <a:r>
              <a:rPr lang="en-GB" sz="1400" kern="0" dirty="0" err="1">
                <a:solidFill>
                  <a:srgbClr val="007C94"/>
                </a:solidFill>
              </a:rPr>
              <a:t>Curation</a:t>
            </a:r>
            <a:r>
              <a:rPr lang="en-GB" sz="1400" kern="0" dirty="0">
                <a:solidFill>
                  <a:srgbClr val="007C94"/>
                </a:solidFill>
              </a:rPr>
              <a:t> (live and historic TR trials), Software development, Training, Analytics Methodology, Standards development, Ethics consultation.</a:t>
            </a:r>
          </a:p>
          <a:p>
            <a:pPr marL="534931" lvl="1" indent="-169845">
              <a:spcBef>
                <a:spcPct val="20000"/>
              </a:spcBef>
              <a:buClr>
                <a:srgbClr val="F7931D"/>
              </a:buClr>
              <a:buFontTx/>
              <a:buChar char="•"/>
            </a:pPr>
            <a:r>
              <a:rPr lang="en-GB" sz="1400" kern="0" dirty="0">
                <a:solidFill>
                  <a:srgbClr val="007C94"/>
                </a:solidFill>
              </a:rPr>
              <a:t>Support of live IMI Efficacy &amp; Safety projects:</a:t>
            </a:r>
          </a:p>
          <a:p>
            <a:pPr marL="1001412" lvl="2" indent="-169845">
              <a:spcBef>
                <a:spcPct val="20000"/>
              </a:spcBef>
              <a:buClr>
                <a:srgbClr val="F7931D"/>
              </a:buClr>
              <a:buFontTx/>
              <a:buChar char="•"/>
            </a:pPr>
            <a:r>
              <a:rPr lang="en-GB" sz="1400" kern="0" dirty="0">
                <a:solidFill>
                  <a:srgbClr val="007C94"/>
                </a:solidFill>
              </a:rPr>
              <a:t>UBIOPRED, NEWMEDS, </a:t>
            </a:r>
            <a:r>
              <a:rPr lang="en-GB" sz="1400" kern="0" dirty="0" err="1">
                <a:solidFill>
                  <a:srgbClr val="007C94"/>
                </a:solidFill>
              </a:rPr>
              <a:t>OncoTrack</a:t>
            </a:r>
            <a:r>
              <a:rPr lang="en-GB" sz="1400" kern="0" dirty="0">
                <a:solidFill>
                  <a:srgbClr val="007C94"/>
                </a:solidFill>
              </a:rPr>
              <a:t>, PREDECT, Predict-TB, ABIRISK, ND4BB, MRC/ABPI-RA MAP.</a:t>
            </a:r>
          </a:p>
          <a:p>
            <a:pPr marL="342864" indent="-342864" defTabSz="914303" eaLnBrk="0" hangingPunct="0">
              <a:spcBef>
                <a:spcPct val="20000"/>
              </a:spcBef>
              <a:buClr>
                <a:srgbClr val="F7931D"/>
              </a:buClr>
              <a:defRPr/>
            </a:pPr>
            <a:endParaRPr lang="en-US" sz="1600" kern="0" dirty="0">
              <a:solidFill>
                <a:srgbClr val="007C94"/>
              </a:solidFill>
            </a:endParaRPr>
          </a:p>
        </p:txBody>
      </p:sp>
      <p:sp>
        <p:nvSpPr>
          <p:cNvPr id="7" name="Content Placeholder 2"/>
          <p:cNvSpPr txBox="1">
            <a:spLocks/>
          </p:cNvSpPr>
          <p:nvPr/>
        </p:nvSpPr>
        <p:spPr bwMode="auto">
          <a:xfrm>
            <a:off x="386539" y="4264734"/>
            <a:ext cx="3744416" cy="2276872"/>
          </a:xfrm>
          <a:prstGeom prst="rect">
            <a:avLst/>
          </a:prstGeom>
          <a:noFill/>
          <a:ln w="9525">
            <a:noFill/>
            <a:miter lim="800000"/>
            <a:headEnd/>
            <a:tailEnd/>
          </a:ln>
        </p:spPr>
        <p:txBody>
          <a:bodyPr vert="horz" wrap="square" lIns="91430" tIns="45716" rIns="91430" bIns="45716" numCol="1" anchor="t" anchorCtr="0" compatLnSpc="1">
            <a:prstTxWarp prst="textNoShape">
              <a:avLst/>
            </a:prstTxWarp>
          </a:bodyPr>
          <a:lstStyle/>
          <a:p>
            <a:pPr marL="174607" indent="-174607" defTabSz="914303" eaLnBrk="0" hangingPunct="0">
              <a:spcBef>
                <a:spcPct val="20000"/>
              </a:spcBef>
              <a:buClr>
                <a:srgbClr val="F7931D"/>
              </a:buClr>
              <a:buFontTx/>
              <a:buChar char="•"/>
              <a:defRPr/>
            </a:pPr>
            <a:r>
              <a:rPr lang="en-GB" sz="1600" b="1" kern="0" dirty="0">
                <a:solidFill>
                  <a:srgbClr val="007C94"/>
                </a:solidFill>
              </a:rPr>
              <a:t>Consortia Model &amp; Costs: </a:t>
            </a:r>
            <a:endParaRPr lang="en-GB" sz="1400" kern="0" dirty="0">
              <a:solidFill>
                <a:srgbClr val="007C94"/>
              </a:solidFill>
            </a:endParaRPr>
          </a:p>
          <a:p>
            <a:pPr marL="530169" lvl="1" indent="-174607">
              <a:spcBef>
                <a:spcPct val="20000"/>
              </a:spcBef>
              <a:buClr>
                <a:srgbClr val="F7931D"/>
              </a:buClr>
              <a:buFontTx/>
              <a:buChar char="•"/>
            </a:pPr>
            <a:r>
              <a:rPr lang="en-GB" sz="1400" kern="0" dirty="0">
                <a:solidFill>
                  <a:srgbClr val="007C94"/>
                </a:solidFill>
              </a:rPr>
              <a:t>€23.8m / 5 year</a:t>
            </a:r>
          </a:p>
          <a:p>
            <a:pPr marL="530169" lvl="1" indent="-174607">
              <a:spcBef>
                <a:spcPct val="20000"/>
              </a:spcBef>
              <a:buClr>
                <a:srgbClr val="F7931D"/>
              </a:buClr>
              <a:buFontTx/>
              <a:buChar char="•"/>
            </a:pPr>
            <a:r>
              <a:rPr lang="en-GB" sz="1400" kern="0" dirty="0">
                <a:solidFill>
                  <a:srgbClr val="007C94"/>
                </a:solidFill>
              </a:rPr>
              <a:t>10 </a:t>
            </a:r>
            <a:r>
              <a:rPr lang="en-GB" sz="1400" kern="0" dirty="0" err="1">
                <a:solidFill>
                  <a:srgbClr val="007C94"/>
                </a:solidFill>
              </a:rPr>
              <a:t>Pharma</a:t>
            </a:r>
            <a:r>
              <a:rPr lang="en-GB" sz="1400" kern="0" dirty="0">
                <a:solidFill>
                  <a:srgbClr val="007C94"/>
                </a:solidFill>
              </a:rPr>
              <a:t>: AZ, Janssen, </a:t>
            </a:r>
            <a:r>
              <a:rPr lang="en-GB" sz="1400" kern="0" dirty="0" err="1">
                <a:solidFill>
                  <a:srgbClr val="007C94"/>
                </a:solidFill>
              </a:rPr>
              <a:t>Sanofi</a:t>
            </a:r>
            <a:r>
              <a:rPr lang="en-GB" sz="1400" kern="0" dirty="0">
                <a:solidFill>
                  <a:srgbClr val="007C94"/>
                </a:solidFill>
              </a:rPr>
              <a:t>, GSK, Bayer, Roche, Merck, Pfizer, </a:t>
            </a:r>
            <a:r>
              <a:rPr lang="en-GB" sz="1400" kern="0" dirty="0" err="1">
                <a:solidFill>
                  <a:srgbClr val="007C94"/>
                </a:solidFill>
              </a:rPr>
              <a:t>Lunbeck</a:t>
            </a:r>
            <a:r>
              <a:rPr lang="en-GB" sz="1400" kern="0" dirty="0">
                <a:solidFill>
                  <a:srgbClr val="007C94"/>
                </a:solidFill>
              </a:rPr>
              <a:t>, Lilly</a:t>
            </a:r>
          </a:p>
          <a:p>
            <a:pPr marL="530169" lvl="1" indent="-174607">
              <a:spcBef>
                <a:spcPct val="20000"/>
              </a:spcBef>
              <a:buClr>
                <a:srgbClr val="F7931D"/>
              </a:buClr>
              <a:buFontTx/>
              <a:buChar char="•"/>
            </a:pPr>
            <a:r>
              <a:rPr lang="en-GB" sz="1400" kern="0" dirty="0">
                <a:solidFill>
                  <a:srgbClr val="007C94"/>
                </a:solidFill>
              </a:rPr>
              <a:t>~6 AMC/SMEs: Imperial College London, CNRS, </a:t>
            </a:r>
            <a:r>
              <a:rPr lang="en-GB" sz="1400" kern="0" dirty="0" err="1">
                <a:solidFill>
                  <a:srgbClr val="007C94"/>
                </a:solidFill>
              </a:rPr>
              <a:t>Uni</a:t>
            </a:r>
            <a:r>
              <a:rPr lang="en-GB" sz="1400" kern="0" dirty="0">
                <a:solidFill>
                  <a:srgbClr val="007C94"/>
                </a:solidFill>
              </a:rPr>
              <a:t> Luxembourg, CDISC, IDBS, </a:t>
            </a:r>
            <a:r>
              <a:rPr lang="en-GB" sz="1400" kern="0" dirty="0" err="1">
                <a:solidFill>
                  <a:srgbClr val="007C94"/>
                </a:solidFill>
              </a:rPr>
              <a:t>BioSci</a:t>
            </a:r>
            <a:r>
              <a:rPr lang="en-GB" sz="1400" kern="0" dirty="0">
                <a:solidFill>
                  <a:srgbClr val="007C94"/>
                </a:solidFill>
              </a:rPr>
              <a:t> Consulting.</a:t>
            </a:r>
          </a:p>
          <a:p>
            <a:pPr marL="996650" lvl="2" indent="-174607">
              <a:spcBef>
                <a:spcPct val="20000"/>
              </a:spcBef>
              <a:buClr>
                <a:srgbClr val="F7931D"/>
              </a:buClr>
              <a:buFontTx/>
              <a:buChar char="•"/>
            </a:pPr>
            <a:endParaRPr lang="en-GB" sz="1400" kern="0" dirty="0">
              <a:solidFill>
                <a:srgbClr val="007C94"/>
              </a:solidFill>
            </a:endParaRPr>
          </a:p>
          <a:p>
            <a:pPr marL="342864" indent="-342864" defTabSz="914303" eaLnBrk="0" hangingPunct="0">
              <a:spcBef>
                <a:spcPct val="20000"/>
              </a:spcBef>
              <a:buClr>
                <a:srgbClr val="F7931D"/>
              </a:buClr>
              <a:buFontTx/>
              <a:buChar char="•"/>
              <a:defRPr/>
            </a:pPr>
            <a:endParaRPr lang="en-US" sz="1600" kern="0" dirty="0">
              <a:solidFill>
                <a:srgbClr val="007C94"/>
              </a:solidFill>
            </a:endParaRPr>
          </a:p>
          <a:p>
            <a:pPr marL="342864" indent="-342864" defTabSz="914303" eaLnBrk="0" hangingPunct="0">
              <a:spcBef>
                <a:spcPct val="20000"/>
              </a:spcBef>
              <a:buClr>
                <a:srgbClr val="F7931D"/>
              </a:buClr>
              <a:buFontTx/>
              <a:buChar char="•"/>
              <a:defRPr/>
            </a:pPr>
            <a:endParaRPr lang="en-US" kern="0" dirty="0">
              <a:solidFill>
                <a:srgbClr val="007C94"/>
              </a:solidFill>
            </a:endParaRPr>
          </a:p>
        </p:txBody>
      </p:sp>
      <p:sp>
        <p:nvSpPr>
          <p:cNvPr id="10" name="Content Placeholder 2"/>
          <p:cNvSpPr txBox="1">
            <a:spLocks/>
          </p:cNvSpPr>
          <p:nvPr/>
        </p:nvSpPr>
        <p:spPr bwMode="auto">
          <a:xfrm>
            <a:off x="359391" y="715966"/>
            <a:ext cx="8403509" cy="648072"/>
          </a:xfrm>
          <a:prstGeom prst="rect">
            <a:avLst/>
          </a:prstGeom>
          <a:noFill/>
          <a:ln w="9525">
            <a:noFill/>
            <a:miter lim="800000"/>
            <a:headEnd/>
            <a:tailEnd/>
          </a:ln>
        </p:spPr>
        <p:txBody>
          <a:bodyPr vert="horz" wrap="square" lIns="91430" tIns="45716" rIns="91430" bIns="45716" numCol="1" anchor="t" anchorCtr="0" compatLnSpc="1">
            <a:prstTxWarp prst="textNoShape">
              <a:avLst/>
            </a:prstTxWarp>
          </a:bodyPr>
          <a:lstStyle/>
          <a:p>
            <a:pPr marL="174607" indent="-174607" defTabSz="914303" eaLnBrk="0" hangingPunct="0">
              <a:spcBef>
                <a:spcPct val="20000"/>
              </a:spcBef>
              <a:buClr>
                <a:srgbClr val="F7931D"/>
              </a:buClr>
              <a:buFontTx/>
              <a:buChar char="•"/>
              <a:tabLst>
                <a:tab pos="1079386" algn="l"/>
              </a:tabLst>
              <a:defRPr/>
            </a:pPr>
            <a:r>
              <a:rPr lang="en-GB" sz="1600" b="1" kern="0" dirty="0">
                <a:solidFill>
                  <a:srgbClr val="007C94"/>
                </a:solidFill>
              </a:rPr>
              <a:t>Problem</a:t>
            </a:r>
            <a:r>
              <a:rPr lang="en-GB" sz="1400" b="1" kern="0" dirty="0">
                <a:solidFill>
                  <a:srgbClr val="007C94"/>
                </a:solidFill>
              </a:rPr>
              <a:t>: </a:t>
            </a:r>
            <a:r>
              <a:rPr lang="en-GB" sz="1400" kern="0" dirty="0">
                <a:solidFill>
                  <a:srgbClr val="007C94"/>
                </a:solidFill>
              </a:rPr>
              <a:t>No open KM infrastructure to support pre-competitive (</a:t>
            </a:r>
            <a:r>
              <a:rPr lang="en-GB" sz="1400" kern="0" dirty="0" err="1">
                <a:solidFill>
                  <a:srgbClr val="007C94"/>
                </a:solidFill>
              </a:rPr>
              <a:t>e.g</a:t>
            </a:r>
            <a:r>
              <a:rPr lang="en-GB" sz="1400" kern="0" dirty="0">
                <a:solidFill>
                  <a:srgbClr val="007C94"/>
                </a:solidFill>
              </a:rPr>
              <a:t> IMI) cross-institute 	Translational Research           IMI redundancy, in-efficiencies &amp; data legacy challenge.</a:t>
            </a:r>
          </a:p>
          <a:p>
            <a:pPr marL="530169" lvl="1" indent="-174607">
              <a:spcBef>
                <a:spcPct val="20000"/>
              </a:spcBef>
              <a:buClr>
                <a:srgbClr val="F7931D"/>
              </a:buClr>
            </a:pPr>
            <a:endParaRPr lang="en-GB" sz="1600" kern="0" dirty="0">
              <a:solidFill>
                <a:srgbClr val="007C94"/>
              </a:solidFill>
            </a:endParaRPr>
          </a:p>
        </p:txBody>
      </p:sp>
      <p:sp>
        <p:nvSpPr>
          <p:cNvPr id="11" name="Content Placeholder 2"/>
          <p:cNvSpPr txBox="1">
            <a:spLocks/>
          </p:cNvSpPr>
          <p:nvPr/>
        </p:nvSpPr>
        <p:spPr bwMode="auto">
          <a:xfrm>
            <a:off x="4305543" y="4264734"/>
            <a:ext cx="4392488" cy="3096344"/>
          </a:xfrm>
          <a:prstGeom prst="rect">
            <a:avLst/>
          </a:prstGeom>
          <a:noFill/>
          <a:ln w="9525">
            <a:noFill/>
            <a:miter lim="800000"/>
            <a:headEnd/>
            <a:tailEnd/>
          </a:ln>
        </p:spPr>
        <p:txBody>
          <a:bodyPr vert="horz" wrap="square" lIns="91430" tIns="45716" rIns="91430" bIns="45716" numCol="1" anchor="t" anchorCtr="0" compatLnSpc="1">
            <a:prstTxWarp prst="textNoShape">
              <a:avLst/>
            </a:prstTxWarp>
          </a:bodyPr>
          <a:lstStyle/>
          <a:p>
            <a:pPr marL="174607" indent="-174607" defTabSz="914303" eaLnBrk="0" hangingPunct="0">
              <a:spcBef>
                <a:spcPct val="20000"/>
              </a:spcBef>
              <a:buClr>
                <a:srgbClr val="F7931D"/>
              </a:buClr>
              <a:buFontTx/>
              <a:buChar char="•"/>
              <a:defRPr/>
            </a:pPr>
            <a:r>
              <a:rPr lang="en-GB" sz="1600" b="1" kern="0" dirty="0">
                <a:solidFill>
                  <a:srgbClr val="007C94"/>
                </a:solidFill>
              </a:rPr>
              <a:t>Benefits: </a:t>
            </a:r>
          </a:p>
          <a:p>
            <a:pPr marL="530169" lvl="1" indent="-174607">
              <a:spcBef>
                <a:spcPct val="20000"/>
              </a:spcBef>
              <a:buClr>
                <a:srgbClr val="F7931D"/>
              </a:buClr>
              <a:buFontTx/>
              <a:buChar char="•"/>
            </a:pPr>
            <a:r>
              <a:rPr lang="en-GB" sz="1400" kern="0" dirty="0">
                <a:solidFill>
                  <a:srgbClr val="007C94"/>
                </a:solidFill>
              </a:rPr>
              <a:t>IMI project cost and time efficiencies</a:t>
            </a:r>
          </a:p>
          <a:p>
            <a:pPr marL="530169" lvl="1" indent="-174607">
              <a:spcBef>
                <a:spcPct val="20000"/>
              </a:spcBef>
              <a:buClr>
                <a:srgbClr val="F7931D"/>
              </a:buClr>
              <a:buFontTx/>
              <a:buChar char="•"/>
            </a:pPr>
            <a:r>
              <a:rPr lang="en-GB" sz="1400" kern="0" dirty="0">
                <a:solidFill>
                  <a:srgbClr val="007C94"/>
                </a:solidFill>
              </a:rPr>
              <a:t>Stable legacy: IMI TR data security</a:t>
            </a:r>
          </a:p>
          <a:p>
            <a:pPr marL="530169" lvl="1" indent="-174607">
              <a:spcBef>
                <a:spcPct val="20000"/>
              </a:spcBef>
              <a:buClr>
                <a:srgbClr val="F7931D"/>
              </a:buClr>
              <a:buFontTx/>
              <a:buChar char="•"/>
            </a:pPr>
            <a:r>
              <a:rPr lang="en-GB" sz="1400" kern="0" dirty="0">
                <a:solidFill>
                  <a:srgbClr val="007C94"/>
                </a:solidFill>
              </a:rPr>
              <a:t>Improved data sharing through development of standards and ethical requirements.</a:t>
            </a:r>
          </a:p>
          <a:p>
            <a:pPr marL="530169" lvl="1" indent="-174607">
              <a:spcBef>
                <a:spcPct val="20000"/>
              </a:spcBef>
              <a:buClr>
                <a:srgbClr val="F7931D"/>
              </a:buClr>
              <a:buFontTx/>
              <a:buChar char="•"/>
            </a:pPr>
            <a:r>
              <a:rPr lang="en-GB" sz="1400" kern="0" dirty="0">
                <a:solidFill>
                  <a:srgbClr val="007C94"/>
                </a:solidFill>
              </a:rPr>
              <a:t>Improved analytics innovation thru provision of standardised content</a:t>
            </a:r>
          </a:p>
          <a:p>
            <a:pPr marL="530169" lvl="1" indent="-174607">
              <a:spcBef>
                <a:spcPct val="20000"/>
              </a:spcBef>
              <a:buClr>
                <a:srgbClr val="F7931D"/>
              </a:buClr>
              <a:buFontTx/>
              <a:buChar char="•"/>
            </a:pPr>
            <a:r>
              <a:rPr lang="en-GB" sz="1400" kern="0" dirty="0">
                <a:solidFill>
                  <a:srgbClr val="007C94"/>
                </a:solidFill>
              </a:rPr>
              <a:t>Strengthened TR Ix community</a:t>
            </a:r>
          </a:p>
          <a:p>
            <a:pPr marL="342864" indent="-342864" defTabSz="914303" eaLnBrk="0" hangingPunct="0">
              <a:spcBef>
                <a:spcPct val="20000"/>
              </a:spcBef>
              <a:buClr>
                <a:srgbClr val="F7931D"/>
              </a:buClr>
              <a:buFontTx/>
              <a:buChar char="•"/>
              <a:defRPr/>
            </a:pPr>
            <a:endParaRPr lang="en-US" sz="1600" kern="0" dirty="0">
              <a:solidFill>
                <a:srgbClr val="007C94"/>
              </a:solidFill>
            </a:endParaRPr>
          </a:p>
          <a:p>
            <a:pPr marL="342864" indent="-342864" defTabSz="914303" eaLnBrk="0" hangingPunct="0">
              <a:spcBef>
                <a:spcPct val="20000"/>
              </a:spcBef>
              <a:buClr>
                <a:srgbClr val="F7931D"/>
              </a:buClr>
              <a:buFontTx/>
              <a:buChar char="•"/>
              <a:defRPr/>
            </a:pPr>
            <a:endParaRPr lang="en-US" kern="0" dirty="0">
              <a:solidFill>
                <a:srgbClr val="007C94"/>
              </a:solidFill>
            </a:endParaRPr>
          </a:p>
        </p:txBody>
      </p:sp>
      <p:sp>
        <p:nvSpPr>
          <p:cNvPr id="9" name="Right Arrow 8"/>
          <p:cNvSpPr/>
          <p:nvPr/>
        </p:nvSpPr>
        <p:spPr>
          <a:xfrm>
            <a:off x="3242062" y="1029906"/>
            <a:ext cx="290814" cy="181748"/>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93296" tIns="46648" rIns="93296" bIns="46648" rtlCol="0" anchor="ctr"/>
          <a:lstStyle/>
          <a:p>
            <a:pPr algn="ctr"/>
            <a:endParaRPr lang="en-GB"/>
          </a:p>
        </p:txBody>
      </p:sp>
      <p:grpSp>
        <p:nvGrpSpPr>
          <p:cNvPr id="1028" name="Group 4"/>
          <p:cNvGrpSpPr>
            <a:grpSpLocks noChangeAspect="1"/>
          </p:cNvGrpSpPr>
          <p:nvPr/>
        </p:nvGrpSpPr>
        <p:grpSpPr bwMode="auto">
          <a:xfrm>
            <a:off x="362845" y="1357346"/>
            <a:ext cx="3770619" cy="2719552"/>
            <a:chOff x="224" y="838"/>
            <a:chExt cx="2447" cy="1765"/>
          </a:xfrm>
        </p:grpSpPr>
        <p:sp>
          <p:nvSpPr>
            <p:cNvPr id="1027" name="AutoShape 3"/>
            <p:cNvSpPr>
              <a:spLocks noChangeAspect="1" noChangeArrowheads="1" noTextEdit="1"/>
            </p:cNvSpPr>
            <p:nvPr/>
          </p:nvSpPr>
          <p:spPr bwMode="auto">
            <a:xfrm>
              <a:off x="224" y="838"/>
              <a:ext cx="2447" cy="17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1029" name="Freeform 5"/>
            <p:cNvSpPr>
              <a:spLocks noEditPoints="1"/>
            </p:cNvSpPr>
            <p:nvPr/>
          </p:nvSpPr>
          <p:spPr bwMode="auto">
            <a:xfrm>
              <a:off x="226" y="2226"/>
              <a:ext cx="2436" cy="179"/>
            </a:xfrm>
            <a:custGeom>
              <a:avLst/>
              <a:gdLst/>
              <a:ahLst/>
              <a:cxnLst>
                <a:cxn ang="0">
                  <a:pos x="0" y="24"/>
                </a:cxn>
                <a:cxn ang="0">
                  <a:pos x="24" y="0"/>
                </a:cxn>
                <a:cxn ang="0">
                  <a:pos x="10312" y="0"/>
                </a:cxn>
                <a:cxn ang="0">
                  <a:pos x="10336" y="24"/>
                </a:cxn>
                <a:cxn ang="0">
                  <a:pos x="10336" y="632"/>
                </a:cxn>
                <a:cxn ang="0">
                  <a:pos x="10312" y="656"/>
                </a:cxn>
                <a:cxn ang="0">
                  <a:pos x="24" y="656"/>
                </a:cxn>
                <a:cxn ang="0">
                  <a:pos x="0" y="632"/>
                </a:cxn>
                <a:cxn ang="0">
                  <a:pos x="0" y="24"/>
                </a:cxn>
                <a:cxn ang="0">
                  <a:pos x="48" y="632"/>
                </a:cxn>
                <a:cxn ang="0">
                  <a:pos x="24" y="608"/>
                </a:cxn>
                <a:cxn ang="0">
                  <a:pos x="10312" y="608"/>
                </a:cxn>
                <a:cxn ang="0">
                  <a:pos x="10288" y="632"/>
                </a:cxn>
                <a:cxn ang="0">
                  <a:pos x="10288" y="24"/>
                </a:cxn>
                <a:cxn ang="0">
                  <a:pos x="10312" y="48"/>
                </a:cxn>
                <a:cxn ang="0">
                  <a:pos x="24" y="48"/>
                </a:cxn>
                <a:cxn ang="0">
                  <a:pos x="48" y="24"/>
                </a:cxn>
                <a:cxn ang="0">
                  <a:pos x="48" y="632"/>
                </a:cxn>
              </a:cxnLst>
              <a:rect l="0" t="0" r="r" b="b"/>
              <a:pathLst>
                <a:path w="10336" h="656">
                  <a:moveTo>
                    <a:pt x="0" y="24"/>
                  </a:moveTo>
                  <a:cubicBezTo>
                    <a:pt x="0" y="11"/>
                    <a:pt x="11" y="0"/>
                    <a:pt x="24" y="0"/>
                  </a:cubicBezTo>
                  <a:lnTo>
                    <a:pt x="10312" y="0"/>
                  </a:lnTo>
                  <a:cubicBezTo>
                    <a:pt x="10326" y="0"/>
                    <a:pt x="10336" y="11"/>
                    <a:pt x="10336" y="24"/>
                  </a:cubicBezTo>
                  <a:lnTo>
                    <a:pt x="10336" y="632"/>
                  </a:lnTo>
                  <a:cubicBezTo>
                    <a:pt x="10336" y="646"/>
                    <a:pt x="10326" y="656"/>
                    <a:pt x="10312" y="656"/>
                  </a:cubicBezTo>
                  <a:lnTo>
                    <a:pt x="24" y="656"/>
                  </a:lnTo>
                  <a:cubicBezTo>
                    <a:pt x="11" y="656"/>
                    <a:pt x="0" y="646"/>
                    <a:pt x="0" y="632"/>
                  </a:cubicBezTo>
                  <a:lnTo>
                    <a:pt x="0" y="24"/>
                  </a:lnTo>
                  <a:close/>
                  <a:moveTo>
                    <a:pt x="48" y="632"/>
                  </a:moveTo>
                  <a:lnTo>
                    <a:pt x="24" y="608"/>
                  </a:lnTo>
                  <a:lnTo>
                    <a:pt x="10312" y="608"/>
                  </a:lnTo>
                  <a:lnTo>
                    <a:pt x="10288" y="632"/>
                  </a:lnTo>
                  <a:lnTo>
                    <a:pt x="10288" y="24"/>
                  </a:lnTo>
                  <a:lnTo>
                    <a:pt x="10312" y="48"/>
                  </a:lnTo>
                  <a:lnTo>
                    <a:pt x="24" y="48"/>
                  </a:lnTo>
                  <a:lnTo>
                    <a:pt x="48" y="24"/>
                  </a:lnTo>
                  <a:lnTo>
                    <a:pt x="48" y="632"/>
                  </a:lnTo>
                  <a:close/>
                </a:path>
              </a:pathLst>
            </a:custGeom>
            <a:solidFill>
              <a:srgbClr val="A6A6A6"/>
            </a:solidFill>
            <a:ln w="0" cap="flat">
              <a:solidFill>
                <a:srgbClr val="A6A6A6"/>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1030" name="Rectangle 6"/>
            <p:cNvSpPr>
              <a:spLocks noChangeArrowheads="1"/>
            </p:cNvSpPr>
            <p:nvPr/>
          </p:nvSpPr>
          <p:spPr bwMode="auto">
            <a:xfrm>
              <a:off x="828" y="2254"/>
              <a:ext cx="1289" cy="13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32962" fontAlgn="base">
                <a:spcBef>
                  <a:spcPct val="0"/>
                </a:spcBef>
                <a:spcAft>
                  <a:spcPct val="0"/>
                </a:spcAft>
              </a:pPr>
              <a:r>
                <a:rPr lang="en-US" sz="1400" b="1" dirty="0">
                  <a:solidFill>
                    <a:srgbClr val="FF0000"/>
                  </a:solidFill>
                  <a:latin typeface="Calibri" pitchFamily="34" charset="0"/>
                  <a:cs typeface="Arial" pitchFamily="34" charset="0"/>
                </a:rPr>
                <a:t>WP 5 </a:t>
              </a:r>
              <a:r>
                <a:rPr lang="en-US" sz="1000" dirty="0">
                  <a:solidFill>
                    <a:srgbClr val="000000"/>
                  </a:solidFill>
                  <a:latin typeface="Calibri" pitchFamily="34" charset="0"/>
                  <a:cs typeface="Arial" pitchFamily="34" charset="0"/>
                </a:rPr>
                <a:t>Governance &amp; Business Model </a:t>
              </a:r>
              <a:endParaRPr lang="en-US" dirty="0">
                <a:latin typeface="Arial" pitchFamily="34" charset="0"/>
                <a:cs typeface="Arial" pitchFamily="34" charset="0"/>
              </a:endParaRPr>
            </a:p>
          </p:txBody>
        </p:sp>
        <p:sp>
          <p:nvSpPr>
            <p:cNvPr id="1033" name="Freeform 9"/>
            <p:cNvSpPr>
              <a:spLocks noEditPoints="1"/>
            </p:cNvSpPr>
            <p:nvPr/>
          </p:nvSpPr>
          <p:spPr bwMode="auto">
            <a:xfrm>
              <a:off x="226" y="2422"/>
              <a:ext cx="2436" cy="179"/>
            </a:xfrm>
            <a:custGeom>
              <a:avLst/>
              <a:gdLst/>
              <a:ahLst/>
              <a:cxnLst>
                <a:cxn ang="0">
                  <a:pos x="0" y="24"/>
                </a:cxn>
                <a:cxn ang="0">
                  <a:pos x="24" y="0"/>
                </a:cxn>
                <a:cxn ang="0">
                  <a:pos x="10312" y="0"/>
                </a:cxn>
                <a:cxn ang="0">
                  <a:pos x="10336" y="24"/>
                </a:cxn>
                <a:cxn ang="0">
                  <a:pos x="10336" y="632"/>
                </a:cxn>
                <a:cxn ang="0">
                  <a:pos x="10312" y="656"/>
                </a:cxn>
                <a:cxn ang="0">
                  <a:pos x="24" y="656"/>
                </a:cxn>
                <a:cxn ang="0">
                  <a:pos x="0" y="632"/>
                </a:cxn>
                <a:cxn ang="0">
                  <a:pos x="0" y="24"/>
                </a:cxn>
                <a:cxn ang="0">
                  <a:pos x="48" y="632"/>
                </a:cxn>
                <a:cxn ang="0">
                  <a:pos x="24" y="608"/>
                </a:cxn>
                <a:cxn ang="0">
                  <a:pos x="10312" y="608"/>
                </a:cxn>
                <a:cxn ang="0">
                  <a:pos x="10288" y="632"/>
                </a:cxn>
                <a:cxn ang="0">
                  <a:pos x="10288" y="24"/>
                </a:cxn>
                <a:cxn ang="0">
                  <a:pos x="10312" y="48"/>
                </a:cxn>
                <a:cxn ang="0">
                  <a:pos x="24" y="48"/>
                </a:cxn>
                <a:cxn ang="0">
                  <a:pos x="48" y="24"/>
                </a:cxn>
                <a:cxn ang="0">
                  <a:pos x="48" y="632"/>
                </a:cxn>
              </a:cxnLst>
              <a:rect l="0" t="0" r="r" b="b"/>
              <a:pathLst>
                <a:path w="10336" h="656">
                  <a:moveTo>
                    <a:pt x="0" y="24"/>
                  </a:moveTo>
                  <a:cubicBezTo>
                    <a:pt x="0" y="11"/>
                    <a:pt x="11" y="0"/>
                    <a:pt x="24" y="0"/>
                  </a:cubicBezTo>
                  <a:lnTo>
                    <a:pt x="10312" y="0"/>
                  </a:lnTo>
                  <a:cubicBezTo>
                    <a:pt x="10326" y="0"/>
                    <a:pt x="10336" y="11"/>
                    <a:pt x="10336" y="24"/>
                  </a:cubicBezTo>
                  <a:lnTo>
                    <a:pt x="10336" y="632"/>
                  </a:lnTo>
                  <a:cubicBezTo>
                    <a:pt x="10336" y="646"/>
                    <a:pt x="10326" y="656"/>
                    <a:pt x="10312" y="656"/>
                  </a:cubicBezTo>
                  <a:lnTo>
                    <a:pt x="24" y="656"/>
                  </a:lnTo>
                  <a:cubicBezTo>
                    <a:pt x="11" y="656"/>
                    <a:pt x="0" y="646"/>
                    <a:pt x="0" y="632"/>
                  </a:cubicBezTo>
                  <a:lnTo>
                    <a:pt x="0" y="24"/>
                  </a:lnTo>
                  <a:close/>
                  <a:moveTo>
                    <a:pt x="48" y="632"/>
                  </a:moveTo>
                  <a:lnTo>
                    <a:pt x="24" y="608"/>
                  </a:lnTo>
                  <a:lnTo>
                    <a:pt x="10312" y="608"/>
                  </a:lnTo>
                  <a:lnTo>
                    <a:pt x="10288" y="632"/>
                  </a:lnTo>
                  <a:lnTo>
                    <a:pt x="10288" y="24"/>
                  </a:lnTo>
                  <a:lnTo>
                    <a:pt x="10312" y="48"/>
                  </a:lnTo>
                  <a:lnTo>
                    <a:pt x="24" y="48"/>
                  </a:lnTo>
                  <a:lnTo>
                    <a:pt x="48" y="24"/>
                  </a:lnTo>
                  <a:lnTo>
                    <a:pt x="48" y="632"/>
                  </a:lnTo>
                  <a:close/>
                </a:path>
              </a:pathLst>
            </a:custGeom>
            <a:solidFill>
              <a:srgbClr val="A6A6A6"/>
            </a:solidFill>
            <a:ln w="0" cap="flat">
              <a:solidFill>
                <a:srgbClr val="A6A6A6"/>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1034" name="Rectangle 10"/>
            <p:cNvSpPr>
              <a:spLocks noChangeArrowheads="1"/>
            </p:cNvSpPr>
            <p:nvPr/>
          </p:nvSpPr>
          <p:spPr bwMode="auto">
            <a:xfrm>
              <a:off x="1284" y="2459"/>
              <a:ext cx="419"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32962" fontAlgn="base">
                <a:spcBef>
                  <a:spcPct val="0"/>
                </a:spcBef>
                <a:spcAft>
                  <a:spcPct val="0"/>
                </a:spcAft>
              </a:pPr>
              <a:r>
                <a:rPr lang="en-US" sz="1200" b="1" dirty="0">
                  <a:solidFill>
                    <a:srgbClr val="FF0000"/>
                  </a:solidFill>
                  <a:latin typeface="Calibri" pitchFamily="34" charset="0"/>
                  <a:cs typeface="Arial" pitchFamily="34" charset="0"/>
                </a:rPr>
                <a:t>WP7 </a:t>
              </a:r>
              <a:r>
                <a:rPr lang="en-US" sz="1000" dirty="0">
                  <a:solidFill>
                    <a:srgbClr val="000000"/>
                  </a:solidFill>
                  <a:latin typeface="Calibri" pitchFamily="34" charset="0"/>
                  <a:cs typeface="Arial" pitchFamily="34" charset="0"/>
                </a:rPr>
                <a:t>Ethics </a:t>
              </a:r>
              <a:endParaRPr lang="en-US" dirty="0">
                <a:latin typeface="Arial" pitchFamily="34" charset="0"/>
                <a:cs typeface="Arial" pitchFamily="34" charset="0"/>
              </a:endParaRPr>
            </a:p>
          </p:txBody>
        </p:sp>
        <p:sp>
          <p:nvSpPr>
            <p:cNvPr id="1035" name="Freeform 11"/>
            <p:cNvSpPr>
              <a:spLocks noEditPoints="1"/>
            </p:cNvSpPr>
            <p:nvPr/>
          </p:nvSpPr>
          <p:spPr bwMode="auto">
            <a:xfrm>
              <a:off x="226" y="1267"/>
              <a:ext cx="554" cy="907"/>
            </a:xfrm>
            <a:custGeom>
              <a:avLst/>
              <a:gdLst/>
              <a:ahLst/>
              <a:cxnLst>
                <a:cxn ang="0">
                  <a:pos x="0" y="24"/>
                </a:cxn>
                <a:cxn ang="0">
                  <a:pos x="24" y="0"/>
                </a:cxn>
                <a:cxn ang="0">
                  <a:pos x="2328" y="0"/>
                </a:cxn>
                <a:cxn ang="0">
                  <a:pos x="2352" y="24"/>
                </a:cxn>
                <a:cxn ang="0">
                  <a:pos x="2352" y="3304"/>
                </a:cxn>
                <a:cxn ang="0">
                  <a:pos x="2328" y="3328"/>
                </a:cxn>
                <a:cxn ang="0">
                  <a:pos x="24" y="3328"/>
                </a:cxn>
                <a:cxn ang="0">
                  <a:pos x="0" y="3304"/>
                </a:cxn>
                <a:cxn ang="0">
                  <a:pos x="0" y="24"/>
                </a:cxn>
                <a:cxn ang="0">
                  <a:pos x="48" y="3304"/>
                </a:cxn>
                <a:cxn ang="0">
                  <a:pos x="24" y="3280"/>
                </a:cxn>
                <a:cxn ang="0">
                  <a:pos x="2328" y="3280"/>
                </a:cxn>
                <a:cxn ang="0">
                  <a:pos x="2304" y="3304"/>
                </a:cxn>
                <a:cxn ang="0">
                  <a:pos x="2304" y="24"/>
                </a:cxn>
                <a:cxn ang="0">
                  <a:pos x="2328" y="48"/>
                </a:cxn>
                <a:cxn ang="0">
                  <a:pos x="24" y="48"/>
                </a:cxn>
                <a:cxn ang="0">
                  <a:pos x="48" y="24"/>
                </a:cxn>
                <a:cxn ang="0">
                  <a:pos x="48" y="3304"/>
                </a:cxn>
              </a:cxnLst>
              <a:rect l="0" t="0" r="r" b="b"/>
              <a:pathLst>
                <a:path w="2352" h="3328">
                  <a:moveTo>
                    <a:pt x="0" y="24"/>
                  </a:moveTo>
                  <a:cubicBezTo>
                    <a:pt x="0" y="11"/>
                    <a:pt x="11" y="0"/>
                    <a:pt x="24" y="0"/>
                  </a:cubicBezTo>
                  <a:lnTo>
                    <a:pt x="2328" y="0"/>
                  </a:lnTo>
                  <a:cubicBezTo>
                    <a:pt x="2342" y="0"/>
                    <a:pt x="2352" y="11"/>
                    <a:pt x="2352" y="24"/>
                  </a:cubicBezTo>
                  <a:lnTo>
                    <a:pt x="2352" y="3304"/>
                  </a:lnTo>
                  <a:cubicBezTo>
                    <a:pt x="2352" y="3318"/>
                    <a:pt x="2342" y="3328"/>
                    <a:pt x="2328" y="3328"/>
                  </a:cubicBezTo>
                  <a:lnTo>
                    <a:pt x="24" y="3328"/>
                  </a:lnTo>
                  <a:cubicBezTo>
                    <a:pt x="11" y="3328"/>
                    <a:pt x="0" y="3318"/>
                    <a:pt x="0" y="3304"/>
                  </a:cubicBezTo>
                  <a:lnTo>
                    <a:pt x="0" y="24"/>
                  </a:lnTo>
                  <a:close/>
                  <a:moveTo>
                    <a:pt x="48" y="3304"/>
                  </a:moveTo>
                  <a:lnTo>
                    <a:pt x="24" y="3280"/>
                  </a:lnTo>
                  <a:lnTo>
                    <a:pt x="2328" y="3280"/>
                  </a:lnTo>
                  <a:lnTo>
                    <a:pt x="2304" y="3304"/>
                  </a:lnTo>
                  <a:lnTo>
                    <a:pt x="2304" y="24"/>
                  </a:lnTo>
                  <a:lnTo>
                    <a:pt x="2328" y="48"/>
                  </a:lnTo>
                  <a:lnTo>
                    <a:pt x="24" y="48"/>
                  </a:lnTo>
                  <a:lnTo>
                    <a:pt x="48" y="24"/>
                  </a:lnTo>
                  <a:lnTo>
                    <a:pt x="48" y="3304"/>
                  </a:lnTo>
                  <a:close/>
                </a:path>
              </a:pathLst>
            </a:custGeom>
            <a:solidFill>
              <a:srgbClr val="A6A6A6"/>
            </a:solidFill>
            <a:ln w="0" cap="flat">
              <a:solidFill>
                <a:srgbClr val="A6A6A6"/>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1036" name="Rectangle 12"/>
            <p:cNvSpPr>
              <a:spLocks noChangeArrowheads="1"/>
            </p:cNvSpPr>
            <p:nvPr/>
          </p:nvSpPr>
          <p:spPr bwMode="auto">
            <a:xfrm>
              <a:off x="412" y="1293"/>
              <a:ext cx="239" cy="13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32962" fontAlgn="base">
                <a:spcBef>
                  <a:spcPct val="0"/>
                </a:spcBef>
                <a:spcAft>
                  <a:spcPct val="0"/>
                </a:spcAft>
              </a:pPr>
              <a:r>
                <a:rPr lang="en-US" sz="1400" b="1" dirty="0">
                  <a:solidFill>
                    <a:srgbClr val="FF0000"/>
                  </a:solidFill>
                  <a:latin typeface="Calibri" pitchFamily="34" charset="0"/>
                  <a:cs typeface="Arial" pitchFamily="34" charset="0"/>
                </a:rPr>
                <a:t>WP1</a:t>
              </a:r>
              <a:r>
                <a:rPr lang="en-US" sz="1000" dirty="0">
                  <a:solidFill>
                    <a:srgbClr val="000000"/>
                  </a:solidFill>
                  <a:latin typeface="Calibri" pitchFamily="34" charset="0"/>
                  <a:cs typeface="Arial" pitchFamily="34" charset="0"/>
                </a:rPr>
                <a:t> </a:t>
              </a:r>
              <a:endParaRPr lang="en-US" dirty="0">
                <a:latin typeface="Arial" pitchFamily="34" charset="0"/>
                <a:cs typeface="Arial" pitchFamily="34" charset="0"/>
              </a:endParaRPr>
            </a:p>
          </p:txBody>
        </p:sp>
        <p:sp>
          <p:nvSpPr>
            <p:cNvPr id="1037" name="Rectangle 13"/>
            <p:cNvSpPr>
              <a:spLocks noChangeArrowheads="1"/>
            </p:cNvSpPr>
            <p:nvPr/>
          </p:nvSpPr>
          <p:spPr bwMode="auto">
            <a:xfrm>
              <a:off x="386" y="1551"/>
              <a:ext cx="268" cy="194"/>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defTabSz="932962" fontAlgn="base">
                <a:spcBef>
                  <a:spcPct val="0"/>
                </a:spcBef>
                <a:spcAft>
                  <a:spcPct val="0"/>
                </a:spcAft>
              </a:pPr>
              <a:r>
                <a:rPr lang="en-US" sz="1000" dirty="0">
                  <a:solidFill>
                    <a:srgbClr val="000000"/>
                  </a:solidFill>
                  <a:latin typeface="Calibri" pitchFamily="34" charset="0"/>
                  <a:cs typeface="Arial" pitchFamily="34" charset="0"/>
                </a:rPr>
                <a:t>Service </a:t>
              </a:r>
            </a:p>
            <a:p>
              <a:pPr algn="ctr" defTabSz="932962" fontAlgn="base">
                <a:spcBef>
                  <a:spcPct val="0"/>
                </a:spcBef>
                <a:spcAft>
                  <a:spcPct val="0"/>
                </a:spcAft>
              </a:pPr>
              <a:r>
                <a:rPr lang="en-US" sz="1000" dirty="0">
                  <a:solidFill>
                    <a:srgbClr val="000000"/>
                  </a:solidFill>
                  <a:latin typeface="Calibri" pitchFamily="34" charset="0"/>
                  <a:cs typeface="Arial" pitchFamily="34" charset="0"/>
                </a:rPr>
                <a:t>Delivery</a:t>
              </a:r>
              <a:endParaRPr lang="en-US" dirty="0">
                <a:latin typeface="Arial" pitchFamily="34" charset="0"/>
                <a:cs typeface="Arial" pitchFamily="34" charset="0"/>
              </a:endParaRPr>
            </a:p>
          </p:txBody>
        </p:sp>
        <p:sp>
          <p:nvSpPr>
            <p:cNvPr id="1038" name="Rectangle 14"/>
            <p:cNvSpPr>
              <a:spLocks noChangeArrowheads="1"/>
            </p:cNvSpPr>
            <p:nvPr/>
          </p:nvSpPr>
          <p:spPr bwMode="auto">
            <a:xfrm>
              <a:off x="342" y="1905"/>
              <a:ext cx="354" cy="1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algn="ctr" defTabSz="932962" fontAlgn="base">
                <a:spcBef>
                  <a:spcPct val="0"/>
                </a:spcBef>
                <a:spcAft>
                  <a:spcPct val="0"/>
                </a:spcAft>
              </a:pPr>
              <a:r>
                <a:rPr lang="en-US" sz="1000" i="1" dirty="0">
                  <a:solidFill>
                    <a:srgbClr val="000000"/>
                  </a:solidFill>
                  <a:latin typeface="Calibri" pitchFamily="34" charset="0"/>
                  <a:cs typeface="Arial" pitchFamily="34" charset="0"/>
                </a:rPr>
                <a:t>Technical  Service</a:t>
              </a:r>
              <a:endParaRPr lang="en-US" dirty="0">
                <a:latin typeface="Arial" pitchFamily="34" charset="0"/>
                <a:cs typeface="Arial" pitchFamily="34" charset="0"/>
              </a:endParaRPr>
            </a:p>
          </p:txBody>
        </p:sp>
        <p:sp>
          <p:nvSpPr>
            <p:cNvPr id="1040" name="Freeform 16"/>
            <p:cNvSpPr>
              <a:spLocks noEditPoints="1"/>
            </p:cNvSpPr>
            <p:nvPr/>
          </p:nvSpPr>
          <p:spPr bwMode="auto">
            <a:xfrm>
              <a:off x="856" y="1267"/>
              <a:ext cx="550" cy="907"/>
            </a:xfrm>
            <a:custGeom>
              <a:avLst/>
              <a:gdLst/>
              <a:ahLst/>
              <a:cxnLst>
                <a:cxn ang="0">
                  <a:pos x="0" y="24"/>
                </a:cxn>
                <a:cxn ang="0">
                  <a:pos x="24" y="0"/>
                </a:cxn>
                <a:cxn ang="0">
                  <a:pos x="2312" y="0"/>
                </a:cxn>
                <a:cxn ang="0">
                  <a:pos x="2336" y="24"/>
                </a:cxn>
                <a:cxn ang="0">
                  <a:pos x="2336" y="3304"/>
                </a:cxn>
                <a:cxn ang="0">
                  <a:pos x="2312" y="3328"/>
                </a:cxn>
                <a:cxn ang="0">
                  <a:pos x="24" y="3328"/>
                </a:cxn>
                <a:cxn ang="0">
                  <a:pos x="0" y="3304"/>
                </a:cxn>
                <a:cxn ang="0">
                  <a:pos x="0" y="24"/>
                </a:cxn>
                <a:cxn ang="0">
                  <a:pos x="48" y="3304"/>
                </a:cxn>
                <a:cxn ang="0">
                  <a:pos x="24" y="3280"/>
                </a:cxn>
                <a:cxn ang="0">
                  <a:pos x="2312" y="3280"/>
                </a:cxn>
                <a:cxn ang="0">
                  <a:pos x="2288" y="3304"/>
                </a:cxn>
                <a:cxn ang="0">
                  <a:pos x="2288" y="24"/>
                </a:cxn>
                <a:cxn ang="0">
                  <a:pos x="2312" y="48"/>
                </a:cxn>
                <a:cxn ang="0">
                  <a:pos x="24" y="48"/>
                </a:cxn>
                <a:cxn ang="0">
                  <a:pos x="48" y="24"/>
                </a:cxn>
                <a:cxn ang="0">
                  <a:pos x="48" y="3304"/>
                </a:cxn>
              </a:cxnLst>
              <a:rect l="0" t="0" r="r" b="b"/>
              <a:pathLst>
                <a:path w="2336" h="3328">
                  <a:moveTo>
                    <a:pt x="0" y="24"/>
                  </a:moveTo>
                  <a:cubicBezTo>
                    <a:pt x="0" y="11"/>
                    <a:pt x="11" y="0"/>
                    <a:pt x="24" y="0"/>
                  </a:cubicBezTo>
                  <a:lnTo>
                    <a:pt x="2312" y="0"/>
                  </a:lnTo>
                  <a:cubicBezTo>
                    <a:pt x="2326" y="0"/>
                    <a:pt x="2336" y="11"/>
                    <a:pt x="2336" y="24"/>
                  </a:cubicBezTo>
                  <a:lnTo>
                    <a:pt x="2336" y="3304"/>
                  </a:lnTo>
                  <a:cubicBezTo>
                    <a:pt x="2336" y="3318"/>
                    <a:pt x="2326" y="3328"/>
                    <a:pt x="2312" y="3328"/>
                  </a:cubicBezTo>
                  <a:lnTo>
                    <a:pt x="24" y="3328"/>
                  </a:lnTo>
                  <a:cubicBezTo>
                    <a:pt x="11" y="3328"/>
                    <a:pt x="0" y="3318"/>
                    <a:pt x="0" y="3304"/>
                  </a:cubicBezTo>
                  <a:lnTo>
                    <a:pt x="0" y="24"/>
                  </a:lnTo>
                  <a:close/>
                  <a:moveTo>
                    <a:pt x="48" y="3304"/>
                  </a:moveTo>
                  <a:lnTo>
                    <a:pt x="24" y="3280"/>
                  </a:lnTo>
                  <a:lnTo>
                    <a:pt x="2312" y="3280"/>
                  </a:lnTo>
                  <a:lnTo>
                    <a:pt x="2288" y="3304"/>
                  </a:lnTo>
                  <a:lnTo>
                    <a:pt x="2288" y="24"/>
                  </a:lnTo>
                  <a:lnTo>
                    <a:pt x="2312" y="48"/>
                  </a:lnTo>
                  <a:lnTo>
                    <a:pt x="24" y="48"/>
                  </a:lnTo>
                  <a:lnTo>
                    <a:pt x="48" y="24"/>
                  </a:lnTo>
                  <a:lnTo>
                    <a:pt x="48" y="3304"/>
                  </a:lnTo>
                  <a:close/>
                </a:path>
              </a:pathLst>
            </a:custGeom>
            <a:solidFill>
              <a:srgbClr val="A6A6A6"/>
            </a:solidFill>
            <a:ln w="0" cap="flat">
              <a:solidFill>
                <a:srgbClr val="A6A6A6"/>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1041" name="Rectangle 17"/>
            <p:cNvSpPr>
              <a:spLocks noChangeArrowheads="1"/>
            </p:cNvSpPr>
            <p:nvPr/>
          </p:nvSpPr>
          <p:spPr bwMode="auto">
            <a:xfrm>
              <a:off x="931" y="1551"/>
              <a:ext cx="444" cy="194"/>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defTabSz="932962" fontAlgn="base">
                <a:spcBef>
                  <a:spcPct val="0"/>
                </a:spcBef>
                <a:spcAft>
                  <a:spcPct val="0"/>
                </a:spcAft>
              </a:pPr>
              <a:r>
                <a:rPr lang="en-US" sz="1000" dirty="0">
                  <a:solidFill>
                    <a:srgbClr val="000000"/>
                  </a:solidFill>
                  <a:latin typeface="Calibri" pitchFamily="34" charset="0"/>
                  <a:cs typeface="Arial" pitchFamily="34" charset="0"/>
                </a:rPr>
                <a:t>Platform </a:t>
              </a:r>
            </a:p>
            <a:p>
              <a:pPr algn="ctr" defTabSz="932962" fontAlgn="base">
                <a:spcBef>
                  <a:spcPct val="0"/>
                </a:spcBef>
                <a:spcAft>
                  <a:spcPct val="0"/>
                </a:spcAft>
              </a:pPr>
              <a:r>
                <a:rPr lang="en-US" sz="1000" dirty="0">
                  <a:solidFill>
                    <a:srgbClr val="000000"/>
                  </a:solidFill>
                  <a:latin typeface="Calibri" pitchFamily="34" charset="0"/>
                </a:rPr>
                <a:t>Development</a:t>
              </a:r>
              <a:endParaRPr lang="en-US" dirty="0">
                <a:latin typeface="Arial" pitchFamily="34" charset="0"/>
                <a:cs typeface="Arial" pitchFamily="34" charset="0"/>
              </a:endParaRPr>
            </a:p>
          </p:txBody>
        </p:sp>
        <p:sp>
          <p:nvSpPr>
            <p:cNvPr id="1043" name="Rectangle 19"/>
            <p:cNvSpPr>
              <a:spLocks noChangeArrowheads="1"/>
            </p:cNvSpPr>
            <p:nvPr/>
          </p:nvSpPr>
          <p:spPr bwMode="auto">
            <a:xfrm>
              <a:off x="913" y="1905"/>
              <a:ext cx="452" cy="194"/>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defTabSz="932962" fontAlgn="base">
                <a:spcBef>
                  <a:spcPct val="0"/>
                </a:spcBef>
                <a:spcAft>
                  <a:spcPct val="0"/>
                </a:spcAft>
              </a:pPr>
              <a:r>
                <a:rPr lang="en-US" sz="1000" i="1" dirty="0">
                  <a:solidFill>
                    <a:srgbClr val="000000"/>
                  </a:solidFill>
                  <a:latin typeface="Calibri" pitchFamily="34" charset="0"/>
                  <a:cs typeface="Arial" pitchFamily="34" charset="0"/>
                </a:rPr>
                <a:t>Development </a:t>
              </a:r>
            </a:p>
            <a:p>
              <a:pPr algn="ctr" defTabSz="932962" fontAlgn="base">
                <a:spcBef>
                  <a:spcPct val="0"/>
                </a:spcBef>
                <a:spcAft>
                  <a:spcPct val="0"/>
                </a:spcAft>
              </a:pPr>
              <a:r>
                <a:rPr lang="en-US" sz="1000" i="1" dirty="0">
                  <a:solidFill>
                    <a:srgbClr val="000000"/>
                  </a:solidFill>
                  <a:latin typeface="Calibri" pitchFamily="34" charset="0"/>
                </a:rPr>
                <a:t>Service</a:t>
              </a:r>
              <a:endParaRPr lang="en-US" dirty="0">
                <a:latin typeface="Arial" pitchFamily="34" charset="0"/>
                <a:cs typeface="Arial" pitchFamily="34" charset="0"/>
              </a:endParaRPr>
            </a:p>
          </p:txBody>
        </p:sp>
        <p:sp>
          <p:nvSpPr>
            <p:cNvPr id="1045" name="Freeform 21"/>
            <p:cNvSpPr>
              <a:spLocks noEditPoints="1"/>
            </p:cNvSpPr>
            <p:nvPr/>
          </p:nvSpPr>
          <p:spPr bwMode="auto">
            <a:xfrm>
              <a:off x="1481" y="1267"/>
              <a:ext cx="555" cy="907"/>
            </a:xfrm>
            <a:custGeom>
              <a:avLst/>
              <a:gdLst/>
              <a:ahLst/>
              <a:cxnLst>
                <a:cxn ang="0">
                  <a:pos x="0" y="24"/>
                </a:cxn>
                <a:cxn ang="0">
                  <a:pos x="24" y="0"/>
                </a:cxn>
                <a:cxn ang="0">
                  <a:pos x="2328" y="0"/>
                </a:cxn>
                <a:cxn ang="0">
                  <a:pos x="2352" y="24"/>
                </a:cxn>
                <a:cxn ang="0">
                  <a:pos x="2352" y="3304"/>
                </a:cxn>
                <a:cxn ang="0">
                  <a:pos x="2328" y="3328"/>
                </a:cxn>
                <a:cxn ang="0">
                  <a:pos x="24" y="3328"/>
                </a:cxn>
                <a:cxn ang="0">
                  <a:pos x="0" y="3304"/>
                </a:cxn>
                <a:cxn ang="0">
                  <a:pos x="0" y="24"/>
                </a:cxn>
                <a:cxn ang="0">
                  <a:pos x="48" y="3304"/>
                </a:cxn>
                <a:cxn ang="0">
                  <a:pos x="24" y="3280"/>
                </a:cxn>
                <a:cxn ang="0">
                  <a:pos x="2328" y="3280"/>
                </a:cxn>
                <a:cxn ang="0">
                  <a:pos x="2304" y="3304"/>
                </a:cxn>
                <a:cxn ang="0">
                  <a:pos x="2304" y="24"/>
                </a:cxn>
                <a:cxn ang="0">
                  <a:pos x="2328" y="48"/>
                </a:cxn>
                <a:cxn ang="0">
                  <a:pos x="24" y="48"/>
                </a:cxn>
                <a:cxn ang="0">
                  <a:pos x="48" y="24"/>
                </a:cxn>
                <a:cxn ang="0">
                  <a:pos x="48" y="3304"/>
                </a:cxn>
              </a:cxnLst>
              <a:rect l="0" t="0" r="r" b="b"/>
              <a:pathLst>
                <a:path w="2352" h="3328">
                  <a:moveTo>
                    <a:pt x="0" y="24"/>
                  </a:moveTo>
                  <a:cubicBezTo>
                    <a:pt x="0" y="11"/>
                    <a:pt x="11" y="0"/>
                    <a:pt x="24" y="0"/>
                  </a:cubicBezTo>
                  <a:lnTo>
                    <a:pt x="2328" y="0"/>
                  </a:lnTo>
                  <a:cubicBezTo>
                    <a:pt x="2342" y="0"/>
                    <a:pt x="2352" y="11"/>
                    <a:pt x="2352" y="24"/>
                  </a:cubicBezTo>
                  <a:lnTo>
                    <a:pt x="2352" y="3304"/>
                  </a:lnTo>
                  <a:cubicBezTo>
                    <a:pt x="2352" y="3318"/>
                    <a:pt x="2342" y="3328"/>
                    <a:pt x="2328" y="3328"/>
                  </a:cubicBezTo>
                  <a:lnTo>
                    <a:pt x="24" y="3328"/>
                  </a:lnTo>
                  <a:cubicBezTo>
                    <a:pt x="11" y="3328"/>
                    <a:pt x="0" y="3318"/>
                    <a:pt x="0" y="3304"/>
                  </a:cubicBezTo>
                  <a:lnTo>
                    <a:pt x="0" y="24"/>
                  </a:lnTo>
                  <a:close/>
                  <a:moveTo>
                    <a:pt x="48" y="3304"/>
                  </a:moveTo>
                  <a:lnTo>
                    <a:pt x="24" y="3280"/>
                  </a:lnTo>
                  <a:lnTo>
                    <a:pt x="2328" y="3280"/>
                  </a:lnTo>
                  <a:lnTo>
                    <a:pt x="2304" y="3304"/>
                  </a:lnTo>
                  <a:lnTo>
                    <a:pt x="2304" y="24"/>
                  </a:lnTo>
                  <a:lnTo>
                    <a:pt x="2328" y="48"/>
                  </a:lnTo>
                  <a:lnTo>
                    <a:pt x="24" y="48"/>
                  </a:lnTo>
                  <a:lnTo>
                    <a:pt x="48" y="24"/>
                  </a:lnTo>
                  <a:lnTo>
                    <a:pt x="48" y="3304"/>
                  </a:lnTo>
                  <a:close/>
                </a:path>
              </a:pathLst>
            </a:custGeom>
            <a:solidFill>
              <a:srgbClr val="A6A6A6"/>
            </a:solidFill>
            <a:ln w="0" cap="flat">
              <a:solidFill>
                <a:srgbClr val="A6A6A6"/>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1046" name="Rectangle 22"/>
            <p:cNvSpPr>
              <a:spLocks noChangeArrowheads="1"/>
            </p:cNvSpPr>
            <p:nvPr/>
          </p:nvSpPr>
          <p:spPr bwMode="auto">
            <a:xfrm>
              <a:off x="1524" y="1502"/>
              <a:ext cx="503" cy="29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algn="ctr" defTabSz="932962" fontAlgn="base">
                <a:spcBef>
                  <a:spcPct val="0"/>
                </a:spcBef>
                <a:spcAft>
                  <a:spcPct val="0"/>
                </a:spcAft>
              </a:pPr>
              <a:r>
                <a:rPr lang="en-US" sz="1000" dirty="0">
                  <a:solidFill>
                    <a:srgbClr val="000000"/>
                  </a:solidFill>
                  <a:latin typeface="Calibri" pitchFamily="34" charset="0"/>
                  <a:cs typeface="Arial" pitchFamily="34" charset="0"/>
                </a:rPr>
                <a:t>Standards  Research and Development</a:t>
              </a:r>
              <a:endParaRPr lang="en-US" dirty="0">
                <a:latin typeface="Arial" pitchFamily="34" charset="0"/>
                <a:cs typeface="Arial" pitchFamily="34" charset="0"/>
              </a:endParaRPr>
            </a:p>
          </p:txBody>
        </p:sp>
        <p:sp>
          <p:nvSpPr>
            <p:cNvPr id="1049" name="Rectangle 25"/>
            <p:cNvSpPr>
              <a:spLocks noChangeArrowheads="1"/>
            </p:cNvSpPr>
            <p:nvPr/>
          </p:nvSpPr>
          <p:spPr bwMode="auto">
            <a:xfrm>
              <a:off x="1600" y="1905"/>
              <a:ext cx="347" cy="194"/>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32962" fontAlgn="base">
                <a:spcBef>
                  <a:spcPct val="0"/>
                </a:spcBef>
                <a:spcAft>
                  <a:spcPct val="0"/>
                </a:spcAft>
              </a:pPr>
              <a:r>
                <a:rPr lang="en-US" sz="1000" i="1" dirty="0">
                  <a:solidFill>
                    <a:srgbClr val="000000"/>
                  </a:solidFill>
                  <a:latin typeface="Calibri" pitchFamily="34" charset="0"/>
                  <a:cs typeface="Arial" pitchFamily="34" charset="0"/>
                </a:rPr>
                <a:t>Standards </a:t>
              </a:r>
            </a:p>
            <a:p>
              <a:pPr algn="ctr" defTabSz="932962" fontAlgn="base">
                <a:spcBef>
                  <a:spcPct val="0"/>
                </a:spcBef>
                <a:spcAft>
                  <a:spcPct val="0"/>
                </a:spcAft>
              </a:pPr>
              <a:r>
                <a:rPr lang="en-US" sz="1000" i="1" dirty="0">
                  <a:solidFill>
                    <a:srgbClr val="000000"/>
                  </a:solidFill>
                  <a:latin typeface="Calibri" pitchFamily="34" charset="0"/>
                </a:rPr>
                <a:t>Service</a:t>
              </a:r>
              <a:endParaRPr lang="en-US" dirty="0">
                <a:latin typeface="Arial" pitchFamily="34" charset="0"/>
                <a:cs typeface="Arial" pitchFamily="34" charset="0"/>
              </a:endParaRPr>
            </a:p>
          </p:txBody>
        </p:sp>
        <p:sp>
          <p:nvSpPr>
            <p:cNvPr id="1051" name="Freeform 27"/>
            <p:cNvSpPr>
              <a:spLocks noEditPoints="1"/>
            </p:cNvSpPr>
            <p:nvPr/>
          </p:nvSpPr>
          <p:spPr bwMode="auto">
            <a:xfrm>
              <a:off x="2107" y="1267"/>
              <a:ext cx="555" cy="907"/>
            </a:xfrm>
            <a:custGeom>
              <a:avLst/>
              <a:gdLst/>
              <a:ahLst/>
              <a:cxnLst>
                <a:cxn ang="0">
                  <a:pos x="0" y="24"/>
                </a:cxn>
                <a:cxn ang="0">
                  <a:pos x="24" y="0"/>
                </a:cxn>
                <a:cxn ang="0">
                  <a:pos x="2328" y="0"/>
                </a:cxn>
                <a:cxn ang="0">
                  <a:pos x="2352" y="24"/>
                </a:cxn>
                <a:cxn ang="0">
                  <a:pos x="2352" y="3304"/>
                </a:cxn>
                <a:cxn ang="0">
                  <a:pos x="2328" y="3328"/>
                </a:cxn>
                <a:cxn ang="0">
                  <a:pos x="24" y="3328"/>
                </a:cxn>
                <a:cxn ang="0">
                  <a:pos x="0" y="3304"/>
                </a:cxn>
                <a:cxn ang="0">
                  <a:pos x="0" y="24"/>
                </a:cxn>
                <a:cxn ang="0">
                  <a:pos x="48" y="3304"/>
                </a:cxn>
                <a:cxn ang="0">
                  <a:pos x="24" y="3280"/>
                </a:cxn>
                <a:cxn ang="0">
                  <a:pos x="2328" y="3280"/>
                </a:cxn>
                <a:cxn ang="0">
                  <a:pos x="2304" y="3304"/>
                </a:cxn>
                <a:cxn ang="0">
                  <a:pos x="2304" y="24"/>
                </a:cxn>
                <a:cxn ang="0">
                  <a:pos x="2328" y="48"/>
                </a:cxn>
                <a:cxn ang="0">
                  <a:pos x="24" y="48"/>
                </a:cxn>
                <a:cxn ang="0">
                  <a:pos x="48" y="24"/>
                </a:cxn>
                <a:cxn ang="0">
                  <a:pos x="48" y="3304"/>
                </a:cxn>
              </a:cxnLst>
              <a:rect l="0" t="0" r="r" b="b"/>
              <a:pathLst>
                <a:path w="2352" h="3328">
                  <a:moveTo>
                    <a:pt x="0" y="24"/>
                  </a:moveTo>
                  <a:cubicBezTo>
                    <a:pt x="0" y="11"/>
                    <a:pt x="11" y="0"/>
                    <a:pt x="24" y="0"/>
                  </a:cubicBezTo>
                  <a:lnTo>
                    <a:pt x="2328" y="0"/>
                  </a:lnTo>
                  <a:cubicBezTo>
                    <a:pt x="2342" y="0"/>
                    <a:pt x="2352" y="11"/>
                    <a:pt x="2352" y="24"/>
                  </a:cubicBezTo>
                  <a:lnTo>
                    <a:pt x="2352" y="3304"/>
                  </a:lnTo>
                  <a:cubicBezTo>
                    <a:pt x="2352" y="3318"/>
                    <a:pt x="2342" y="3328"/>
                    <a:pt x="2328" y="3328"/>
                  </a:cubicBezTo>
                  <a:lnTo>
                    <a:pt x="24" y="3328"/>
                  </a:lnTo>
                  <a:cubicBezTo>
                    <a:pt x="11" y="3328"/>
                    <a:pt x="0" y="3318"/>
                    <a:pt x="0" y="3304"/>
                  </a:cubicBezTo>
                  <a:lnTo>
                    <a:pt x="0" y="24"/>
                  </a:lnTo>
                  <a:close/>
                  <a:moveTo>
                    <a:pt x="48" y="3304"/>
                  </a:moveTo>
                  <a:lnTo>
                    <a:pt x="24" y="3280"/>
                  </a:lnTo>
                  <a:lnTo>
                    <a:pt x="2328" y="3280"/>
                  </a:lnTo>
                  <a:lnTo>
                    <a:pt x="2304" y="3304"/>
                  </a:lnTo>
                  <a:lnTo>
                    <a:pt x="2304" y="24"/>
                  </a:lnTo>
                  <a:lnTo>
                    <a:pt x="2328" y="48"/>
                  </a:lnTo>
                  <a:lnTo>
                    <a:pt x="24" y="48"/>
                  </a:lnTo>
                  <a:lnTo>
                    <a:pt x="48" y="24"/>
                  </a:lnTo>
                  <a:lnTo>
                    <a:pt x="48" y="3304"/>
                  </a:lnTo>
                  <a:close/>
                </a:path>
              </a:pathLst>
            </a:custGeom>
            <a:solidFill>
              <a:srgbClr val="A6A6A6"/>
            </a:solidFill>
            <a:ln w="0" cap="flat">
              <a:solidFill>
                <a:srgbClr val="A6A6A6"/>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1052" name="Rectangle 28"/>
            <p:cNvSpPr>
              <a:spLocks noChangeArrowheads="1"/>
            </p:cNvSpPr>
            <p:nvPr/>
          </p:nvSpPr>
          <p:spPr bwMode="auto">
            <a:xfrm>
              <a:off x="2181" y="1454"/>
              <a:ext cx="445" cy="38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algn="ctr" defTabSz="932962" fontAlgn="base">
                <a:spcBef>
                  <a:spcPct val="0"/>
                </a:spcBef>
                <a:spcAft>
                  <a:spcPct val="0"/>
                </a:spcAft>
              </a:pPr>
              <a:r>
                <a:rPr lang="en-US" sz="1000" dirty="0">
                  <a:solidFill>
                    <a:srgbClr val="000000"/>
                  </a:solidFill>
                  <a:latin typeface="Calibri" pitchFamily="34" charset="0"/>
                  <a:cs typeface="Arial" pitchFamily="34" charset="0"/>
                </a:rPr>
                <a:t>Analytics Research and Content </a:t>
              </a:r>
              <a:r>
                <a:rPr lang="en-US" sz="1000" dirty="0" err="1">
                  <a:solidFill>
                    <a:srgbClr val="000000"/>
                  </a:solidFill>
                  <a:latin typeface="Calibri" pitchFamily="34" charset="0"/>
                  <a:cs typeface="Arial" pitchFamily="34" charset="0"/>
                </a:rPr>
                <a:t>Curation</a:t>
              </a:r>
              <a:endParaRPr lang="en-US" dirty="0">
                <a:latin typeface="Arial" pitchFamily="34" charset="0"/>
                <a:cs typeface="Arial" pitchFamily="34" charset="0"/>
              </a:endParaRPr>
            </a:p>
          </p:txBody>
        </p:sp>
        <p:sp>
          <p:nvSpPr>
            <p:cNvPr id="1056" name="Rectangle 32"/>
            <p:cNvSpPr>
              <a:spLocks noChangeArrowheads="1"/>
            </p:cNvSpPr>
            <p:nvPr/>
          </p:nvSpPr>
          <p:spPr bwMode="auto">
            <a:xfrm>
              <a:off x="2196" y="1905"/>
              <a:ext cx="362" cy="19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algn="ctr" defTabSz="932962" fontAlgn="base">
                <a:spcBef>
                  <a:spcPct val="0"/>
                </a:spcBef>
                <a:spcAft>
                  <a:spcPct val="0"/>
                </a:spcAft>
              </a:pPr>
              <a:r>
                <a:rPr lang="en-US" sz="1000" i="1" dirty="0">
                  <a:solidFill>
                    <a:srgbClr val="000000"/>
                  </a:solidFill>
                  <a:latin typeface="Calibri" pitchFamily="34" charset="0"/>
                  <a:cs typeface="Arial" pitchFamily="34" charset="0"/>
                </a:rPr>
                <a:t>Content  Service </a:t>
              </a:r>
              <a:endParaRPr lang="en-US" dirty="0">
                <a:latin typeface="Arial" pitchFamily="34" charset="0"/>
                <a:cs typeface="Arial" pitchFamily="34" charset="0"/>
              </a:endParaRPr>
            </a:p>
          </p:txBody>
        </p:sp>
        <p:sp>
          <p:nvSpPr>
            <p:cNvPr id="1057" name="Freeform 33"/>
            <p:cNvSpPr>
              <a:spLocks noEditPoints="1"/>
            </p:cNvSpPr>
            <p:nvPr/>
          </p:nvSpPr>
          <p:spPr bwMode="auto">
            <a:xfrm>
              <a:off x="226" y="840"/>
              <a:ext cx="2436" cy="375"/>
            </a:xfrm>
            <a:custGeom>
              <a:avLst/>
              <a:gdLst/>
              <a:ahLst/>
              <a:cxnLst>
                <a:cxn ang="0">
                  <a:pos x="0" y="24"/>
                </a:cxn>
                <a:cxn ang="0">
                  <a:pos x="24" y="0"/>
                </a:cxn>
                <a:cxn ang="0">
                  <a:pos x="10312" y="0"/>
                </a:cxn>
                <a:cxn ang="0">
                  <a:pos x="10336" y="24"/>
                </a:cxn>
                <a:cxn ang="0">
                  <a:pos x="10336" y="1352"/>
                </a:cxn>
                <a:cxn ang="0">
                  <a:pos x="10312" y="1376"/>
                </a:cxn>
                <a:cxn ang="0">
                  <a:pos x="24" y="1376"/>
                </a:cxn>
                <a:cxn ang="0">
                  <a:pos x="0" y="1352"/>
                </a:cxn>
                <a:cxn ang="0">
                  <a:pos x="0" y="24"/>
                </a:cxn>
                <a:cxn ang="0">
                  <a:pos x="48" y="1352"/>
                </a:cxn>
                <a:cxn ang="0">
                  <a:pos x="24" y="1328"/>
                </a:cxn>
                <a:cxn ang="0">
                  <a:pos x="10312" y="1328"/>
                </a:cxn>
                <a:cxn ang="0">
                  <a:pos x="10288" y="1352"/>
                </a:cxn>
                <a:cxn ang="0">
                  <a:pos x="10288" y="24"/>
                </a:cxn>
                <a:cxn ang="0">
                  <a:pos x="10312" y="48"/>
                </a:cxn>
                <a:cxn ang="0">
                  <a:pos x="24" y="48"/>
                </a:cxn>
                <a:cxn ang="0">
                  <a:pos x="48" y="24"/>
                </a:cxn>
                <a:cxn ang="0">
                  <a:pos x="48" y="1352"/>
                </a:cxn>
              </a:cxnLst>
              <a:rect l="0" t="0" r="r" b="b"/>
              <a:pathLst>
                <a:path w="10336" h="1376">
                  <a:moveTo>
                    <a:pt x="0" y="24"/>
                  </a:moveTo>
                  <a:cubicBezTo>
                    <a:pt x="0" y="11"/>
                    <a:pt x="11" y="0"/>
                    <a:pt x="24" y="0"/>
                  </a:cubicBezTo>
                  <a:lnTo>
                    <a:pt x="10312" y="0"/>
                  </a:lnTo>
                  <a:cubicBezTo>
                    <a:pt x="10326" y="0"/>
                    <a:pt x="10336" y="11"/>
                    <a:pt x="10336" y="24"/>
                  </a:cubicBezTo>
                  <a:lnTo>
                    <a:pt x="10336" y="1352"/>
                  </a:lnTo>
                  <a:cubicBezTo>
                    <a:pt x="10336" y="1366"/>
                    <a:pt x="10326" y="1376"/>
                    <a:pt x="10312" y="1376"/>
                  </a:cubicBezTo>
                  <a:lnTo>
                    <a:pt x="24" y="1376"/>
                  </a:lnTo>
                  <a:cubicBezTo>
                    <a:pt x="11" y="1376"/>
                    <a:pt x="0" y="1366"/>
                    <a:pt x="0" y="1352"/>
                  </a:cubicBezTo>
                  <a:lnTo>
                    <a:pt x="0" y="24"/>
                  </a:lnTo>
                  <a:close/>
                  <a:moveTo>
                    <a:pt x="48" y="1352"/>
                  </a:moveTo>
                  <a:lnTo>
                    <a:pt x="24" y="1328"/>
                  </a:lnTo>
                  <a:lnTo>
                    <a:pt x="10312" y="1328"/>
                  </a:lnTo>
                  <a:lnTo>
                    <a:pt x="10288" y="1352"/>
                  </a:lnTo>
                  <a:lnTo>
                    <a:pt x="10288" y="24"/>
                  </a:lnTo>
                  <a:lnTo>
                    <a:pt x="10312" y="48"/>
                  </a:lnTo>
                  <a:lnTo>
                    <a:pt x="24" y="48"/>
                  </a:lnTo>
                  <a:lnTo>
                    <a:pt x="48" y="24"/>
                  </a:lnTo>
                  <a:lnTo>
                    <a:pt x="48" y="1352"/>
                  </a:lnTo>
                  <a:close/>
                </a:path>
              </a:pathLst>
            </a:custGeom>
            <a:solidFill>
              <a:srgbClr val="A6A6A6"/>
            </a:solidFill>
            <a:ln w="0" cap="flat">
              <a:solidFill>
                <a:srgbClr val="A6A6A6"/>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1058" name="Rectangle 34"/>
            <p:cNvSpPr>
              <a:spLocks noChangeArrowheads="1"/>
            </p:cNvSpPr>
            <p:nvPr/>
          </p:nvSpPr>
          <p:spPr bwMode="auto">
            <a:xfrm>
              <a:off x="709" y="911"/>
              <a:ext cx="1543" cy="13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32962" fontAlgn="base">
                <a:spcBef>
                  <a:spcPct val="0"/>
                </a:spcBef>
                <a:spcAft>
                  <a:spcPct val="0"/>
                </a:spcAft>
              </a:pPr>
              <a:r>
                <a:rPr lang="en-US" sz="1400" b="1" dirty="0">
                  <a:solidFill>
                    <a:srgbClr val="FF0000"/>
                  </a:solidFill>
                  <a:latin typeface="Calibri" pitchFamily="34" charset="0"/>
                  <a:cs typeface="Arial" pitchFamily="34" charset="0"/>
                </a:rPr>
                <a:t>WP6 </a:t>
              </a:r>
              <a:r>
                <a:rPr lang="en-US" sz="1000" dirty="0">
                  <a:solidFill>
                    <a:srgbClr val="000000"/>
                  </a:solidFill>
                  <a:latin typeface="Calibri" pitchFamily="34" charset="0"/>
                  <a:cs typeface="Arial" pitchFamily="34" charset="0"/>
                </a:rPr>
                <a:t> Community Engagement and Outreach</a:t>
              </a:r>
              <a:endParaRPr lang="en-US" dirty="0">
                <a:latin typeface="Arial" pitchFamily="34" charset="0"/>
                <a:cs typeface="Arial" pitchFamily="34" charset="0"/>
              </a:endParaRPr>
            </a:p>
          </p:txBody>
        </p:sp>
        <p:sp>
          <p:nvSpPr>
            <p:cNvPr id="1059" name="Rectangle 35"/>
            <p:cNvSpPr>
              <a:spLocks noChangeArrowheads="1"/>
            </p:cNvSpPr>
            <p:nvPr/>
          </p:nvSpPr>
          <p:spPr bwMode="auto">
            <a:xfrm>
              <a:off x="719" y="1042"/>
              <a:ext cx="1562" cy="9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defTabSz="932962" fontAlgn="base">
                <a:spcBef>
                  <a:spcPct val="0"/>
                </a:spcBef>
                <a:spcAft>
                  <a:spcPct val="0"/>
                </a:spcAft>
              </a:pPr>
              <a:r>
                <a:rPr lang="en-US" sz="1000" i="1" dirty="0">
                  <a:solidFill>
                    <a:srgbClr val="000000"/>
                  </a:solidFill>
                  <a:latin typeface="Calibri" pitchFamily="34" charset="0"/>
                  <a:cs typeface="Arial" pitchFamily="34" charset="0"/>
                </a:rPr>
                <a:t>Active Account Management of eTRIKS Service </a:t>
              </a:r>
              <a:endParaRPr lang="en-US" i="1" dirty="0">
                <a:latin typeface="Arial" pitchFamily="34" charset="0"/>
                <a:cs typeface="Arial" pitchFamily="34" charset="0"/>
              </a:endParaRPr>
            </a:p>
          </p:txBody>
        </p:sp>
      </p:grpSp>
      <p:sp>
        <p:nvSpPr>
          <p:cNvPr id="46" name="Rectangle 12"/>
          <p:cNvSpPr>
            <a:spLocks noChangeArrowheads="1"/>
          </p:cNvSpPr>
          <p:nvPr/>
        </p:nvSpPr>
        <p:spPr bwMode="auto">
          <a:xfrm>
            <a:off x="1634294" y="2101146"/>
            <a:ext cx="387652" cy="219820"/>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32962" fontAlgn="base">
              <a:spcBef>
                <a:spcPct val="0"/>
              </a:spcBef>
              <a:spcAft>
                <a:spcPct val="0"/>
              </a:spcAft>
            </a:pPr>
            <a:r>
              <a:rPr lang="en-US" sz="1400" b="1" dirty="0">
                <a:solidFill>
                  <a:srgbClr val="FF0000"/>
                </a:solidFill>
                <a:latin typeface="Calibri" pitchFamily="34" charset="0"/>
                <a:cs typeface="Arial" pitchFamily="34" charset="0"/>
              </a:rPr>
              <a:t>WP2</a:t>
            </a:r>
            <a:r>
              <a:rPr lang="en-US" sz="1000" dirty="0">
                <a:solidFill>
                  <a:srgbClr val="000000"/>
                </a:solidFill>
                <a:latin typeface="Calibri" pitchFamily="34" charset="0"/>
                <a:cs typeface="Arial" pitchFamily="34" charset="0"/>
              </a:rPr>
              <a:t> </a:t>
            </a:r>
            <a:endParaRPr lang="en-US" dirty="0">
              <a:latin typeface="Arial" pitchFamily="34" charset="0"/>
              <a:cs typeface="Arial" pitchFamily="34" charset="0"/>
            </a:endParaRPr>
          </a:p>
        </p:txBody>
      </p:sp>
      <p:sp>
        <p:nvSpPr>
          <p:cNvPr id="47" name="Rectangle 12"/>
          <p:cNvSpPr>
            <a:spLocks noChangeArrowheads="1"/>
          </p:cNvSpPr>
          <p:nvPr/>
        </p:nvSpPr>
        <p:spPr bwMode="auto">
          <a:xfrm>
            <a:off x="2638006" y="2101146"/>
            <a:ext cx="358210" cy="219820"/>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32962" fontAlgn="base">
              <a:spcBef>
                <a:spcPct val="0"/>
              </a:spcBef>
              <a:spcAft>
                <a:spcPct val="0"/>
              </a:spcAft>
            </a:pPr>
            <a:r>
              <a:rPr lang="en-US" sz="1400" b="1" dirty="0">
                <a:solidFill>
                  <a:srgbClr val="FF0000"/>
                </a:solidFill>
                <a:latin typeface="Calibri" pitchFamily="34" charset="0"/>
              </a:rPr>
              <a:t>WP3</a:t>
            </a:r>
            <a:endParaRPr lang="en-US" dirty="0">
              <a:latin typeface="Arial" pitchFamily="34" charset="0"/>
              <a:cs typeface="Arial" pitchFamily="34" charset="0"/>
            </a:endParaRPr>
          </a:p>
        </p:txBody>
      </p:sp>
      <p:sp>
        <p:nvSpPr>
          <p:cNvPr id="48" name="Rectangle 12"/>
          <p:cNvSpPr>
            <a:spLocks noChangeArrowheads="1"/>
          </p:cNvSpPr>
          <p:nvPr/>
        </p:nvSpPr>
        <p:spPr bwMode="auto">
          <a:xfrm>
            <a:off x="3678070" y="2101146"/>
            <a:ext cx="358210" cy="219820"/>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defTabSz="932962" fontAlgn="base">
              <a:spcBef>
                <a:spcPct val="0"/>
              </a:spcBef>
              <a:spcAft>
                <a:spcPct val="0"/>
              </a:spcAft>
            </a:pPr>
            <a:r>
              <a:rPr lang="en-US" sz="1400" b="1" dirty="0">
                <a:solidFill>
                  <a:srgbClr val="FF0000"/>
                </a:solidFill>
                <a:latin typeface="Calibri" pitchFamily="34" charset="0"/>
              </a:rPr>
              <a:t>WP4</a:t>
            </a:r>
            <a:endParaRPr lang="en-US" dirty="0">
              <a:latin typeface="Arial" pitchFamily="34" charset="0"/>
              <a:cs typeface="Arial" pitchFamily="34" charset="0"/>
            </a:endParaRPr>
          </a:p>
        </p:txBody>
      </p:sp>
    </p:spTree>
    <p:extLst>
      <p:ext uri="{BB962C8B-B14F-4D97-AF65-F5344CB8AC3E}">
        <p14:creationId xmlns:p14="http://schemas.microsoft.com/office/powerpoint/2010/main" val="26629040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78941" y="1412852"/>
            <a:ext cx="8436221" cy="461665"/>
          </a:xfrm>
          <a:prstGeom prst="rect">
            <a:avLst/>
          </a:prstGeom>
          <a:noFill/>
          <a:ln w="19050">
            <a:solidFill>
              <a:schemeClr val="tx1"/>
            </a:solidFill>
          </a:ln>
        </p:spPr>
        <p:txBody>
          <a:bodyPr wrap="square" rtlCol="0">
            <a:spAutoFit/>
          </a:bodyPr>
          <a:lstStyle/>
          <a:p>
            <a:pPr eaLnBrk="0" fontAlgn="base" hangingPunct="0">
              <a:spcBef>
                <a:spcPct val="0"/>
              </a:spcBef>
              <a:spcAft>
                <a:spcPct val="0"/>
              </a:spcAft>
            </a:pPr>
            <a:r>
              <a:rPr lang="en-US" sz="2400" b="1" dirty="0" err="1" smtClean="0">
                <a:solidFill>
                  <a:srgbClr val="004151"/>
                </a:solidFill>
                <a:effectLst>
                  <a:outerShdw blurRad="38100" dist="38100" dir="2700000" algn="tl">
                    <a:srgbClr val="000000">
                      <a:alpha val="43137"/>
                    </a:srgbClr>
                  </a:outerShdw>
                </a:effectLst>
                <a:cs typeface="Calibri" pitchFamily="34" charset="0"/>
              </a:rPr>
              <a:t>ETOX</a:t>
            </a:r>
            <a:endParaRPr lang="en-US" sz="2400" b="1" dirty="0">
              <a:solidFill>
                <a:srgbClr val="004151"/>
              </a:solidFill>
              <a:effectLst>
                <a:outerShdw blurRad="38100" dist="38100" dir="2700000" algn="tl">
                  <a:srgbClr val="000000">
                    <a:alpha val="43137"/>
                  </a:srgbClr>
                </a:outerShdw>
              </a:effectLst>
              <a:cs typeface="Calibri" pitchFamily="34" charset="0"/>
            </a:endParaRPr>
          </a:p>
        </p:txBody>
      </p:sp>
      <p:graphicFrame>
        <p:nvGraphicFramePr>
          <p:cNvPr id="3" name="Diagram 2"/>
          <p:cNvGraphicFramePr/>
          <p:nvPr>
            <p:extLst>
              <p:ext uri="{D42A27DB-BD31-4B8C-83A1-F6EECF244321}">
                <p14:modId xmlns:p14="http://schemas.microsoft.com/office/powerpoint/2010/main" val="900188175"/>
              </p:ext>
            </p:extLst>
          </p:nvPr>
        </p:nvGraphicFramePr>
        <p:xfrm>
          <a:off x="1609218" y="1795245"/>
          <a:ext cx="6275187" cy="4824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own Arrow 3"/>
          <p:cNvSpPr/>
          <p:nvPr/>
        </p:nvSpPr>
        <p:spPr>
          <a:xfrm>
            <a:off x="4261919" y="4119074"/>
            <a:ext cx="851804" cy="524311"/>
          </a:xfrm>
          <a:prstGeom prst="downArrow">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endParaRPr>
          </a:p>
        </p:txBody>
      </p:sp>
      <p:pic>
        <p:nvPicPr>
          <p:cNvPr id="5" name="Picture 2"/>
          <p:cNvPicPr>
            <a:picLocks noChangeAspect="1" noChangeArrowheads="1"/>
          </p:cNvPicPr>
          <p:nvPr/>
        </p:nvPicPr>
        <p:blipFill rotWithShape="1">
          <a:blip r:embed="rId8">
            <a:extLst>
              <a:ext uri="{28A0092B-C50C-407E-A947-70E740481C1C}">
                <a14:useLocalDpi xmlns:a14="http://schemas.microsoft.com/office/drawing/2010/main" val="0"/>
              </a:ext>
            </a:extLst>
          </a:blip>
          <a:srcRect t="22220" b="18808"/>
          <a:stretch/>
        </p:blipFill>
        <p:spPr bwMode="auto">
          <a:xfrm>
            <a:off x="117115" y="134224"/>
            <a:ext cx="8714642" cy="1073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p:cNvSpPr/>
          <p:nvPr/>
        </p:nvSpPr>
        <p:spPr>
          <a:xfrm>
            <a:off x="94364" y="75580"/>
            <a:ext cx="3049571" cy="1132515"/>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endParaRPr>
          </a:p>
        </p:txBody>
      </p:sp>
    </p:spTree>
    <p:extLst>
      <p:ext uri="{BB962C8B-B14F-4D97-AF65-F5344CB8AC3E}">
        <p14:creationId xmlns:p14="http://schemas.microsoft.com/office/powerpoint/2010/main" val="42285112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969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1341438"/>
            <a:ext cx="4919662" cy="189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698" name="TextBox 2"/>
          <p:cNvSpPr txBox="1">
            <a:spLocks noChangeArrowheads="1"/>
          </p:cNvSpPr>
          <p:nvPr/>
        </p:nvSpPr>
        <p:spPr bwMode="auto">
          <a:xfrm>
            <a:off x="1619250" y="1593850"/>
            <a:ext cx="1544638" cy="52228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de-CH" sz="2800" b="1">
                <a:solidFill>
                  <a:srgbClr val="FFFFFF"/>
                </a:solidFill>
                <a:latin typeface="Helvetica" pitchFamily="-84" charset="0"/>
                <a:ea typeface="Osaka" pitchFamily="-84" charset="-128"/>
              </a:rPr>
              <a:t>Science</a:t>
            </a:r>
            <a:endParaRPr lang="en-US" sz="2800" b="1">
              <a:solidFill>
                <a:srgbClr val="FFFFFF"/>
              </a:solidFill>
              <a:latin typeface="Helvetica" pitchFamily="-84" charset="0"/>
              <a:ea typeface="Osaka" pitchFamily="-84" charset="-128"/>
            </a:endParaRPr>
          </a:p>
        </p:txBody>
      </p:sp>
      <p:pic>
        <p:nvPicPr>
          <p:cNvPr id="29699" name="Picture 1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54388" y="333375"/>
            <a:ext cx="2921000"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Picture 1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432050" y="3429000"/>
            <a:ext cx="2468563" cy="206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15"/>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1750" y="3141663"/>
            <a:ext cx="2368550"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TextBox 17"/>
          <p:cNvSpPr txBox="1">
            <a:spLocks noChangeArrowheads="1"/>
          </p:cNvSpPr>
          <p:nvPr/>
        </p:nvSpPr>
        <p:spPr bwMode="auto">
          <a:xfrm>
            <a:off x="4900613" y="3481388"/>
            <a:ext cx="4119562"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400">
                <a:solidFill>
                  <a:srgbClr val="004151"/>
                </a:solidFill>
                <a:latin typeface="Helvetica" pitchFamily="-84" charset="0"/>
                <a:ea typeface="Osaka" pitchFamily="-84" charset="-128"/>
              </a:rPr>
              <a:t>The consortium has developed an animal model replicating a nonsyndromic autism </a:t>
            </a:r>
          </a:p>
          <a:p>
            <a:pPr algn="ctr" eaLnBrk="1" hangingPunct="1">
              <a:spcAft>
                <a:spcPts val="1200"/>
              </a:spcAft>
            </a:pPr>
            <a:r>
              <a:rPr lang="en-US" sz="1400">
                <a:solidFill>
                  <a:srgbClr val="004151"/>
                </a:solidFill>
                <a:latin typeface="Helvetica" pitchFamily="-84" charset="0"/>
                <a:ea typeface="Osaka" pitchFamily="-84" charset="-128"/>
              </a:rPr>
              <a:t>and demonstrated that the condition can be reversed with specific therapy </a:t>
            </a:r>
          </a:p>
          <a:p>
            <a:pPr algn="ctr" eaLnBrk="1" hangingPunct="1"/>
            <a:r>
              <a:rPr lang="en-US" sz="1400" b="1">
                <a:solidFill>
                  <a:srgbClr val="004151"/>
                </a:solidFill>
                <a:latin typeface="Helvetica" pitchFamily="-84" charset="0"/>
                <a:ea typeface="Osaka" pitchFamily="-84" charset="-128"/>
              </a:rPr>
              <a:t>This new development is be of great importance for clinical development of new treatments for autism </a:t>
            </a:r>
          </a:p>
        </p:txBody>
      </p:sp>
      <p:sp>
        <p:nvSpPr>
          <p:cNvPr id="29703" name="TextBox 1"/>
          <p:cNvSpPr txBox="1">
            <a:spLocks noChangeArrowheads="1"/>
          </p:cNvSpPr>
          <p:nvPr/>
        </p:nvSpPr>
        <p:spPr bwMode="auto">
          <a:xfrm>
            <a:off x="1562100" y="2133600"/>
            <a:ext cx="1714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600">
                <a:solidFill>
                  <a:srgbClr val="004151"/>
                </a:solidFill>
                <a:latin typeface="Helvetica" pitchFamily="-84" charset="0"/>
                <a:ea typeface="Osaka" pitchFamily="-84" charset="-128"/>
              </a:rPr>
              <a:t>October 5</a:t>
            </a:r>
            <a:r>
              <a:rPr lang="en-US" sz="1600" baseline="30000">
                <a:solidFill>
                  <a:srgbClr val="004151"/>
                </a:solidFill>
                <a:latin typeface="Helvetica" pitchFamily="-84" charset="0"/>
                <a:ea typeface="Osaka" pitchFamily="-84" charset="-128"/>
              </a:rPr>
              <a:t>th</a:t>
            </a:r>
            <a:r>
              <a:rPr lang="en-US" sz="1600">
                <a:solidFill>
                  <a:srgbClr val="004151"/>
                </a:solidFill>
                <a:latin typeface="Helvetica" pitchFamily="-84" charset="0"/>
                <a:ea typeface="Osaka" pitchFamily="-84" charset="-128"/>
              </a:rPr>
              <a:t> 2012</a:t>
            </a:r>
          </a:p>
        </p:txBody>
      </p:sp>
      <p:sp>
        <p:nvSpPr>
          <p:cNvPr id="2" name="Slide Number Placeholder 1"/>
          <p:cNvSpPr>
            <a:spLocks noGrp="1"/>
          </p:cNvSpPr>
          <p:nvPr>
            <p:ph type="sldNum" sz="quarter" idx="12"/>
          </p:nvPr>
        </p:nvSpPr>
        <p:spPr/>
        <p:txBody>
          <a:bodyPr/>
          <a:lstStyle/>
          <a:p>
            <a:fld id="{806B5BAE-E9D5-4D7D-84D0-C917AEFCCB22}" type="slidenum">
              <a:rPr lang="fr-BE" smtClean="0">
                <a:solidFill>
                  <a:prstClr val="black">
                    <a:tint val="75000"/>
                  </a:prstClr>
                </a:solidFill>
              </a:rPr>
              <a:pPr/>
              <a:t>30</a:t>
            </a:fld>
            <a:endParaRPr lang="fr-BE">
              <a:solidFill>
                <a:prstClr val="black">
                  <a:tint val="75000"/>
                </a:prstClr>
              </a:solidFill>
            </a:endParaRPr>
          </a:p>
        </p:txBody>
      </p:sp>
    </p:spTree>
    <p:extLst>
      <p:ext uri="{BB962C8B-B14F-4D97-AF65-F5344CB8AC3E}">
        <p14:creationId xmlns:p14="http://schemas.microsoft.com/office/powerpoint/2010/main" val="3180745758"/>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1" name="Textfeld 1"/>
          <p:cNvSpPr txBox="1">
            <a:spLocks noChangeArrowheads="1"/>
          </p:cNvSpPr>
          <p:nvPr/>
        </p:nvSpPr>
        <p:spPr bwMode="auto">
          <a:xfrm>
            <a:off x="287338" y="1655763"/>
            <a:ext cx="8856662"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200" b="1">
                <a:solidFill>
                  <a:srgbClr val="004151"/>
                </a:solidFill>
              </a:rPr>
              <a:t>Proposed ways to reduce required numbers of patients </a:t>
            </a:r>
            <a:r>
              <a:rPr lang="en-US" sz="1200">
                <a:solidFill>
                  <a:srgbClr val="004151"/>
                </a:solidFill>
              </a:rPr>
              <a:t>needed for antipsychotic trials </a:t>
            </a:r>
          </a:p>
          <a:p>
            <a:pPr algn="ctr" eaLnBrk="1" hangingPunct="1"/>
            <a:r>
              <a:rPr lang="en-US" sz="1200" b="1">
                <a:solidFill>
                  <a:srgbClr val="004151"/>
                </a:solidFill>
              </a:rPr>
              <a:t>while preserving 90% power </a:t>
            </a:r>
            <a:r>
              <a:rPr lang="en-US" sz="1200">
                <a:solidFill>
                  <a:srgbClr val="004151"/>
                </a:solidFill>
              </a:rPr>
              <a:t>(p&lt;.05) </a:t>
            </a:r>
            <a:br>
              <a:rPr lang="en-US" sz="1200">
                <a:solidFill>
                  <a:srgbClr val="004151"/>
                </a:solidFill>
              </a:rPr>
            </a:br>
            <a:endParaRPr lang="en-US" sz="1200">
              <a:solidFill>
                <a:srgbClr val="004151"/>
              </a:solidFill>
            </a:endParaRPr>
          </a:p>
          <a:p>
            <a:pPr algn="ctr" eaLnBrk="1" hangingPunct="1">
              <a:spcAft>
                <a:spcPts val="1200"/>
              </a:spcAft>
            </a:pPr>
            <a:r>
              <a:rPr lang="en-US" sz="1200">
                <a:solidFill>
                  <a:srgbClr val="004151"/>
                </a:solidFill>
              </a:rPr>
              <a:t>Based on resampling of data from </a:t>
            </a:r>
            <a:r>
              <a:rPr lang="en-US" sz="1200" b="1">
                <a:solidFill>
                  <a:srgbClr val="004151"/>
                </a:solidFill>
              </a:rPr>
              <a:t>34 such trials </a:t>
            </a:r>
            <a:r>
              <a:rPr lang="en-US" sz="1200">
                <a:solidFill>
                  <a:srgbClr val="004151"/>
                </a:solidFill>
              </a:rPr>
              <a:t>(</a:t>
            </a:r>
            <a:r>
              <a:rPr lang="en-US" sz="1200" b="1">
                <a:solidFill>
                  <a:srgbClr val="004151"/>
                </a:solidFill>
              </a:rPr>
              <a:t>n=11,670 patients</a:t>
            </a:r>
            <a:r>
              <a:rPr lang="en-US" sz="1200">
                <a:solidFill>
                  <a:srgbClr val="004151"/>
                </a:solidFill>
              </a:rPr>
              <a:t>) data from Astra Zeneca, Janssen, Lilly, Lundbeck, Pfizer </a:t>
            </a:r>
          </a:p>
          <a:p>
            <a:pPr algn="ctr" eaLnBrk="1" hangingPunct="1">
              <a:spcAft>
                <a:spcPts val="600"/>
              </a:spcAft>
            </a:pPr>
            <a:r>
              <a:rPr lang="en-US" sz="1400" b="1">
                <a:solidFill>
                  <a:srgbClr val="004151"/>
                </a:solidFill>
              </a:rPr>
              <a:t>Samples can be reduced from 79 to 46 patients per arm by targeting trials</a:t>
            </a:r>
          </a:p>
          <a:p>
            <a:pPr algn="ctr" eaLnBrk="1" hangingPunct="1">
              <a:spcAft>
                <a:spcPts val="600"/>
              </a:spcAft>
            </a:pPr>
            <a:r>
              <a:rPr lang="en-US" sz="1400" b="1">
                <a:solidFill>
                  <a:srgbClr val="0000FF"/>
                </a:solidFill>
              </a:rPr>
              <a:t>In addition the trial duration can be reduced from 6 to 4 weeks </a:t>
            </a:r>
          </a:p>
          <a:p>
            <a:pPr eaLnBrk="1" hangingPunct="1"/>
            <a:r>
              <a:rPr lang="en-US" sz="1200">
                <a:solidFill>
                  <a:srgbClr val="004151"/>
                </a:solidFill>
              </a:rPr>
              <a:t/>
            </a:r>
            <a:br>
              <a:rPr lang="en-US" sz="1200">
                <a:solidFill>
                  <a:srgbClr val="004151"/>
                </a:solidFill>
              </a:rPr>
            </a:br>
            <a:endParaRPr lang="de-DE" sz="1200">
              <a:solidFill>
                <a:srgbClr val="004151"/>
              </a:solidFill>
            </a:endParaRPr>
          </a:p>
        </p:txBody>
      </p:sp>
      <p:pic>
        <p:nvPicPr>
          <p:cNvPr id="30722" name="Picture 13"/>
          <p:cNvPicPr>
            <a:picLocks noGrp="1" noChangeArrowheads="1"/>
          </p:cNvPicPr>
          <p:nvPr/>
        </p:nvPicPr>
        <p:blipFill>
          <a:blip r:embed="rId3">
            <a:extLst>
              <a:ext uri="{28A0092B-C50C-407E-A947-70E740481C1C}">
                <a14:useLocalDpi xmlns:a14="http://schemas.microsoft.com/office/drawing/2010/main" val="0"/>
              </a:ext>
            </a:extLst>
          </a:blip>
          <a:srcRect t="3151" r="1324"/>
          <a:stretch>
            <a:fillRect/>
          </a:stretch>
        </p:blipFill>
        <p:spPr bwMode="auto">
          <a:xfrm>
            <a:off x="215900" y="3292475"/>
            <a:ext cx="6011863" cy="3033713"/>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0723" name="Textfeld 2"/>
          <p:cNvSpPr txBox="1">
            <a:spLocks noChangeArrowheads="1"/>
          </p:cNvSpPr>
          <p:nvPr/>
        </p:nvSpPr>
        <p:spPr bwMode="auto">
          <a:xfrm>
            <a:off x="6372225" y="3292475"/>
            <a:ext cx="2520950"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200">
                <a:solidFill>
                  <a:srgbClr val="004151"/>
                </a:solidFill>
              </a:rPr>
              <a:t>Current mix =70% female; 20% early episode; 40% enriched</a:t>
            </a:r>
          </a:p>
          <a:p>
            <a:pPr eaLnBrk="1" hangingPunct="1"/>
            <a:endParaRPr lang="en-US" sz="1200">
              <a:solidFill>
                <a:srgbClr val="004151"/>
              </a:solidFill>
            </a:endParaRPr>
          </a:p>
          <a:p>
            <a:pPr eaLnBrk="1" hangingPunct="1"/>
            <a:r>
              <a:rPr lang="en-US" sz="1200">
                <a:solidFill>
                  <a:srgbClr val="004151"/>
                </a:solidFill>
              </a:rPr>
              <a:t>Enriched=prominent positive and negative symptoms</a:t>
            </a:r>
          </a:p>
          <a:p>
            <a:pPr eaLnBrk="1" hangingPunct="1"/>
            <a:endParaRPr lang="en-US" sz="1200">
              <a:solidFill>
                <a:srgbClr val="004151"/>
              </a:solidFill>
            </a:endParaRPr>
          </a:p>
          <a:p>
            <a:pPr eaLnBrk="1" hangingPunct="1"/>
            <a:r>
              <a:rPr lang="en-US" sz="1200">
                <a:solidFill>
                  <a:srgbClr val="004151"/>
                </a:solidFill>
              </a:rPr>
              <a:t>Early episode=under 3 with 4 or more years of illness</a:t>
            </a:r>
          </a:p>
          <a:p>
            <a:pPr eaLnBrk="1" hangingPunct="1"/>
            <a:endParaRPr lang="en-US" sz="1200">
              <a:solidFill>
                <a:srgbClr val="004151"/>
              </a:solidFill>
            </a:endParaRPr>
          </a:p>
          <a:p>
            <a:pPr eaLnBrk="1" hangingPunct="1"/>
            <a:r>
              <a:rPr lang="en-US" sz="1200">
                <a:solidFill>
                  <a:srgbClr val="004151"/>
                </a:solidFill>
              </a:rPr>
              <a:t>Note: Per patient cost 6wk study $70,000-$100,000</a:t>
            </a:r>
          </a:p>
          <a:p>
            <a:pPr eaLnBrk="1" hangingPunct="1"/>
            <a:endParaRPr lang="en-US" sz="1200">
              <a:solidFill>
                <a:srgbClr val="004151"/>
              </a:solidFill>
            </a:endParaRPr>
          </a:p>
          <a:p>
            <a:pPr eaLnBrk="1" hangingPunct="1"/>
            <a:endParaRPr lang="de-DE" sz="1400">
              <a:solidFill>
                <a:srgbClr val="004151"/>
              </a:solidFill>
            </a:endParaRPr>
          </a:p>
        </p:txBody>
      </p:sp>
      <p:pic>
        <p:nvPicPr>
          <p:cNvPr id="30724"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05613" y="182563"/>
            <a:ext cx="19050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330200" y="1490663"/>
            <a:ext cx="8634413" cy="914400"/>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2400" b="1">
                <a:solidFill>
                  <a:srgbClr val="FF0000"/>
                </a:solidFill>
                <a:ea typeface="ＭＳ Ｐゴシック" pitchFamily="34" charset="-128"/>
              </a:rPr>
              <a:t>Average cost savings € 2,8 million</a:t>
            </a:r>
            <a:endParaRPr lang="en-US" sz="2400">
              <a:solidFill>
                <a:srgbClr val="FFFFFF"/>
              </a:solidFill>
              <a:ea typeface="ＭＳ Ｐゴシック" pitchFamily="34" charset="-128"/>
            </a:endParaRPr>
          </a:p>
        </p:txBody>
      </p:sp>
      <p:sp>
        <p:nvSpPr>
          <p:cNvPr id="4" name="Down Arrow 3"/>
          <p:cNvSpPr/>
          <p:nvPr/>
        </p:nvSpPr>
        <p:spPr>
          <a:xfrm>
            <a:off x="5724525" y="3424238"/>
            <a:ext cx="142875" cy="79692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ndParaRPr>
          </a:p>
        </p:txBody>
      </p:sp>
      <p:sp>
        <p:nvSpPr>
          <p:cNvPr id="30727" name="TextBox 1"/>
          <p:cNvSpPr txBox="1">
            <a:spLocks noChangeArrowheads="1"/>
          </p:cNvSpPr>
          <p:nvPr/>
        </p:nvSpPr>
        <p:spPr bwMode="auto">
          <a:xfrm>
            <a:off x="2368550" y="250825"/>
            <a:ext cx="42132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3600">
                <a:solidFill>
                  <a:srgbClr val="000090"/>
                </a:solidFill>
              </a:rPr>
              <a:t>Schizophrenia trials</a:t>
            </a:r>
          </a:p>
        </p:txBody>
      </p:sp>
      <p:sp>
        <p:nvSpPr>
          <p:cNvPr id="2" name="Slide Number Placeholder 1"/>
          <p:cNvSpPr>
            <a:spLocks noGrp="1"/>
          </p:cNvSpPr>
          <p:nvPr>
            <p:ph type="sldNum" sz="quarter" idx="12"/>
          </p:nvPr>
        </p:nvSpPr>
        <p:spPr/>
        <p:txBody>
          <a:bodyPr/>
          <a:lstStyle/>
          <a:p>
            <a:fld id="{806B5BAE-E9D5-4D7D-84D0-C917AEFCCB22}" type="slidenum">
              <a:rPr lang="fr-BE" smtClean="0">
                <a:solidFill>
                  <a:prstClr val="black">
                    <a:tint val="75000"/>
                  </a:prstClr>
                </a:solidFill>
              </a:rPr>
              <a:pPr/>
              <a:t>31</a:t>
            </a:fld>
            <a:endParaRPr lang="fr-BE">
              <a:solidFill>
                <a:prstClr val="black">
                  <a:tint val="75000"/>
                </a:prstClr>
              </a:solidFill>
            </a:endParaRPr>
          </a:p>
        </p:txBody>
      </p:sp>
    </p:spTree>
    <p:extLst>
      <p:ext uri="{BB962C8B-B14F-4D97-AF65-F5344CB8AC3E}">
        <p14:creationId xmlns:p14="http://schemas.microsoft.com/office/powerpoint/2010/main" val="11282944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0178" name="Picture 2"/>
          <p:cNvPicPr>
            <a:picLocks noChangeAspect="1"/>
          </p:cNvPicPr>
          <p:nvPr/>
        </p:nvPicPr>
        <p:blipFill>
          <a:blip r:embed="rId3">
            <a:extLst>
              <a:ext uri="{28A0092B-C50C-407E-A947-70E740481C1C}">
                <a14:useLocalDpi xmlns:a14="http://schemas.microsoft.com/office/drawing/2010/main" val="0"/>
              </a:ext>
            </a:extLst>
          </a:blip>
          <a:srcRect r="3462"/>
          <a:stretch>
            <a:fillRect/>
          </a:stretch>
        </p:blipFill>
        <p:spPr bwMode="auto">
          <a:xfrm>
            <a:off x="-35165" y="-147638"/>
            <a:ext cx="9179169" cy="574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47950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4" name="Rectangle 6"/>
          <p:cNvSpPr>
            <a:spLocks noChangeArrowheads="1"/>
          </p:cNvSpPr>
          <p:nvPr/>
        </p:nvSpPr>
        <p:spPr bwMode="auto">
          <a:xfrm>
            <a:off x="0" y="122361"/>
            <a:ext cx="8453804" cy="102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fontAlgn="base" hangingPunct="0">
              <a:spcBef>
                <a:spcPct val="0"/>
              </a:spcBef>
              <a:spcAft>
                <a:spcPct val="0"/>
              </a:spcAft>
              <a:defRPr/>
            </a:pPr>
            <a:r>
              <a:rPr lang="fr-BE" sz="3600" dirty="0">
                <a:solidFill>
                  <a:srgbClr val="004151"/>
                </a:solidFill>
                <a:latin typeface="Arial" pitchFamily="34" charset="0"/>
                <a:ea typeface="ヒラギノ角ゴ Pro W3" charset="-128"/>
                <a:cs typeface="Arial"/>
              </a:rPr>
              <a:t>The </a:t>
            </a:r>
            <a:r>
              <a:rPr lang="fr-BE" sz="3600" dirty="0" err="1">
                <a:solidFill>
                  <a:srgbClr val="004151"/>
                </a:solidFill>
                <a:latin typeface="Arial" pitchFamily="34" charset="0"/>
                <a:ea typeface="ヒラギノ角ゴ Pro W3" charset="-128"/>
                <a:cs typeface="Arial"/>
              </a:rPr>
              <a:t>broad</a:t>
            </a:r>
            <a:r>
              <a:rPr lang="fr-BE" sz="3600" dirty="0">
                <a:solidFill>
                  <a:srgbClr val="004151"/>
                </a:solidFill>
                <a:latin typeface="Arial" pitchFamily="34" charset="0"/>
                <a:ea typeface="ヒラギノ角ゴ Pro W3" charset="-128"/>
                <a:cs typeface="Arial"/>
              </a:rPr>
              <a:t> </a:t>
            </a:r>
            <a:r>
              <a:rPr lang="fr-BE" sz="3600" dirty="0" err="1">
                <a:solidFill>
                  <a:srgbClr val="004151"/>
                </a:solidFill>
                <a:latin typeface="Arial" pitchFamily="34" charset="0"/>
                <a:ea typeface="ヒラギノ角ゴ Pro W3" charset="-128"/>
                <a:cs typeface="Arial"/>
              </a:rPr>
              <a:t>picture</a:t>
            </a:r>
            <a:r>
              <a:rPr lang="fr-BE" sz="3600" dirty="0">
                <a:solidFill>
                  <a:srgbClr val="004151"/>
                </a:solidFill>
                <a:latin typeface="Arial" pitchFamily="34" charset="0"/>
                <a:ea typeface="ヒラギノ角ゴ Pro W3" charset="-128"/>
                <a:cs typeface="Arial"/>
              </a:rPr>
              <a:t> of the IMI </a:t>
            </a:r>
          </a:p>
          <a:p>
            <a:pPr eaLnBrk="0" fontAlgn="base" hangingPunct="0">
              <a:spcBef>
                <a:spcPct val="0"/>
              </a:spcBef>
              <a:spcAft>
                <a:spcPct val="0"/>
              </a:spcAft>
              <a:defRPr/>
            </a:pPr>
            <a:r>
              <a:rPr lang="fr-BE" sz="3600" dirty="0">
                <a:solidFill>
                  <a:srgbClr val="004151"/>
                </a:solidFill>
                <a:latin typeface="Arial" pitchFamily="34" charset="0"/>
                <a:ea typeface="ヒラギノ角ゴ Pro W3" charset="-128"/>
                <a:cs typeface="Arial"/>
              </a:rPr>
              <a:t>Anti-</a:t>
            </a:r>
            <a:r>
              <a:rPr lang="fr-BE" sz="3600" dirty="0" err="1">
                <a:solidFill>
                  <a:srgbClr val="004151"/>
                </a:solidFill>
                <a:latin typeface="Arial" pitchFamily="34" charset="0"/>
                <a:ea typeface="ヒラギノ角ゴ Pro W3" charset="-128"/>
                <a:cs typeface="Arial"/>
              </a:rPr>
              <a:t>Microbial</a:t>
            </a:r>
            <a:r>
              <a:rPr lang="fr-BE" sz="3600" dirty="0">
                <a:solidFill>
                  <a:srgbClr val="004151"/>
                </a:solidFill>
                <a:latin typeface="Arial" pitchFamily="34" charset="0"/>
                <a:ea typeface="ヒラギノ角ゴ Pro W3" charset="-128"/>
                <a:cs typeface="Arial"/>
              </a:rPr>
              <a:t> </a:t>
            </a:r>
            <a:r>
              <a:rPr lang="fr-BE" sz="3600" dirty="0" err="1">
                <a:solidFill>
                  <a:srgbClr val="004151"/>
                </a:solidFill>
                <a:latin typeface="Arial" pitchFamily="34" charset="0"/>
                <a:ea typeface="ヒラギノ角ゴ Pro W3" charset="-128"/>
                <a:cs typeface="Arial"/>
              </a:rPr>
              <a:t>Resistance</a:t>
            </a:r>
            <a:r>
              <a:rPr lang="fr-BE" sz="3600" dirty="0">
                <a:solidFill>
                  <a:srgbClr val="004151"/>
                </a:solidFill>
                <a:latin typeface="Arial" pitchFamily="34" charset="0"/>
                <a:ea typeface="ヒラギノ角ゴ Pro W3" charset="-128"/>
                <a:cs typeface="Arial"/>
              </a:rPr>
              <a:t> programme</a:t>
            </a:r>
            <a:endParaRPr lang="en-GB" sz="3600" dirty="0">
              <a:solidFill>
                <a:srgbClr val="004151"/>
              </a:solidFill>
              <a:latin typeface="Arial" pitchFamily="34" charset="0"/>
              <a:ea typeface="ヒラギノ角ゴ Pro W3" charset="-128"/>
              <a:cs typeface="Arial"/>
            </a:endParaRPr>
          </a:p>
        </p:txBody>
      </p:sp>
      <p:sp>
        <p:nvSpPr>
          <p:cNvPr id="38915" name="Line 7"/>
          <p:cNvSpPr>
            <a:spLocks noChangeShapeType="1"/>
          </p:cNvSpPr>
          <p:nvPr/>
        </p:nvSpPr>
        <p:spPr bwMode="auto">
          <a:xfrm flipV="1">
            <a:off x="0" y="1324097"/>
            <a:ext cx="7740352" cy="60325"/>
          </a:xfrm>
          <a:prstGeom prst="line">
            <a:avLst/>
          </a:prstGeom>
          <a:noFill/>
          <a:ln w="28575">
            <a:solidFill>
              <a:srgbClr val="66BC29"/>
            </a:solidFill>
            <a:round/>
            <a:headEnd/>
            <a:tailEnd/>
          </a:ln>
          <a:extLst>
            <a:ext uri="{909E8E84-426E-40DD-AFC4-6F175D3DCCD1}">
              <a14:hiddenFill xmlns:a14="http://schemas.microsoft.com/office/drawing/2010/main">
                <a:noFill/>
              </a14:hiddenFill>
            </a:ext>
          </a:extLst>
        </p:spPr>
        <p:txBody>
          <a:bodyPr lIns="90000" tIns="46800" rIns="90000" bIns="46800"/>
          <a:lstStyle/>
          <a:p>
            <a:pPr eaLnBrk="0" fontAlgn="base" hangingPunct="0">
              <a:spcBef>
                <a:spcPct val="0"/>
              </a:spcBef>
              <a:spcAft>
                <a:spcPct val="0"/>
              </a:spcAft>
            </a:pPr>
            <a:endParaRPr lang="fr-BE" smtClean="0">
              <a:solidFill>
                <a:srgbClr val="00446A"/>
              </a:solidFill>
              <a:latin typeface="Arial" pitchFamily="34" charset="0"/>
              <a:ea typeface="ヒラギノ角ゴ Pro W3" charset="-128"/>
            </a:endParaRPr>
          </a:p>
        </p:txBody>
      </p:sp>
      <p:sp>
        <p:nvSpPr>
          <p:cNvPr id="5" name="TextBox 4"/>
          <p:cNvSpPr txBox="1"/>
          <p:nvPr/>
        </p:nvSpPr>
        <p:spPr>
          <a:xfrm>
            <a:off x="20517" y="1554165"/>
            <a:ext cx="8949886" cy="4370427"/>
          </a:xfrm>
          <a:prstGeom prst="rect">
            <a:avLst/>
          </a:prstGeom>
          <a:noFill/>
        </p:spPr>
        <p:txBody>
          <a:bodyPr wrap="none">
            <a:spAutoFit/>
          </a:bodyPr>
          <a:lstStyle/>
          <a:p>
            <a:pPr eaLnBrk="0" fontAlgn="base" hangingPunct="0">
              <a:spcBef>
                <a:spcPct val="0"/>
              </a:spcBef>
              <a:spcAft>
                <a:spcPct val="0"/>
              </a:spcAft>
              <a:defRPr/>
            </a:pPr>
            <a:endParaRPr lang="en-US" sz="1200" b="1" dirty="0">
              <a:solidFill>
                <a:srgbClr val="000066"/>
              </a:solidFill>
              <a:latin typeface="Arial" pitchFamily="34" charset="0"/>
              <a:ea typeface="ヒラギノ角ゴ Pro W3" pitchFamily="-111" charset="-128"/>
            </a:endParaRPr>
          </a:p>
          <a:p>
            <a:pPr marL="342900" indent="-342900" eaLnBrk="0" fontAlgn="base" hangingPunct="0">
              <a:spcBef>
                <a:spcPct val="0"/>
              </a:spcBef>
              <a:spcAft>
                <a:spcPct val="0"/>
              </a:spcAft>
              <a:buFont typeface="Wingdings" charset="2"/>
              <a:buChar char="Ø"/>
              <a:defRPr/>
            </a:pPr>
            <a:r>
              <a:rPr lang="en-US" sz="2200" dirty="0">
                <a:solidFill>
                  <a:srgbClr val="000066"/>
                </a:solidFill>
                <a:latin typeface="Arial" pitchFamily="34" charset="0"/>
                <a:ea typeface="ヒラギノ角ゴ Pro W3" pitchFamily="-111" charset="-128"/>
              </a:rPr>
              <a:t>As a </a:t>
            </a:r>
            <a:r>
              <a:rPr lang="en-US" sz="2200" b="1" dirty="0">
                <a:solidFill>
                  <a:srgbClr val="000066"/>
                </a:solidFill>
                <a:latin typeface="Arial" pitchFamily="34" charset="0"/>
                <a:ea typeface="ヒラギノ角ゴ Pro W3" pitchFamily="-111" charset="-128"/>
              </a:rPr>
              <a:t>public-private partnershi</a:t>
            </a:r>
            <a:r>
              <a:rPr lang="en-US" sz="2200" dirty="0">
                <a:solidFill>
                  <a:srgbClr val="000066"/>
                </a:solidFill>
                <a:latin typeface="Arial" pitchFamily="34" charset="0"/>
                <a:ea typeface="ヒラギノ角ゴ Pro W3" pitchFamily="-111" charset="-128"/>
              </a:rPr>
              <a:t>p aiming at </a:t>
            </a:r>
            <a:r>
              <a:rPr lang="en-US" sz="2200" b="1" dirty="0">
                <a:solidFill>
                  <a:srgbClr val="000066"/>
                </a:solidFill>
                <a:latin typeface="Arial" pitchFamily="34" charset="0"/>
                <a:ea typeface="ヒラギノ角ゴ Pro W3" pitchFamily="-111" charset="-128"/>
              </a:rPr>
              <a:t>removing bottlenecks </a:t>
            </a:r>
          </a:p>
          <a:p>
            <a:pPr eaLnBrk="0" fontAlgn="base" hangingPunct="0">
              <a:spcBef>
                <a:spcPct val="0"/>
              </a:spcBef>
              <a:spcAft>
                <a:spcPct val="0"/>
              </a:spcAft>
              <a:defRPr/>
            </a:pPr>
            <a:r>
              <a:rPr lang="en-US" sz="2200" b="1" dirty="0">
                <a:solidFill>
                  <a:srgbClr val="000066"/>
                </a:solidFill>
                <a:latin typeface="Arial" pitchFamily="34" charset="0"/>
                <a:ea typeface="ヒラギノ角ゴ Pro W3" pitchFamily="-111" charset="-128"/>
              </a:rPr>
              <a:t>     in drug development, IMI </a:t>
            </a:r>
            <a:r>
              <a:rPr lang="en-US" sz="2200" dirty="0">
                <a:solidFill>
                  <a:srgbClr val="000066"/>
                </a:solidFill>
                <a:latin typeface="Arial" pitchFamily="34" charset="0"/>
                <a:ea typeface="ヒラギノ角ゴ Pro W3" pitchFamily="-111" charset="-128"/>
              </a:rPr>
              <a:t>is the ideal instrument to solve</a:t>
            </a:r>
          </a:p>
          <a:p>
            <a:pPr marL="355600" eaLnBrk="0" fontAlgn="base" hangingPunct="0">
              <a:spcBef>
                <a:spcPct val="0"/>
              </a:spcBef>
              <a:spcAft>
                <a:spcPct val="0"/>
              </a:spcAft>
              <a:defRPr/>
            </a:pPr>
            <a:r>
              <a:rPr lang="en-US" sz="2200" dirty="0">
                <a:solidFill>
                  <a:srgbClr val="000066"/>
                </a:solidFill>
                <a:latin typeface="Arial" pitchFamily="34" charset="0"/>
                <a:ea typeface="ヒラギノ角ゴ Pro W3" pitchFamily="-111" charset="-128"/>
              </a:rPr>
              <a:t> the </a:t>
            </a:r>
            <a:r>
              <a:rPr lang="en-US" sz="2200" b="1" dirty="0">
                <a:solidFill>
                  <a:srgbClr val="000066"/>
                </a:solidFill>
                <a:latin typeface="Arial" pitchFamily="34" charset="0"/>
                <a:ea typeface="ヒラギノ角ゴ Pro W3" pitchFamily="-111" charset="-128"/>
              </a:rPr>
              <a:t>scientific challenges</a:t>
            </a:r>
            <a:r>
              <a:rPr lang="en-US" sz="2200" dirty="0">
                <a:solidFill>
                  <a:srgbClr val="000066"/>
                </a:solidFill>
                <a:latin typeface="Arial" pitchFamily="34" charset="0"/>
                <a:ea typeface="ヒラギノ角ゴ Pro W3" pitchFamily="-111" charset="-128"/>
              </a:rPr>
              <a:t>, to provide the necessary </a:t>
            </a:r>
            <a:r>
              <a:rPr lang="en-US" sz="2200" b="1" dirty="0">
                <a:solidFill>
                  <a:srgbClr val="000066"/>
                </a:solidFill>
                <a:latin typeface="Arial" pitchFamily="34" charset="0"/>
                <a:ea typeface="ヒラギノ角ゴ Pro W3" pitchFamily="-111" charset="-128"/>
              </a:rPr>
              <a:t>incentives </a:t>
            </a:r>
          </a:p>
          <a:p>
            <a:pPr marL="355600" eaLnBrk="0" fontAlgn="base" hangingPunct="0">
              <a:spcBef>
                <a:spcPct val="0"/>
              </a:spcBef>
              <a:spcAft>
                <a:spcPct val="0"/>
              </a:spcAft>
              <a:defRPr/>
            </a:pPr>
            <a:r>
              <a:rPr lang="en-US" sz="2200" dirty="0">
                <a:solidFill>
                  <a:srgbClr val="000066"/>
                </a:solidFill>
                <a:latin typeface="Arial" pitchFamily="34" charset="0"/>
                <a:ea typeface="ヒラギノ角ゴ Pro W3" pitchFamily="-111" charset="-128"/>
              </a:rPr>
              <a:t> for industry and to revisit the </a:t>
            </a:r>
            <a:r>
              <a:rPr lang="en-US" sz="2200" b="1" dirty="0">
                <a:solidFill>
                  <a:srgbClr val="000066"/>
                </a:solidFill>
                <a:latin typeface="Arial" pitchFamily="34" charset="0"/>
                <a:ea typeface="ヒラギノ角ゴ Pro W3" pitchFamily="-111" charset="-128"/>
              </a:rPr>
              <a:t>regulatory environment</a:t>
            </a:r>
            <a:r>
              <a:rPr lang="en-US" sz="2200" dirty="0">
                <a:solidFill>
                  <a:srgbClr val="000066"/>
                </a:solidFill>
                <a:latin typeface="Arial" pitchFamily="34" charset="0"/>
                <a:ea typeface="ヒラギノ角ゴ Pro W3" pitchFamily="-111" charset="-128"/>
              </a:rPr>
              <a:t> in order</a:t>
            </a:r>
          </a:p>
          <a:p>
            <a:pPr marL="355600" eaLnBrk="0" fontAlgn="base" hangingPunct="0">
              <a:spcBef>
                <a:spcPct val="0"/>
              </a:spcBef>
              <a:spcAft>
                <a:spcPct val="0"/>
              </a:spcAft>
              <a:defRPr/>
            </a:pPr>
            <a:r>
              <a:rPr lang="en-US" sz="2200" b="1" dirty="0">
                <a:solidFill>
                  <a:srgbClr val="000066"/>
                </a:solidFill>
                <a:latin typeface="Arial" pitchFamily="34" charset="0"/>
                <a:ea typeface="ヒラギノ角ゴ Pro W3" pitchFamily="-111" charset="-128"/>
              </a:rPr>
              <a:t> </a:t>
            </a:r>
            <a:r>
              <a:rPr lang="en-US" sz="2200" dirty="0">
                <a:solidFill>
                  <a:srgbClr val="000066"/>
                </a:solidFill>
                <a:latin typeface="Arial" pitchFamily="34" charset="0"/>
                <a:ea typeface="ヒラギノ角ゴ Pro W3" pitchFamily="-111" charset="-128"/>
              </a:rPr>
              <a:t>to reinvigorate R&amp;D on antibiotics</a:t>
            </a:r>
          </a:p>
          <a:p>
            <a:pPr eaLnBrk="0" fontAlgn="base" hangingPunct="0">
              <a:spcBef>
                <a:spcPct val="0"/>
              </a:spcBef>
              <a:spcAft>
                <a:spcPct val="0"/>
              </a:spcAft>
              <a:defRPr/>
            </a:pPr>
            <a:endParaRPr lang="en-US" sz="2200" dirty="0">
              <a:solidFill>
                <a:srgbClr val="000066"/>
              </a:solidFill>
              <a:latin typeface="Arial" pitchFamily="34" charset="0"/>
              <a:ea typeface="ヒラギノ角ゴ Pro W3" pitchFamily="-111" charset="-128"/>
            </a:endParaRPr>
          </a:p>
          <a:p>
            <a:pPr marL="342900" indent="-342900" eaLnBrk="0" fontAlgn="base" hangingPunct="0">
              <a:spcBef>
                <a:spcPct val="0"/>
              </a:spcBef>
              <a:spcAft>
                <a:spcPct val="0"/>
              </a:spcAft>
              <a:buFont typeface="Wingdings" charset="2"/>
              <a:buChar char="Ø"/>
              <a:defRPr/>
            </a:pPr>
            <a:r>
              <a:rPr lang="en-US" sz="2200" dirty="0">
                <a:solidFill>
                  <a:srgbClr val="000066"/>
                </a:solidFill>
                <a:latin typeface="Arial" pitchFamily="34" charset="0"/>
                <a:ea typeface="ヒラギノ角ゴ Pro W3" pitchFamily="-111" charset="-128"/>
              </a:rPr>
              <a:t>The 6</a:t>
            </a:r>
            <a:r>
              <a:rPr lang="en-US" sz="2200" baseline="30000" dirty="0">
                <a:solidFill>
                  <a:srgbClr val="000066"/>
                </a:solidFill>
                <a:latin typeface="Arial" pitchFamily="34" charset="0"/>
                <a:ea typeface="ヒラギノ角ゴ Pro W3" pitchFamily="-111" charset="-128"/>
              </a:rPr>
              <a:t>th</a:t>
            </a:r>
            <a:r>
              <a:rPr lang="en-US" sz="2200" dirty="0">
                <a:solidFill>
                  <a:srgbClr val="000066"/>
                </a:solidFill>
                <a:latin typeface="Arial" pitchFamily="34" charset="0"/>
                <a:ea typeface="ヒラギノ角ゴ Pro W3" pitchFamily="-111" charset="-128"/>
              </a:rPr>
              <a:t> Call  is the first Call of </a:t>
            </a:r>
            <a:r>
              <a:rPr lang="en-US" sz="2200" b="1" dirty="0">
                <a:solidFill>
                  <a:srgbClr val="000066"/>
                </a:solidFill>
                <a:latin typeface="Arial" pitchFamily="34" charset="0"/>
                <a:ea typeface="ヒラギノ角ゴ Pro W3" pitchFamily="-111" charset="-128"/>
              </a:rPr>
              <a:t>a series of IMI Calls </a:t>
            </a:r>
          </a:p>
          <a:p>
            <a:pPr eaLnBrk="0" fontAlgn="base" hangingPunct="0">
              <a:spcBef>
                <a:spcPct val="0"/>
              </a:spcBef>
              <a:spcAft>
                <a:spcPct val="0"/>
              </a:spcAft>
              <a:defRPr/>
            </a:pPr>
            <a:r>
              <a:rPr lang="en-US" sz="2200" b="1" dirty="0">
                <a:solidFill>
                  <a:srgbClr val="000066"/>
                </a:solidFill>
                <a:latin typeface="Arial" pitchFamily="34" charset="0"/>
                <a:ea typeface="ヒラギノ角ゴ Pro W3" pitchFamily="-111" charset="-128"/>
              </a:rPr>
              <a:t>     </a:t>
            </a:r>
            <a:r>
              <a:rPr lang="en-US" sz="2200" dirty="0">
                <a:solidFill>
                  <a:srgbClr val="000066"/>
                </a:solidFill>
                <a:latin typeface="Arial" pitchFamily="34" charset="0"/>
                <a:ea typeface="ヒラギノ角ゴ Pro W3" pitchFamily="-111" charset="-128"/>
              </a:rPr>
              <a:t>which will address additional major challenges in the near future</a:t>
            </a:r>
          </a:p>
          <a:p>
            <a:pPr marL="355600" eaLnBrk="0" fontAlgn="base" hangingPunct="0">
              <a:spcBef>
                <a:spcPct val="0"/>
              </a:spcBef>
              <a:spcAft>
                <a:spcPct val="0"/>
              </a:spcAft>
              <a:defRPr/>
            </a:pPr>
            <a:endParaRPr lang="en-US" sz="2200" dirty="0">
              <a:solidFill>
                <a:srgbClr val="000066"/>
              </a:solidFill>
              <a:latin typeface="Arial" pitchFamily="34" charset="0"/>
              <a:ea typeface="ヒラギノ角ゴ Pro W3" pitchFamily="-111" charset="-128"/>
            </a:endParaRPr>
          </a:p>
          <a:p>
            <a:pPr marL="349250" indent="-342900" eaLnBrk="0" fontAlgn="base" hangingPunct="0">
              <a:spcBef>
                <a:spcPct val="0"/>
              </a:spcBef>
              <a:spcAft>
                <a:spcPct val="0"/>
              </a:spcAft>
              <a:buFont typeface="Wingdings" charset="2"/>
              <a:buChar char="Ø"/>
              <a:defRPr/>
            </a:pPr>
            <a:r>
              <a:rPr lang="en-US" sz="2200" b="1" dirty="0">
                <a:solidFill>
                  <a:srgbClr val="000066"/>
                </a:solidFill>
                <a:latin typeface="Arial" pitchFamily="34" charset="0"/>
                <a:ea typeface="ヒラギノ角ゴ Pro W3" pitchFamily="-111" charset="-128"/>
              </a:rPr>
              <a:t>First clinical trials </a:t>
            </a:r>
            <a:r>
              <a:rPr lang="en-US" sz="2200" dirty="0">
                <a:solidFill>
                  <a:srgbClr val="000066"/>
                </a:solidFill>
                <a:latin typeface="Arial" pitchFamily="34" charset="0"/>
                <a:ea typeface="ヒラギノ角ゴ Pro W3" pitchFamily="-111" charset="-128"/>
              </a:rPr>
              <a:t>were selected according to </a:t>
            </a:r>
            <a:r>
              <a:rPr lang="en-US" sz="2200" b="1" dirty="0">
                <a:solidFill>
                  <a:srgbClr val="000066"/>
                </a:solidFill>
                <a:latin typeface="Arial" pitchFamily="34" charset="0"/>
                <a:ea typeface="ヒラギノ角ゴ Pro W3" pitchFamily="-111" charset="-128"/>
              </a:rPr>
              <a:t>products </a:t>
            </a:r>
            <a:r>
              <a:rPr lang="en-US" sz="2200" dirty="0">
                <a:solidFill>
                  <a:srgbClr val="000066"/>
                </a:solidFill>
                <a:latin typeface="Arial" pitchFamily="34" charset="0"/>
                <a:ea typeface="ヒラギノ角ゴ Pro W3" pitchFamily="-111" charset="-128"/>
              </a:rPr>
              <a:t>that are </a:t>
            </a:r>
          </a:p>
          <a:p>
            <a:pPr marL="6350" eaLnBrk="0" fontAlgn="base" hangingPunct="0">
              <a:spcBef>
                <a:spcPct val="0"/>
              </a:spcBef>
              <a:spcAft>
                <a:spcPct val="0"/>
              </a:spcAft>
              <a:defRPr/>
            </a:pPr>
            <a:r>
              <a:rPr lang="en-US" sz="2200" dirty="0">
                <a:solidFill>
                  <a:srgbClr val="000066"/>
                </a:solidFill>
                <a:latin typeface="Arial" pitchFamily="34" charset="0"/>
                <a:ea typeface="ヒラギノ角ゴ Pro W3" pitchFamily="-111" charset="-128"/>
              </a:rPr>
              <a:t>    </a:t>
            </a:r>
            <a:r>
              <a:rPr lang="en-US" sz="2200" b="1" dirty="0">
                <a:solidFill>
                  <a:srgbClr val="000066"/>
                </a:solidFill>
                <a:latin typeface="Arial" pitchFamily="34" charset="0"/>
                <a:ea typeface="ヒラギノ角ゴ Pro W3" pitchFamily="-111" charset="-128"/>
              </a:rPr>
              <a:t>ready to be tested </a:t>
            </a:r>
            <a:r>
              <a:rPr lang="en-US" sz="2200" dirty="0">
                <a:solidFill>
                  <a:srgbClr val="000066"/>
                </a:solidFill>
                <a:latin typeface="Arial" pitchFamily="34" charset="0"/>
                <a:ea typeface="ヒラギノ角ゴ Pro W3" pitchFamily="-111" charset="-128"/>
              </a:rPr>
              <a:t>in view of a </a:t>
            </a:r>
            <a:r>
              <a:rPr lang="en-US" sz="2200" b="1" dirty="0">
                <a:solidFill>
                  <a:srgbClr val="000066"/>
                </a:solidFill>
                <a:latin typeface="Arial" pitchFamily="34" charset="0"/>
                <a:ea typeface="ヒラギノ角ゴ Pro W3" pitchFamily="-111" charset="-128"/>
              </a:rPr>
              <a:t>rapid introduction in clinical care</a:t>
            </a:r>
          </a:p>
          <a:p>
            <a:pPr marL="355600" eaLnBrk="0" fontAlgn="base" hangingPunct="0">
              <a:spcBef>
                <a:spcPct val="0"/>
              </a:spcBef>
              <a:spcAft>
                <a:spcPct val="0"/>
              </a:spcAft>
              <a:defRPr/>
            </a:pPr>
            <a:endParaRPr lang="en-US" sz="2400" dirty="0">
              <a:solidFill>
                <a:srgbClr val="004273"/>
              </a:solidFill>
              <a:latin typeface="Arial" pitchFamily="34" charset="0"/>
              <a:ea typeface="ヒラギノ角ゴ Pro W3" pitchFamily="-111" charset="-128"/>
            </a:endParaRPr>
          </a:p>
        </p:txBody>
      </p:sp>
    </p:spTree>
    <p:extLst>
      <p:ext uri="{BB962C8B-B14F-4D97-AF65-F5344CB8AC3E}">
        <p14:creationId xmlns:p14="http://schemas.microsoft.com/office/powerpoint/2010/main" val="24169264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4" name="Straight Connector 3"/>
          <p:cNvCxnSpPr/>
          <p:nvPr/>
        </p:nvCxnSpPr>
        <p:spPr bwMode="auto">
          <a:xfrm>
            <a:off x="0" y="764704"/>
            <a:ext cx="7031350" cy="0"/>
          </a:xfrm>
          <a:prstGeom prst="line">
            <a:avLst/>
          </a:prstGeom>
          <a:solidFill>
            <a:schemeClr val="accent1"/>
          </a:solidFill>
          <a:ln w="19050" cap="flat" cmpd="sng" algn="ctr">
            <a:solidFill>
              <a:srgbClr val="00B050"/>
            </a:solidFill>
            <a:prstDash val="solid"/>
            <a:round/>
            <a:headEnd type="none" w="med" len="med"/>
            <a:tailEnd type="none" w="med" len="med"/>
          </a:ln>
          <a:effectLst/>
        </p:spPr>
      </p:cxnSp>
      <p:sp>
        <p:nvSpPr>
          <p:cNvPr id="5" name="TextBox 4"/>
          <p:cNvSpPr txBox="1"/>
          <p:nvPr/>
        </p:nvSpPr>
        <p:spPr>
          <a:xfrm>
            <a:off x="6881725" y="1354855"/>
            <a:ext cx="1483035" cy="1384995"/>
          </a:xfrm>
          <a:prstGeom prst="rect">
            <a:avLst/>
          </a:prstGeom>
          <a:noFill/>
        </p:spPr>
        <p:txBody>
          <a:bodyPr wrap="none" rtlCol="0">
            <a:spAutoFit/>
          </a:bodyPr>
          <a:lstStyle/>
          <a:p>
            <a:pPr eaLnBrk="0" fontAlgn="base" hangingPunct="0">
              <a:spcBef>
                <a:spcPct val="0"/>
              </a:spcBef>
              <a:spcAft>
                <a:spcPct val="0"/>
              </a:spcAft>
            </a:pPr>
            <a:r>
              <a:rPr lang="en-US" sz="2800" i="1" dirty="0" smtClean="0">
                <a:solidFill>
                  <a:srgbClr val="00B050"/>
                </a:solidFill>
                <a:latin typeface="Calibri" pitchFamily="34" charset="0"/>
                <a:ea typeface="ヒラギノ角ゴ Pro W3" charset="-128"/>
                <a:cs typeface="Calibri" pitchFamily="34" charset="0"/>
              </a:rPr>
              <a:t>budget </a:t>
            </a:r>
          </a:p>
          <a:p>
            <a:pPr eaLnBrk="0" fontAlgn="base" hangingPunct="0">
              <a:spcBef>
                <a:spcPct val="0"/>
              </a:spcBef>
              <a:spcAft>
                <a:spcPct val="0"/>
              </a:spcAft>
            </a:pPr>
            <a:r>
              <a:rPr lang="en-US" sz="2800" i="1" dirty="0" smtClean="0">
                <a:solidFill>
                  <a:srgbClr val="00B050"/>
                </a:solidFill>
                <a:latin typeface="Calibri" pitchFamily="34" charset="0"/>
                <a:ea typeface="ヒラギノ角ゴ Pro W3" charset="-128"/>
                <a:cs typeface="Calibri" pitchFamily="34" charset="0"/>
              </a:rPr>
              <a:t>forecast:</a:t>
            </a:r>
          </a:p>
          <a:p>
            <a:pPr eaLnBrk="0" fontAlgn="base" hangingPunct="0">
              <a:spcBef>
                <a:spcPct val="0"/>
              </a:spcBef>
              <a:spcAft>
                <a:spcPct val="0"/>
              </a:spcAft>
            </a:pPr>
            <a:r>
              <a:rPr lang="en-US" sz="2800" b="1" i="1" dirty="0" smtClean="0">
                <a:solidFill>
                  <a:srgbClr val="00B050"/>
                </a:solidFill>
                <a:latin typeface="Calibri" pitchFamily="34" charset="0"/>
                <a:ea typeface="ヒラギノ角ゴ Pro W3" charset="-128"/>
                <a:cs typeface="Calibri" pitchFamily="34" charset="0"/>
              </a:rPr>
              <a:t>€169m</a:t>
            </a:r>
            <a:endParaRPr lang="en-US" sz="2800" i="1" dirty="0">
              <a:solidFill>
                <a:srgbClr val="00B050"/>
              </a:solidFill>
              <a:latin typeface="Calibri" pitchFamily="34" charset="0"/>
              <a:ea typeface="ヒラギノ角ゴ Pro W3" charset="-128"/>
              <a:cs typeface="Calibri" pitchFamily="34" charset="0"/>
            </a:endParaRPr>
          </a:p>
        </p:txBody>
      </p:sp>
      <p:pic>
        <p:nvPicPr>
          <p:cNvPr id="6" name="Picture 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76" y="1060849"/>
            <a:ext cx="6482862"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85984" y="3134510"/>
            <a:ext cx="8874261" cy="3708708"/>
          </a:xfrm>
          <a:prstGeom prst="rect">
            <a:avLst/>
          </a:prstGeom>
          <a:noFill/>
        </p:spPr>
        <p:txBody>
          <a:bodyPr wrap="square" rtlCol="0">
            <a:spAutoFit/>
          </a:bodyPr>
          <a:lstStyle/>
          <a:p>
            <a:pPr marL="285750" indent="-285750" eaLnBrk="0" fontAlgn="base" hangingPunct="0">
              <a:spcBef>
                <a:spcPct val="0"/>
              </a:spcBef>
              <a:spcAft>
                <a:spcPts val="600"/>
              </a:spcAft>
              <a:buClr>
                <a:srgbClr val="00B050"/>
              </a:buClr>
              <a:buFont typeface="Wingdings" pitchFamily="2" charset="2"/>
              <a:buChar char="ü"/>
            </a:pPr>
            <a:r>
              <a:rPr lang="en-GB" dirty="0" smtClean="0">
                <a:solidFill>
                  <a:srgbClr val="00446A"/>
                </a:solidFill>
                <a:latin typeface="Calibri" pitchFamily="34" charset="0"/>
                <a:ea typeface="ヒラギノ角ゴ Pro W3" charset="-128"/>
                <a:cs typeface="Calibri" pitchFamily="34" charset="0"/>
              </a:rPr>
              <a:t>Industry </a:t>
            </a:r>
            <a:r>
              <a:rPr lang="en-GB" dirty="0">
                <a:solidFill>
                  <a:srgbClr val="00446A"/>
                </a:solidFill>
                <a:latin typeface="Calibri" pitchFamily="34" charset="0"/>
                <a:ea typeface="ヒラギノ角ゴ Pro W3" charset="-128"/>
                <a:cs typeface="Calibri" pitchFamily="34" charset="0"/>
              </a:rPr>
              <a:t>partners </a:t>
            </a:r>
            <a:r>
              <a:rPr lang="en-GB" dirty="0" smtClean="0">
                <a:solidFill>
                  <a:srgbClr val="00446A"/>
                </a:solidFill>
                <a:latin typeface="Calibri" pitchFamily="34" charset="0"/>
                <a:ea typeface="ヒラギノ角ゴ Pro W3" charset="-128"/>
                <a:cs typeface="Calibri" pitchFamily="34" charset="0"/>
              </a:rPr>
              <a:t>will have access </a:t>
            </a:r>
            <a:r>
              <a:rPr lang="en-GB" dirty="0">
                <a:solidFill>
                  <a:srgbClr val="00446A"/>
                </a:solidFill>
                <a:latin typeface="Calibri" pitchFamily="34" charset="0"/>
                <a:ea typeface="ヒラギノ角ゴ Pro W3" charset="-128"/>
                <a:cs typeface="Calibri" pitchFamily="34" charset="0"/>
              </a:rPr>
              <a:t>to </a:t>
            </a:r>
            <a:r>
              <a:rPr lang="en-GB" dirty="0" smtClean="0">
                <a:solidFill>
                  <a:srgbClr val="00446A"/>
                </a:solidFill>
                <a:latin typeface="Calibri" pitchFamily="34" charset="0"/>
                <a:ea typeface="ヒラギノ角ゴ Pro W3" charset="-128"/>
                <a:cs typeface="Calibri" pitchFamily="34" charset="0"/>
              </a:rPr>
              <a:t>unique high-quality </a:t>
            </a:r>
            <a:r>
              <a:rPr lang="en-GB" dirty="0">
                <a:solidFill>
                  <a:srgbClr val="00446A"/>
                </a:solidFill>
                <a:latin typeface="Calibri" pitchFamily="34" charset="0"/>
                <a:ea typeface="ヒラギノ角ゴ Pro W3" charset="-128"/>
                <a:cs typeface="Calibri" pitchFamily="34" charset="0"/>
              </a:rPr>
              <a:t>Joint European Compound Library </a:t>
            </a:r>
            <a:endParaRPr lang="en-GB" dirty="0" smtClean="0">
              <a:solidFill>
                <a:srgbClr val="00446A"/>
              </a:solidFill>
              <a:latin typeface="Calibri" pitchFamily="34" charset="0"/>
              <a:ea typeface="ヒラギノ角ゴ Pro W3" charset="-128"/>
              <a:cs typeface="Calibri" pitchFamily="34" charset="0"/>
            </a:endParaRPr>
          </a:p>
          <a:p>
            <a:pPr eaLnBrk="0" fontAlgn="base" hangingPunct="0">
              <a:spcBef>
                <a:spcPct val="0"/>
              </a:spcBef>
              <a:spcAft>
                <a:spcPts val="1000"/>
              </a:spcAft>
              <a:buClr>
                <a:srgbClr val="00B050"/>
              </a:buClr>
            </a:pPr>
            <a:r>
              <a:rPr lang="en-GB" b="1" dirty="0">
                <a:solidFill>
                  <a:srgbClr val="00446A"/>
                </a:solidFill>
                <a:latin typeface="Calibri" pitchFamily="34" charset="0"/>
                <a:ea typeface="ヒラギノ角ゴ Pro W3" charset="-128"/>
                <a:cs typeface="Calibri" pitchFamily="34" charset="0"/>
              </a:rPr>
              <a:t>	</a:t>
            </a:r>
            <a:r>
              <a:rPr lang="en-GB" b="1" dirty="0" smtClean="0">
                <a:solidFill>
                  <a:srgbClr val="00446A"/>
                </a:solidFill>
                <a:latin typeface="Calibri" pitchFamily="34" charset="0"/>
                <a:ea typeface="ヒラギノ角ゴ Pro W3" charset="-128"/>
                <a:cs typeface="Calibri" pitchFamily="34" charset="0"/>
              </a:rPr>
              <a:t>≥ 300.000 compounds from industry partners </a:t>
            </a:r>
            <a:r>
              <a:rPr lang="en-GB" b="1" dirty="0">
                <a:solidFill>
                  <a:srgbClr val="00446A"/>
                </a:solidFill>
                <a:latin typeface="Calibri" pitchFamily="34" charset="0"/>
                <a:ea typeface="ヒラギノ角ゴ Pro W3" charset="-128"/>
                <a:cs typeface="Calibri" pitchFamily="34" charset="0"/>
              </a:rPr>
              <a:t>– €60m </a:t>
            </a:r>
            <a:r>
              <a:rPr lang="en-GB" b="1" dirty="0" smtClean="0">
                <a:solidFill>
                  <a:srgbClr val="00446A"/>
                </a:solidFill>
                <a:latin typeface="Calibri" pitchFamily="34" charset="0"/>
                <a:ea typeface="ヒラギノ角ゴ Pro W3" charset="-128"/>
                <a:cs typeface="Calibri" pitchFamily="34" charset="0"/>
              </a:rPr>
              <a:t>‘in kind’ contribution</a:t>
            </a:r>
          </a:p>
          <a:p>
            <a:pPr eaLnBrk="0" fontAlgn="base" hangingPunct="0">
              <a:spcBef>
                <a:spcPct val="0"/>
              </a:spcBef>
              <a:spcAft>
                <a:spcPts val="1000"/>
              </a:spcAft>
              <a:buClr>
                <a:srgbClr val="00B050"/>
              </a:buClr>
            </a:pPr>
            <a:r>
              <a:rPr lang="en-GB" b="1" dirty="0">
                <a:solidFill>
                  <a:srgbClr val="00446A"/>
                </a:solidFill>
                <a:latin typeface="Calibri" pitchFamily="34" charset="0"/>
                <a:ea typeface="ヒラギノ角ゴ Pro W3" charset="-128"/>
                <a:cs typeface="Calibri" pitchFamily="34" charset="0"/>
              </a:rPr>
              <a:t>	</a:t>
            </a:r>
            <a:r>
              <a:rPr lang="en-GB" b="1" dirty="0" smtClean="0">
                <a:solidFill>
                  <a:srgbClr val="00446A"/>
                </a:solidFill>
                <a:latin typeface="Calibri" pitchFamily="34" charset="0"/>
                <a:ea typeface="ヒラギノ角ゴ Pro W3" charset="-128"/>
                <a:cs typeface="Calibri" pitchFamily="34" charset="0"/>
              </a:rPr>
              <a:t>200.000 compounds from public partners</a:t>
            </a:r>
          </a:p>
          <a:p>
            <a:pPr marL="285750" indent="-285750" eaLnBrk="0" fontAlgn="base" hangingPunct="0">
              <a:spcBef>
                <a:spcPct val="0"/>
              </a:spcBef>
              <a:spcAft>
                <a:spcPts val="1000"/>
              </a:spcAft>
              <a:buClr>
                <a:srgbClr val="00B050"/>
              </a:buClr>
              <a:buFont typeface="Wingdings" pitchFamily="2" charset="2"/>
              <a:buChar char="ü"/>
            </a:pPr>
            <a:r>
              <a:rPr lang="en-GB" dirty="0" smtClean="0">
                <a:solidFill>
                  <a:srgbClr val="00446A"/>
                </a:solidFill>
                <a:latin typeface="Calibri" pitchFamily="34" charset="0"/>
                <a:ea typeface="ヒラギノ角ゴ Pro W3" charset="-128"/>
                <a:cs typeface="Calibri" pitchFamily="34" charset="0"/>
              </a:rPr>
              <a:t>Industry-like </a:t>
            </a:r>
            <a:r>
              <a:rPr lang="en-GB" dirty="0">
                <a:solidFill>
                  <a:srgbClr val="00446A"/>
                </a:solidFill>
                <a:latin typeface="Calibri" pitchFamily="34" charset="0"/>
                <a:ea typeface="ヒラギノ角ゴ Pro W3" charset="-128"/>
                <a:cs typeface="Calibri" pitchFamily="34" charset="0"/>
              </a:rPr>
              <a:t>lead discovery platform </a:t>
            </a:r>
            <a:r>
              <a:rPr lang="en-GB" dirty="0" smtClean="0">
                <a:solidFill>
                  <a:srgbClr val="00446A"/>
                </a:solidFill>
                <a:latin typeface="Calibri" pitchFamily="34" charset="0"/>
                <a:ea typeface="ヒラギノ角ゴ Pro W3" charset="-128"/>
                <a:cs typeface="Calibri" pitchFamily="34" charset="0"/>
              </a:rPr>
              <a:t>available for public projects </a:t>
            </a:r>
            <a:r>
              <a:rPr lang="en-GB" b="1" dirty="0" smtClean="0">
                <a:solidFill>
                  <a:srgbClr val="00446A"/>
                </a:solidFill>
                <a:latin typeface="Calibri" pitchFamily="34" charset="0"/>
                <a:ea typeface="ヒラギノ角ゴ Pro W3" charset="-128"/>
                <a:cs typeface="Calibri" pitchFamily="34" charset="0"/>
              </a:rPr>
              <a:t>- </a:t>
            </a:r>
            <a:r>
              <a:rPr lang="en-GB" b="1" i="1" dirty="0">
                <a:solidFill>
                  <a:srgbClr val="00446A"/>
                </a:solidFill>
                <a:latin typeface="Calibri" pitchFamily="34" charset="0"/>
                <a:ea typeface="ヒラギノ角ゴ Pro W3" charset="-128"/>
                <a:cs typeface="Calibri" pitchFamily="34" charset="0"/>
              </a:rPr>
              <a:t>focus on value generation</a:t>
            </a:r>
          </a:p>
          <a:p>
            <a:pPr marL="285750" indent="-285750" eaLnBrk="0" fontAlgn="base" hangingPunct="0">
              <a:spcBef>
                <a:spcPct val="0"/>
              </a:spcBef>
              <a:spcAft>
                <a:spcPts val="1000"/>
              </a:spcAft>
              <a:buClr>
                <a:srgbClr val="00B050"/>
              </a:buClr>
              <a:buFont typeface="Wingdings" pitchFamily="2" charset="2"/>
              <a:buChar char="ü"/>
            </a:pPr>
            <a:r>
              <a:rPr lang="en-US" dirty="0" smtClean="0">
                <a:solidFill>
                  <a:srgbClr val="00446A"/>
                </a:solidFill>
                <a:latin typeface="Calibri" pitchFamily="34" charset="0"/>
                <a:ea typeface="ヒラギノ角ゴ Pro W3" charset="-128"/>
                <a:cs typeface="Calibri" pitchFamily="34" charset="0"/>
              </a:rPr>
              <a:t>Addressing </a:t>
            </a:r>
            <a:r>
              <a:rPr lang="en-US" b="1" dirty="0">
                <a:solidFill>
                  <a:srgbClr val="00446A"/>
                </a:solidFill>
                <a:latin typeface="Calibri" pitchFamily="34" charset="0"/>
                <a:ea typeface="ヒラギノ角ゴ Pro W3" charset="-128"/>
                <a:cs typeface="Calibri" pitchFamily="34" charset="0"/>
              </a:rPr>
              <a:t>‘</a:t>
            </a:r>
            <a:r>
              <a:rPr lang="en-US" b="1" dirty="0" smtClean="0">
                <a:solidFill>
                  <a:srgbClr val="00446A"/>
                </a:solidFill>
                <a:latin typeface="Calibri" pitchFamily="34" charset="0"/>
                <a:ea typeface="ヒラギノ角ゴ Pro W3" charset="-128"/>
                <a:cs typeface="Calibri" pitchFamily="34" charset="0"/>
              </a:rPr>
              <a:t>intractable </a:t>
            </a:r>
            <a:r>
              <a:rPr lang="en-US" b="1" dirty="0">
                <a:solidFill>
                  <a:srgbClr val="00446A"/>
                </a:solidFill>
                <a:latin typeface="Calibri" pitchFamily="34" charset="0"/>
                <a:ea typeface="ヒラギノ角ゴ Pro W3" charset="-128"/>
                <a:cs typeface="Calibri" pitchFamily="34" charset="0"/>
              </a:rPr>
              <a:t>targets</a:t>
            </a:r>
            <a:r>
              <a:rPr lang="en-US" b="1" dirty="0" smtClean="0">
                <a:solidFill>
                  <a:srgbClr val="00446A"/>
                </a:solidFill>
                <a:latin typeface="Calibri" pitchFamily="34" charset="0"/>
                <a:ea typeface="ヒラギノ角ゴ Pro W3" charset="-128"/>
                <a:cs typeface="Calibri" pitchFamily="34" charset="0"/>
              </a:rPr>
              <a:t>’</a:t>
            </a:r>
          </a:p>
          <a:p>
            <a:pPr marL="285750" indent="-285750" eaLnBrk="0" fontAlgn="base" hangingPunct="0">
              <a:spcBef>
                <a:spcPct val="0"/>
              </a:spcBef>
              <a:spcAft>
                <a:spcPts val="1000"/>
              </a:spcAft>
              <a:buClr>
                <a:srgbClr val="00B050"/>
              </a:buClr>
              <a:buFont typeface="Wingdings" pitchFamily="2" charset="2"/>
              <a:buChar char="ü"/>
            </a:pPr>
            <a:r>
              <a:rPr lang="en-US" dirty="0" smtClean="0">
                <a:solidFill>
                  <a:srgbClr val="00446A"/>
                </a:solidFill>
                <a:latin typeface="Calibri" pitchFamily="34" charset="0"/>
                <a:ea typeface="ヒラギノ角ゴ Pro W3" charset="-128"/>
                <a:cs typeface="Calibri" pitchFamily="34" charset="0"/>
              </a:rPr>
              <a:t>48 high throughput screening </a:t>
            </a:r>
            <a:r>
              <a:rPr lang="en-US" dirty="0">
                <a:solidFill>
                  <a:srgbClr val="00446A"/>
                </a:solidFill>
                <a:latin typeface="Calibri" pitchFamily="34" charset="0"/>
                <a:ea typeface="ヒラギノ角ゴ Pro W3" charset="-128"/>
                <a:cs typeface="Calibri" pitchFamily="34" charset="0"/>
              </a:rPr>
              <a:t>projects </a:t>
            </a:r>
            <a:r>
              <a:rPr lang="en-US" i="1" dirty="0">
                <a:solidFill>
                  <a:srgbClr val="00446A"/>
                </a:solidFill>
                <a:latin typeface="Calibri" pitchFamily="34" charset="0"/>
                <a:ea typeface="ヒラギノ角ゴ Pro W3" charset="-128"/>
                <a:cs typeface="Calibri" pitchFamily="34" charset="0"/>
              </a:rPr>
              <a:t>per </a:t>
            </a:r>
            <a:r>
              <a:rPr lang="en-US" i="1" dirty="0" smtClean="0">
                <a:solidFill>
                  <a:srgbClr val="00446A"/>
                </a:solidFill>
                <a:latin typeface="Calibri" pitchFamily="34" charset="0"/>
                <a:ea typeface="ヒラギノ角ゴ Pro W3" charset="-128"/>
                <a:cs typeface="Calibri" pitchFamily="34" charset="0"/>
              </a:rPr>
              <a:t>anno</a:t>
            </a:r>
          </a:p>
          <a:p>
            <a:pPr marL="285750" indent="-285750" eaLnBrk="0" fontAlgn="base" hangingPunct="0">
              <a:spcBef>
                <a:spcPct val="0"/>
              </a:spcBef>
              <a:spcAft>
                <a:spcPts val="1000"/>
              </a:spcAft>
              <a:buClr>
                <a:srgbClr val="00B050"/>
              </a:buClr>
              <a:buFont typeface="Wingdings" pitchFamily="2" charset="2"/>
              <a:buChar char="ü"/>
            </a:pPr>
            <a:r>
              <a:rPr lang="en-GB" dirty="0" smtClean="0">
                <a:solidFill>
                  <a:srgbClr val="00446A"/>
                </a:solidFill>
                <a:latin typeface="Calibri" pitchFamily="34" charset="0"/>
                <a:ea typeface="ヒラギノ角ゴ Pro W3" charset="-128"/>
                <a:cs typeface="Calibri" pitchFamily="34" charset="0"/>
              </a:rPr>
              <a:t>Support </a:t>
            </a:r>
            <a:r>
              <a:rPr lang="en-GB" dirty="0">
                <a:solidFill>
                  <a:srgbClr val="00446A"/>
                </a:solidFill>
                <a:latin typeface="Calibri" pitchFamily="34" charset="0"/>
                <a:ea typeface="ヒラギノ角ゴ Pro W3" charset="-128"/>
                <a:cs typeface="Calibri" pitchFamily="34" charset="0"/>
              </a:rPr>
              <a:t>in assay </a:t>
            </a:r>
            <a:r>
              <a:rPr lang="en-GB" dirty="0" smtClean="0">
                <a:solidFill>
                  <a:srgbClr val="00446A"/>
                </a:solidFill>
                <a:latin typeface="Calibri" pitchFamily="34" charset="0"/>
                <a:ea typeface="ヒラギノ角ゴ Pro W3" charset="-128"/>
                <a:cs typeface="Calibri" pitchFamily="34" charset="0"/>
              </a:rPr>
              <a:t>development</a:t>
            </a:r>
          </a:p>
          <a:p>
            <a:pPr marL="285750" indent="-285750" eaLnBrk="0" fontAlgn="base" hangingPunct="0">
              <a:spcBef>
                <a:spcPct val="0"/>
              </a:spcBef>
              <a:spcAft>
                <a:spcPts val="1000"/>
              </a:spcAft>
              <a:buClr>
                <a:srgbClr val="00B050"/>
              </a:buClr>
              <a:buFont typeface="Wingdings" pitchFamily="2" charset="2"/>
              <a:buChar char="ü"/>
            </a:pPr>
            <a:r>
              <a:rPr lang="en-GB" dirty="0" smtClean="0">
                <a:solidFill>
                  <a:srgbClr val="00446A"/>
                </a:solidFill>
                <a:latin typeface="Calibri" pitchFamily="34" charset="0"/>
                <a:ea typeface="ヒラギノ角ゴ Pro W3" charset="-128"/>
                <a:cs typeface="Calibri" pitchFamily="34" charset="0"/>
              </a:rPr>
              <a:t> </a:t>
            </a:r>
            <a:r>
              <a:rPr lang="en-US" dirty="0" smtClean="0">
                <a:solidFill>
                  <a:srgbClr val="00446A"/>
                </a:solidFill>
                <a:latin typeface="Calibri" pitchFamily="34" charset="0"/>
                <a:ea typeface="ヒラギノ角ゴ Pro W3" charset="-128"/>
                <a:cs typeface="Calibri" pitchFamily="34" charset="0"/>
              </a:rPr>
              <a:t>Sustainable </a:t>
            </a:r>
            <a:r>
              <a:rPr lang="en-US" dirty="0">
                <a:solidFill>
                  <a:srgbClr val="00446A"/>
                </a:solidFill>
                <a:latin typeface="Calibri" pitchFamily="34" charset="0"/>
                <a:ea typeface="ヒラギノ角ゴ Pro W3" charset="-128"/>
                <a:cs typeface="Calibri" pitchFamily="34" charset="0"/>
              </a:rPr>
              <a:t>model for the </a:t>
            </a:r>
            <a:r>
              <a:rPr lang="en-US" dirty="0" smtClean="0">
                <a:solidFill>
                  <a:srgbClr val="00446A"/>
                </a:solidFill>
                <a:latin typeface="Calibri" pitchFamily="34" charset="0"/>
                <a:ea typeface="ヒラギノ角ゴ Pro W3" charset="-128"/>
                <a:cs typeface="Calibri" pitchFamily="34" charset="0"/>
              </a:rPr>
              <a:t>screening </a:t>
            </a:r>
            <a:r>
              <a:rPr lang="en-US" dirty="0" err="1" smtClean="0">
                <a:solidFill>
                  <a:srgbClr val="00446A"/>
                </a:solidFill>
                <a:latin typeface="Calibri" pitchFamily="34" charset="0"/>
                <a:ea typeface="ヒラギノ角ゴ Pro W3" charset="-128"/>
                <a:cs typeface="Calibri" pitchFamily="34" charset="0"/>
              </a:rPr>
              <a:t>centre</a:t>
            </a:r>
            <a:r>
              <a:rPr lang="en-US" dirty="0" smtClean="0">
                <a:solidFill>
                  <a:srgbClr val="00446A"/>
                </a:solidFill>
                <a:latin typeface="Calibri" pitchFamily="34" charset="0"/>
                <a:ea typeface="ヒラギノ角ゴ Pro W3" charset="-128"/>
                <a:cs typeface="Calibri" pitchFamily="34" charset="0"/>
              </a:rPr>
              <a:t> </a:t>
            </a:r>
            <a:r>
              <a:rPr lang="en-US" dirty="0">
                <a:solidFill>
                  <a:srgbClr val="00446A"/>
                </a:solidFill>
                <a:latin typeface="Calibri" pitchFamily="34" charset="0"/>
                <a:ea typeface="ヒラギノ角ゴ Pro W3" charset="-128"/>
                <a:cs typeface="Calibri" pitchFamily="34" charset="0"/>
              </a:rPr>
              <a:t>to establish independent business </a:t>
            </a:r>
            <a:r>
              <a:rPr lang="en-US" dirty="0" smtClean="0">
                <a:solidFill>
                  <a:srgbClr val="00446A"/>
                </a:solidFill>
                <a:latin typeface="Calibri" pitchFamily="34" charset="0"/>
                <a:ea typeface="ヒラギノ角ゴ Pro W3" charset="-128"/>
                <a:cs typeface="Calibri" pitchFamily="34" charset="0"/>
              </a:rPr>
              <a:t>entity</a:t>
            </a:r>
            <a:endParaRPr lang="en-US" dirty="0">
              <a:solidFill>
                <a:srgbClr val="00446A"/>
              </a:solidFill>
              <a:latin typeface="Calibri" pitchFamily="34" charset="0"/>
              <a:ea typeface="ヒラギノ角ゴ Pro W3" charset="-128"/>
              <a:cs typeface="Calibri" pitchFamily="34" charset="0"/>
            </a:endParaRPr>
          </a:p>
        </p:txBody>
      </p:sp>
      <p:sp>
        <p:nvSpPr>
          <p:cNvPr id="8" name="Title 2"/>
          <p:cNvSpPr>
            <a:spLocks noGrp="1"/>
          </p:cNvSpPr>
          <p:nvPr>
            <p:ph type="title"/>
          </p:nvPr>
        </p:nvSpPr>
        <p:spPr>
          <a:xfrm>
            <a:off x="164875" y="246675"/>
            <a:ext cx="7240588" cy="671513"/>
          </a:xfrm>
        </p:spPr>
        <p:txBody>
          <a:bodyPr/>
          <a:lstStyle/>
          <a:p>
            <a:r>
              <a:rPr lang="fr-BE" sz="3200" dirty="0" err="1">
                <a:solidFill>
                  <a:srgbClr val="000066"/>
                </a:solidFill>
                <a:ea typeface="Osaka" charset="-128"/>
              </a:rPr>
              <a:t>European</a:t>
            </a:r>
            <a:r>
              <a:rPr lang="fr-BE" sz="3200" dirty="0">
                <a:solidFill>
                  <a:srgbClr val="000066"/>
                </a:solidFill>
                <a:ea typeface="Osaka" charset="-128"/>
              </a:rPr>
              <a:t> Lead </a:t>
            </a:r>
            <a:r>
              <a:rPr lang="fr-BE" sz="3200" dirty="0" err="1">
                <a:solidFill>
                  <a:srgbClr val="000066"/>
                </a:solidFill>
                <a:ea typeface="Osaka" charset="-128"/>
              </a:rPr>
              <a:t>Factory</a:t>
            </a:r>
            <a:r>
              <a:rPr lang="en-GB" sz="3200" dirty="0">
                <a:solidFill>
                  <a:srgbClr val="000066"/>
                </a:solidFill>
                <a:ea typeface="Osaka" charset="-128"/>
              </a:rPr>
              <a:t/>
            </a:r>
            <a:br>
              <a:rPr lang="en-GB" sz="3200" dirty="0">
                <a:solidFill>
                  <a:srgbClr val="000066"/>
                </a:solidFill>
                <a:ea typeface="Osaka" charset="-128"/>
              </a:rPr>
            </a:br>
            <a:endParaRPr lang="en-US" sz="3400" dirty="0">
              <a:solidFill>
                <a:srgbClr val="004151"/>
              </a:solidFill>
              <a:effectLst>
                <a:outerShdw blurRad="38100" dist="38100" dir="2700000" algn="tl">
                  <a:srgbClr val="000000">
                    <a:alpha val="43137"/>
                  </a:srgbClr>
                </a:outerShdw>
              </a:effectLst>
              <a:latin typeface="Arial" pitchFamily="34" charset="0"/>
              <a:cs typeface="Arial" pitchFamily="34" charset="0"/>
            </a:endParaRPr>
          </a:p>
        </p:txBody>
      </p:sp>
    </p:spTree>
    <p:extLst>
      <p:ext uri="{BB962C8B-B14F-4D97-AF65-F5344CB8AC3E}">
        <p14:creationId xmlns:p14="http://schemas.microsoft.com/office/powerpoint/2010/main" val="37843224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TextBox 26"/>
          <p:cNvSpPr txBox="1"/>
          <p:nvPr/>
        </p:nvSpPr>
        <p:spPr>
          <a:xfrm>
            <a:off x="163273" y="208899"/>
            <a:ext cx="7080081" cy="615553"/>
          </a:xfrm>
          <a:prstGeom prst="rect">
            <a:avLst/>
          </a:prstGeom>
          <a:noFill/>
        </p:spPr>
        <p:txBody>
          <a:bodyPr wrap="square" rtlCol="0">
            <a:spAutoFit/>
          </a:bodyPr>
          <a:lstStyle/>
          <a:p>
            <a:r>
              <a:rPr lang="en-US" sz="3400" dirty="0" smtClean="0">
                <a:solidFill>
                  <a:srgbClr val="004151"/>
                </a:solidFill>
                <a:latin typeface="Arial" pitchFamily="34" charset="0"/>
                <a:ea typeface="ヒラギノ角ゴ Pro W3" charset="-128"/>
                <a:cs typeface="Arial"/>
              </a:rPr>
              <a:t>Mapping Collaborative Networks</a:t>
            </a:r>
            <a:endParaRPr lang="en-US" sz="3400" dirty="0">
              <a:solidFill>
                <a:srgbClr val="004151"/>
              </a:solidFill>
              <a:latin typeface="Arial" pitchFamily="34" charset="0"/>
              <a:ea typeface="ヒラギノ角ゴ Pro W3" charset="-128"/>
              <a:cs typeface="Arial"/>
            </a:endParaRPr>
          </a:p>
        </p:txBody>
      </p:sp>
      <p:sp>
        <p:nvSpPr>
          <p:cNvPr id="3" name="TextBox 2"/>
          <p:cNvSpPr txBox="1"/>
          <p:nvPr/>
        </p:nvSpPr>
        <p:spPr>
          <a:xfrm>
            <a:off x="2369096" y="5718854"/>
            <a:ext cx="5003075" cy="276999"/>
          </a:xfrm>
          <a:prstGeom prst="rect">
            <a:avLst/>
          </a:prstGeom>
          <a:noFill/>
        </p:spPr>
        <p:txBody>
          <a:bodyPr wrap="square" rtlCol="0">
            <a:spAutoFit/>
          </a:bodyPr>
          <a:lstStyle/>
          <a:p>
            <a:r>
              <a:rPr lang="fr-FR" sz="1200" dirty="0" smtClean="0"/>
              <a:t>Data &amp; </a:t>
            </a:r>
            <a:r>
              <a:rPr lang="fr-FR" sz="1200" dirty="0" err="1" smtClean="0"/>
              <a:t>analysis</a:t>
            </a:r>
            <a:r>
              <a:rPr lang="fr-FR" sz="1200" dirty="0" smtClean="0"/>
              <a:t>: </a:t>
            </a:r>
            <a:r>
              <a:rPr lang="fr-FR" sz="1200" i="1" dirty="0" smtClean="0"/>
              <a:t>Thomson Reuters Custom </a:t>
            </a:r>
            <a:r>
              <a:rPr lang="fr-FR" sz="1200" i="1" dirty="0" err="1" smtClean="0"/>
              <a:t>Analytics</a:t>
            </a:r>
            <a:r>
              <a:rPr lang="fr-FR" sz="1200" i="1" dirty="0" smtClean="0"/>
              <a:t> &amp; IP Solutions</a:t>
            </a:r>
            <a:endParaRPr lang="fr-BE" sz="1200" i="1"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436" y="1292528"/>
            <a:ext cx="8625128" cy="4272943"/>
          </a:xfrm>
          <a:prstGeom prst="rect">
            <a:avLst/>
          </a:prstGeom>
        </p:spPr>
      </p:pic>
      <p:sp>
        <p:nvSpPr>
          <p:cNvPr id="45" name="Line 5"/>
          <p:cNvSpPr>
            <a:spLocks noChangeShapeType="1"/>
          </p:cNvSpPr>
          <p:nvPr/>
        </p:nvSpPr>
        <p:spPr bwMode="auto">
          <a:xfrm flipV="1">
            <a:off x="0" y="978203"/>
            <a:ext cx="7847135" cy="15875"/>
          </a:xfrm>
          <a:prstGeom prst="line">
            <a:avLst/>
          </a:prstGeom>
          <a:noFill/>
          <a:ln w="28575">
            <a:solidFill>
              <a:srgbClr val="7ABB53"/>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fr-BE">
              <a:solidFill>
                <a:srgbClr val="00446A"/>
              </a:solidFill>
              <a:latin typeface="Arial" pitchFamily="34" charset="0"/>
              <a:ea typeface="ヒラギノ角ゴ Pro W3" charset="-128"/>
            </a:endParaRPr>
          </a:p>
        </p:txBody>
      </p:sp>
      <p:pic>
        <p:nvPicPr>
          <p:cNvPr id="46"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10143"/>
          <a:stretch/>
        </p:blipFill>
        <p:spPr bwMode="auto">
          <a:xfrm>
            <a:off x="3526713" y="1818374"/>
            <a:ext cx="2404083" cy="3024335"/>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23582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035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7404" y="2613025"/>
            <a:ext cx="1979734"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4" name="Inhaltsplatzhalter 1"/>
          <p:cNvSpPr>
            <a:spLocks noGrp="1"/>
          </p:cNvSpPr>
          <p:nvPr>
            <p:ph idx="4294967295"/>
          </p:nvPr>
        </p:nvSpPr>
        <p:spPr>
          <a:xfrm>
            <a:off x="490904" y="1719263"/>
            <a:ext cx="7356231" cy="5257800"/>
          </a:xfrm>
        </p:spPr>
        <p:txBody>
          <a:bodyPr/>
          <a:lstStyle/>
          <a:p>
            <a:pPr marL="365125" indent="-255588">
              <a:buFont typeface="Wingdings 3" pitchFamily="18" charset="2"/>
              <a:buChar char=""/>
            </a:pPr>
            <a:r>
              <a:rPr lang="en-US" sz="1800" b="1" smtClean="0">
                <a:ea typeface="Osaka" charset="-128"/>
              </a:rPr>
              <a:t>develop and disseminate </a:t>
            </a:r>
            <a:r>
              <a:rPr lang="en-US" sz="1800" smtClean="0">
                <a:ea typeface="Osaka" charset="-128"/>
              </a:rPr>
              <a:t>accessible, well-structured and user-friendly information and education on medicines R&amp;D</a:t>
            </a:r>
          </a:p>
          <a:p>
            <a:pPr marL="365125" indent="-255588">
              <a:buFont typeface="Wingdings 3" pitchFamily="18" charset="2"/>
              <a:buChar char=""/>
            </a:pPr>
            <a:endParaRPr lang="en-US" sz="800" b="1" smtClean="0">
              <a:ea typeface="Osaka" charset="-128"/>
            </a:endParaRPr>
          </a:p>
          <a:p>
            <a:pPr marL="365125" indent="-255588">
              <a:buFont typeface="Wingdings 3" pitchFamily="18" charset="2"/>
              <a:buChar char=""/>
            </a:pPr>
            <a:r>
              <a:rPr lang="en-US" sz="1800" b="1" smtClean="0">
                <a:ea typeface="Osaka" charset="-128"/>
              </a:rPr>
              <a:t>build competencies </a:t>
            </a:r>
            <a:r>
              <a:rPr lang="en-US" sz="1800" smtClean="0">
                <a:ea typeface="Osaka" charset="-128"/>
              </a:rPr>
              <a:t>among well informed patients </a:t>
            </a:r>
            <a:br>
              <a:rPr lang="en-US" sz="1800" smtClean="0">
                <a:ea typeface="Osaka" charset="-128"/>
              </a:rPr>
            </a:br>
            <a:r>
              <a:rPr lang="en-US" sz="1800" smtClean="0">
                <a:ea typeface="Osaka" charset="-128"/>
              </a:rPr>
              <a:t>and the public about pharmaceutical R&amp;D </a:t>
            </a:r>
          </a:p>
          <a:p>
            <a:pPr marL="365125" indent="-255588">
              <a:buFont typeface="Wingdings 3" pitchFamily="18" charset="2"/>
              <a:buChar char=""/>
            </a:pPr>
            <a:endParaRPr lang="en-US" sz="800" b="1" smtClean="0">
              <a:ea typeface="Osaka" charset="-128"/>
            </a:endParaRPr>
          </a:p>
          <a:p>
            <a:pPr marL="365125" indent="-255588">
              <a:buFont typeface="Wingdings 3" pitchFamily="18" charset="2"/>
              <a:buChar char=""/>
            </a:pPr>
            <a:r>
              <a:rPr lang="en-US" sz="1800" b="1" smtClean="0">
                <a:ea typeface="Osaka" charset="-128"/>
              </a:rPr>
              <a:t>build expert capacity </a:t>
            </a:r>
            <a:r>
              <a:rPr lang="en-US" sz="1800" smtClean="0">
                <a:ea typeface="Osaka" charset="-128"/>
              </a:rPr>
              <a:t>in patient advocates </a:t>
            </a:r>
          </a:p>
          <a:p>
            <a:pPr marL="365125" indent="-255588">
              <a:buFont typeface="Wingdings 3" pitchFamily="18" charset="2"/>
              <a:buChar char=""/>
            </a:pPr>
            <a:endParaRPr lang="en-US" sz="800" b="1" smtClean="0">
              <a:ea typeface="Osaka" charset="-128"/>
            </a:endParaRPr>
          </a:p>
          <a:p>
            <a:pPr marL="365125" indent="-255588">
              <a:buFont typeface="Wingdings 3" pitchFamily="18" charset="2"/>
              <a:buChar char=""/>
            </a:pPr>
            <a:r>
              <a:rPr lang="en-US" sz="1800" b="1" smtClean="0">
                <a:ea typeface="Osaka" charset="-128"/>
              </a:rPr>
              <a:t>create the leading public library </a:t>
            </a:r>
            <a:r>
              <a:rPr lang="en-US" sz="1800" smtClean="0">
                <a:ea typeface="Osaka" charset="-128"/>
              </a:rPr>
              <a:t>on patient </a:t>
            </a:r>
            <a:br>
              <a:rPr lang="en-US" sz="1800" smtClean="0">
                <a:ea typeface="Osaka" charset="-128"/>
              </a:rPr>
            </a:br>
            <a:r>
              <a:rPr lang="en-US" sz="1800" smtClean="0">
                <a:ea typeface="Osaka" charset="-128"/>
              </a:rPr>
              <a:t>information in six most common languages under public licensing</a:t>
            </a:r>
          </a:p>
          <a:p>
            <a:pPr marL="365125" indent="-255588">
              <a:buFont typeface="Wingdings 3" pitchFamily="18" charset="2"/>
              <a:buChar char=""/>
            </a:pPr>
            <a:endParaRPr lang="en-US" sz="800" b="1" smtClean="0">
              <a:ea typeface="Osaka" charset="-128"/>
            </a:endParaRPr>
          </a:p>
          <a:p>
            <a:pPr marL="365125" indent="-255588">
              <a:buFont typeface="Wingdings 3" pitchFamily="18" charset="2"/>
              <a:buChar char=""/>
            </a:pPr>
            <a:r>
              <a:rPr lang="en-US" sz="1800" b="1" smtClean="0">
                <a:ea typeface="Osaka" charset="-128"/>
              </a:rPr>
              <a:t>establish a widely used, sustainable infrastructure </a:t>
            </a:r>
            <a:r>
              <a:rPr lang="en-US" sz="1800" smtClean="0">
                <a:ea typeface="Osaka" charset="-128"/>
              </a:rPr>
              <a:t>for objective, credible, correct and up-to-date knowledge </a:t>
            </a:r>
          </a:p>
          <a:p>
            <a:pPr marL="365125" indent="-255588">
              <a:buFont typeface="Wingdings 3" pitchFamily="18" charset="2"/>
              <a:buChar char=""/>
            </a:pPr>
            <a:endParaRPr lang="en-US" sz="800" b="1" smtClean="0">
              <a:ea typeface="Osaka" charset="-128"/>
            </a:endParaRPr>
          </a:p>
          <a:p>
            <a:pPr marL="365125" indent="-255588">
              <a:buFont typeface="Wingdings 3" pitchFamily="18" charset="2"/>
              <a:buChar char=""/>
            </a:pPr>
            <a:r>
              <a:rPr lang="en-US" sz="1800" b="1" smtClean="0">
                <a:ea typeface="Osaka" charset="-128"/>
              </a:rPr>
              <a:t>facilitate patient involvement in R&amp;D </a:t>
            </a:r>
            <a:r>
              <a:rPr lang="en-US" sz="1800" smtClean="0">
                <a:ea typeface="Osaka" charset="-128"/>
              </a:rPr>
              <a:t>to support industry, academia, authorities and ethics committees</a:t>
            </a:r>
          </a:p>
        </p:txBody>
      </p:sp>
      <p:pic>
        <p:nvPicPr>
          <p:cNvPr id="100355" name="Picture 1" descr="EUPATI-Logo-4c.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11" y="82550"/>
            <a:ext cx="183612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textruta 7"/>
          <p:cNvSpPr txBox="1">
            <a:spLocks noChangeArrowheads="1"/>
          </p:cNvSpPr>
          <p:nvPr/>
        </p:nvSpPr>
        <p:spPr bwMode="auto">
          <a:xfrm>
            <a:off x="206620" y="1196975"/>
            <a:ext cx="1370134"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ヒラギノ角ゴ Pro W3" charset="-128"/>
              </a:defRPr>
            </a:lvl1pPr>
            <a:lvl2pPr marL="742950" indent="-285750">
              <a:defRPr sz="2400">
                <a:solidFill>
                  <a:schemeClr val="tx1"/>
                </a:solidFill>
                <a:latin typeface="Arial" pitchFamily="34" charset="0"/>
                <a:ea typeface="ヒラギノ角ゴ Pro W3" charset="-128"/>
              </a:defRPr>
            </a:lvl2pPr>
            <a:lvl3pPr marL="1143000" indent="-228600">
              <a:defRPr sz="2400">
                <a:solidFill>
                  <a:schemeClr val="tx1"/>
                </a:solidFill>
                <a:latin typeface="Arial" pitchFamily="34" charset="0"/>
                <a:ea typeface="ヒラギノ角ゴ Pro W3" charset="-128"/>
              </a:defRPr>
            </a:lvl3pPr>
            <a:lvl4pPr marL="1600200" indent="-228600">
              <a:defRPr sz="2400">
                <a:solidFill>
                  <a:schemeClr val="tx1"/>
                </a:solidFill>
                <a:latin typeface="Arial" pitchFamily="34" charset="0"/>
                <a:ea typeface="ヒラギノ角ゴ Pro W3" charset="-128"/>
              </a:defRPr>
            </a:lvl4pPr>
            <a:lvl5pPr marL="2057400" indent="-228600">
              <a:defRPr sz="2400">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sz="2400">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sz="2400">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sz="2400">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sz="2400">
                <a:solidFill>
                  <a:schemeClr val="tx1"/>
                </a:solidFill>
                <a:latin typeface="Arial" pitchFamily="34" charset="0"/>
                <a:ea typeface="ヒラギノ角ゴ Pro W3" charset="-128"/>
              </a:defRPr>
            </a:lvl9pPr>
          </a:lstStyle>
          <a:p>
            <a:pPr fontAlgn="base">
              <a:spcBef>
                <a:spcPct val="0"/>
              </a:spcBef>
              <a:spcAft>
                <a:spcPct val="0"/>
              </a:spcAft>
            </a:pPr>
            <a:r>
              <a:rPr lang="sv-SE" sz="900" b="1" smtClean="0">
                <a:solidFill>
                  <a:srgbClr val="00446A"/>
                </a:solidFill>
                <a:ea typeface="MS PGothic" pitchFamily="34" charset="-128"/>
              </a:rPr>
              <a:t>2012 – 2017</a:t>
            </a:r>
          </a:p>
        </p:txBody>
      </p:sp>
      <p:sp>
        <p:nvSpPr>
          <p:cNvPr id="100358" name="textruta 3"/>
          <p:cNvSpPr txBox="1">
            <a:spLocks noChangeArrowheads="1"/>
          </p:cNvSpPr>
          <p:nvPr/>
        </p:nvSpPr>
        <p:spPr bwMode="auto">
          <a:xfrm>
            <a:off x="108476" y="188988"/>
            <a:ext cx="932424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255588">
              <a:defRPr sz="2400">
                <a:solidFill>
                  <a:schemeClr val="tx1"/>
                </a:solidFill>
                <a:latin typeface="Arial" pitchFamily="34" charset="0"/>
                <a:ea typeface="ヒラギノ角ゴ Pro W3" charset="-128"/>
              </a:defRPr>
            </a:lvl1pPr>
            <a:lvl2pPr marL="742950" indent="-285750">
              <a:defRPr sz="2400">
                <a:solidFill>
                  <a:schemeClr val="tx1"/>
                </a:solidFill>
                <a:latin typeface="Arial" pitchFamily="34" charset="0"/>
                <a:ea typeface="ヒラギノ角ゴ Pro W3" charset="-128"/>
              </a:defRPr>
            </a:lvl2pPr>
            <a:lvl3pPr marL="1143000" indent="-228600">
              <a:defRPr sz="2400">
                <a:solidFill>
                  <a:schemeClr val="tx1"/>
                </a:solidFill>
                <a:latin typeface="Arial" pitchFamily="34" charset="0"/>
                <a:ea typeface="ヒラギノ角ゴ Pro W3" charset="-128"/>
              </a:defRPr>
            </a:lvl3pPr>
            <a:lvl4pPr marL="1600200" indent="-228600">
              <a:defRPr sz="2400">
                <a:solidFill>
                  <a:schemeClr val="tx1"/>
                </a:solidFill>
                <a:latin typeface="Arial" pitchFamily="34" charset="0"/>
                <a:ea typeface="ヒラギノ角ゴ Pro W3" charset="-128"/>
              </a:defRPr>
            </a:lvl4pPr>
            <a:lvl5pPr marL="2057400" indent="-228600">
              <a:defRPr sz="2400">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sz="2400">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sz="2400">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sz="2400">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sz="2400">
                <a:solidFill>
                  <a:schemeClr val="tx1"/>
                </a:solidFill>
                <a:latin typeface="Arial" pitchFamily="34" charset="0"/>
                <a:ea typeface="ヒラギノ角ゴ Pro W3" charset="-128"/>
              </a:defRPr>
            </a:lvl9pPr>
          </a:lstStyle>
          <a:p>
            <a:pPr algn="ctr" fontAlgn="base">
              <a:spcBef>
                <a:spcPct val="0"/>
              </a:spcBef>
              <a:spcAft>
                <a:spcPct val="0"/>
              </a:spcAft>
            </a:pPr>
            <a:r>
              <a:rPr lang="en-US" sz="2800" smtClean="0">
                <a:solidFill>
                  <a:srgbClr val="00446A"/>
                </a:solidFill>
                <a:ea typeface="MS PGothic" pitchFamily="34" charset="-128"/>
              </a:rPr>
              <a:t>European Patients' Academy on </a:t>
            </a:r>
          </a:p>
          <a:p>
            <a:pPr algn="ctr" fontAlgn="base">
              <a:spcBef>
                <a:spcPct val="0"/>
              </a:spcBef>
              <a:spcAft>
                <a:spcPct val="0"/>
              </a:spcAft>
            </a:pPr>
            <a:r>
              <a:rPr lang="en-US" sz="2800" smtClean="0">
                <a:solidFill>
                  <a:srgbClr val="00446A"/>
                </a:solidFill>
                <a:ea typeface="MS PGothic" pitchFamily="34" charset="-128"/>
              </a:rPr>
              <a:t>Therapeutic Innovation</a:t>
            </a:r>
          </a:p>
        </p:txBody>
      </p:sp>
      <p:sp>
        <p:nvSpPr>
          <p:cNvPr id="2" name="Slide Number Placeholder 1"/>
          <p:cNvSpPr>
            <a:spLocks noGrp="1"/>
          </p:cNvSpPr>
          <p:nvPr>
            <p:ph type="sldNum" sz="quarter" idx="10"/>
          </p:nvPr>
        </p:nvSpPr>
        <p:spPr/>
        <p:txBody>
          <a:bodyPr/>
          <a:lstStyle/>
          <a:p>
            <a:fld id="{08D772CB-1CCD-443E-8759-1727D5C1A41E}" type="slidenum">
              <a:rPr lang="en-US" smtClean="0"/>
              <a:pPr/>
              <a:t>36</a:t>
            </a:fld>
            <a:endParaRPr lang="en-US"/>
          </a:p>
        </p:txBody>
      </p:sp>
    </p:spTree>
    <p:extLst>
      <p:ext uri="{BB962C8B-B14F-4D97-AF65-F5344CB8AC3E}">
        <p14:creationId xmlns:p14="http://schemas.microsoft.com/office/powerpoint/2010/main" val="3013833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469900" y="1752600"/>
            <a:ext cx="8191500" cy="3340100"/>
          </a:xfrm>
          <a:prstGeom prst="rect">
            <a:avLst/>
          </a:prstGeom>
        </p:spPr>
      </p:pic>
      <p:sp>
        <p:nvSpPr>
          <p:cNvPr id="4" name="TextBox 3"/>
          <p:cNvSpPr txBox="1"/>
          <p:nvPr/>
        </p:nvSpPr>
        <p:spPr>
          <a:xfrm>
            <a:off x="2406096" y="5748770"/>
            <a:ext cx="4127527" cy="369332"/>
          </a:xfrm>
          <a:prstGeom prst="rect">
            <a:avLst/>
          </a:prstGeom>
          <a:noFill/>
          <a:ln>
            <a:solidFill>
              <a:srgbClr val="000090"/>
            </a:solidFill>
          </a:ln>
        </p:spPr>
        <p:txBody>
          <a:bodyPr wrap="none" rtlCol="0">
            <a:spAutoFit/>
          </a:bodyPr>
          <a:lstStyle/>
          <a:p>
            <a:r>
              <a:rPr lang="en-US" dirty="0" smtClean="0">
                <a:solidFill>
                  <a:srgbClr val="005C90">
                    <a:lumMod val="50000"/>
                  </a:srgbClr>
                </a:solidFill>
              </a:rPr>
              <a:t>J. King, Nature Biotech 2012, 30: 818-820</a:t>
            </a:r>
            <a:endParaRPr lang="en-US" dirty="0">
              <a:solidFill>
                <a:srgbClr val="005C90">
                  <a:lumMod val="50000"/>
                </a:srgbClr>
              </a:solidFill>
            </a:endParaRPr>
          </a:p>
        </p:txBody>
      </p:sp>
      <p:sp>
        <p:nvSpPr>
          <p:cNvPr id="2" name="Slide Number Placeholder 1"/>
          <p:cNvSpPr>
            <a:spLocks noGrp="1"/>
          </p:cNvSpPr>
          <p:nvPr>
            <p:ph type="sldNum" sz="quarter" idx="10"/>
          </p:nvPr>
        </p:nvSpPr>
        <p:spPr/>
        <p:txBody>
          <a:bodyPr/>
          <a:lstStyle/>
          <a:p>
            <a:fld id="{08D772CB-1CCD-443E-8759-1727D5C1A41E}" type="slidenum">
              <a:rPr lang="en-US" smtClean="0"/>
              <a:pPr/>
              <a:t>37</a:t>
            </a:fld>
            <a:endParaRPr lang="en-US"/>
          </a:p>
        </p:txBody>
      </p:sp>
    </p:spTree>
    <p:extLst>
      <p:ext uri="{BB962C8B-B14F-4D97-AF65-F5344CB8AC3E}">
        <p14:creationId xmlns:p14="http://schemas.microsoft.com/office/powerpoint/2010/main" val="37390133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5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6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7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8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9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10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1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1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5_Blank Presentation">
  <a:themeElements>
    <a:clrScheme name="">
      <a:dk1>
        <a:srgbClr val="00446A"/>
      </a:dk1>
      <a:lt1>
        <a:srgbClr val="FFFFFF"/>
      </a:lt1>
      <a:dk2>
        <a:srgbClr val="00446A"/>
      </a:dk2>
      <a:lt2>
        <a:srgbClr val="444444"/>
      </a:lt2>
      <a:accent1>
        <a:srgbClr val="7AC043"/>
      </a:accent1>
      <a:accent2>
        <a:srgbClr val="00669F"/>
      </a:accent2>
      <a:accent3>
        <a:srgbClr val="FFFFFF"/>
      </a:accent3>
      <a:accent4>
        <a:srgbClr val="003959"/>
      </a:accent4>
      <a:accent5>
        <a:srgbClr val="BEDCB0"/>
      </a:accent5>
      <a:accent6>
        <a:srgbClr val="005C90"/>
      </a:accent6>
      <a:hlink>
        <a:srgbClr val="BCDFA1"/>
      </a:hlink>
      <a:folHlink>
        <a:srgbClr val="80A1B5"/>
      </a:folHlink>
    </a:clrScheme>
    <a:fontScheme name="1_Blank Presentation">
      <a:majorFont>
        <a:latin typeface="Helvetica"/>
        <a:ea typeface="Osaka"/>
        <a:cs typeface="Arial"/>
      </a:majorFont>
      <a:minorFont>
        <a:latin typeface="Helvetica"/>
        <a:ea typeface="Osaka"/>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ea typeface="ヒラギノ角ゴ Pro W3"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ea typeface="ヒラギノ角ゴ Pro W3" pitchFamily="1" charset="-128"/>
          </a:defRPr>
        </a:defPPr>
      </a:lstStyle>
    </a:lnDef>
  </a:objectDefaults>
  <a:extraClrSchemeLst>
    <a:extraClrScheme>
      <a:clrScheme name="1_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2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6_Blank Presentation">
  <a:themeElements>
    <a:clrScheme name="">
      <a:dk1>
        <a:srgbClr val="00446A"/>
      </a:dk1>
      <a:lt1>
        <a:srgbClr val="FFFFFF"/>
      </a:lt1>
      <a:dk2>
        <a:srgbClr val="00446A"/>
      </a:dk2>
      <a:lt2>
        <a:srgbClr val="444444"/>
      </a:lt2>
      <a:accent1>
        <a:srgbClr val="7AC043"/>
      </a:accent1>
      <a:accent2>
        <a:srgbClr val="00669F"/>
      </a:accent2>
      <a:accent3>
        <a:srgbClr val="FFFFFF"/>
      </a:accent3>
      <a:accent4>
        <a:srgbClr val="003959"/>
      </a:accent4>
      <a:accent5>
        <a:srgbClr val="BEDCB0"/>
      </a:accent5>
      <a:accent6>
        <a:srgbClr val="005C90"/>
      </a:accent6>
      <a:hlink>
        <a:srgbClr val="BCDFA1"/>
      </a:hlink>
      <a:folHlink>
        <a:srgbClr val="80A1B5"/>
      </a:folHlink>
    </a:clrScheme>
    <a:fontScheme name="1_Blank Presentation">
      <a:majorFont>
        <a:latin typeface="Helvetica"/>
        <a:ea typeface="Osaka"/>
        <a:cs typeface="Arial"/>
      </a:majorFont>
      <a:minorFont>
        <a:latin typeface="Helvetica"/>
        <a:ea typeface="Osaka"/>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ea typeface="ヒラギノ角ゴ Pro W3"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ea typeface="ヒラギノ角ゴ Pro W3" pitchFamily="1" charset="-128"/>
          </a:defRPr>
        </a:defPPr>
      </a:lstStyle>
    </a:lnDef>
  </a:objectDefaults>
  <a:extraClrSchemeLst>
    <a:extraClrScheme>
      <a:clrScheme name="1_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3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2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14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KM DIX">
  <a:themeElements>
    <a:clrScheme name="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Theme">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3_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9.xml><?xml version="1.0" encoding="utf-8"?>
<a:theme xmlns:a="http://schemas.openxmlformats.org/drawingml/2006/main" name="2_Blank Presentation">
  <a:themeElements>
    <a:clrScheme name="">
      <a:dk1>
        <a:srgbClr val="00446A"/>
      </a:dk1>
      <a:lt1>
        <a:srgbClr val="FFFFFF"/>
      </a:lt1>
      <a:dk2>
        <a:srgbClr val="00446A"/>
      </a:dk2>
      <a:lt2>
        <a:srgbClr val="444444"/>
      </a:lt2>
      <a:accent1>
        <a:srgbClr val="7AC043"/>
      </a:accent1>
      <a:accent2>
        <a:srgbClr val="00669F"/>
      </a:accent2>
      <a:accent3>
        <a:srgbClr val="FFFFFF"/>
      </a:accent3>
      <a:accent4>
        <a:srgbClr val="003959"/>
      </a:accent4>
      <a:accent5>
        <a:srgbClr val="BEDCB0"/>
      </a:accent5>
      <a:accent6>
        <a:srgbClr val="005C90"/>
      </a:accent6>
      <a:hlink>
        <a:srgbClr val="BCDFA1"/>
      </a:hlink>
      <a:folHlink>
        <a:srgbClr val="80A1B5"/>
      </a:folHlink>
    </a:clrScheme>
    <a:fontScheme name="2_Blank Presentation">
      <a:majorFont>
        <a:latin typeface="Helvetica"/>
        <a:ea typeface="Osaka"/>
        <a:cs typeface="Arial"/>
      </a:majorFont>
      <a:minorFont>
        <a:latin typeface="Helvetica"/>
        <a:ea typeface="Osaka"/>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ea typeface="ヒラギノ角ゴ Pro W3"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ea typeface="ヒラギノ角ゴ Pro W3" pitchFamily="1" charset="-128"/>
          </a:defRPr>
        </a:defPPr>
      </a:lstStyle>
    </a:lnDef>
  </a:objectDefaults>
  <a:extraClrSchemeLst>
    <a:extraClrScheme>
      <a:clrScheme name="2_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7_Blank Presentation">
  <a:themeElements>
    <a:clrScheme name="">
      <a:dk1>
        <a:srgbClr val="00446A"/>
      </a:dk1>
      <a:lt1>
        <a:srgbClr val="FFFFFF"/>
      </a:lt1>
      <a:dk2>
        <a:srgbClr val="00446A"/>
      </a:dk2>
      <a:lt2>
        <a:srgbClr val="444444"/>
      </a:lt2>
      <a:accent1>
        <a:srgbClr val="7AC043"/>
      </a:accent1>
      <a:accent2>
        <a:srgbClr val="00669F"/>
      </a:accent2>
      <a:accent3>
        <a:srgbClr val="FFFFFF"/>
      </a:accent3>
      <a:accent4>
        <a:srgbClr val="003959"/>
      </a:accent4>
      <a:accent5>
        <a:srgbClr val="BEDCB0"/>
      </a:accent5>
      <a:accent6>
        <a:srgbClr val="005C90"/>
      </a:accent6>
      <a:hlink>
        <a:srgbClr val="BCDFA1"/>
      </a:hlink>
      <a:folHlink>
        <a:srgbClr val="80A1B5"/>
      </a:folHlink>
    </a:clrScheme>
    <a:fontScheme name="Office - klassiskt">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4.xml><?xml version="1.0" encoding="utf-8"?>
<a:theme xmlns:a="http://schemas.openxmlformats.org/drawingml/2006/main" name="EMIF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1686</TotalTime>
  <Words>2335</Words>
  <Application>Microsoft Office PowerPoint</Application>
  <PresentationFormat>On-screen Show (4:3)</PresentationFormat>
  <Paragraphs>484</Paragraphs>
  <Slides>37</Slides>
  <Notes>36</Notes>
  <HiddenSlides>17</HiddenSlides>
  <MMClips>0</MMClips>
  <ScaleCrop>false</ScaleCrop>
  <HeadingPairs>
    <vt:vector size="6" baseType="variant">
      <vt:variant>
        <vt:lpstr>Theme</vt:lpstr>
      </vt:variant>
      <vt:variant>
        <vt:i4>24</vt:i4>
      </vt:variant>
      <vt:variant>
        <vt:lpstr>Embedded OLE Servers</vt:lpstr>
      </vt:variant>
      <vt:variant>
        <vt:i4>2</vt:i4>
      </vt:variant>
      <vt:variant>
        <vt:lpstr>Slide Titles</vt:lpstr>
      </vt:variant>
      <vt:variant>
        <vt:i4>37</vt:i4>
      </vt:variant>
    </vt:vector>
  </HeadingPairs>
  <TitlesOfParts>
    <vt:vector size="63" baseType="lpstr">
      <vt:lpstr>Office Theme</vt:lpstr>
      <vt:lpstr>15_Thème Office</vt:lpstr>
      <vt:lpstr>6_Thème Office</vt:lpstr>
      <vt:lpstr>7_Thème Office</vt:lpstr>
      <vt:lpstr>4_Thème Office</vt:lpstr>
      <vt:lpstr>8_Thème Office</vt:lpstr>
      <vt:lpstr>9_Thème Office</vt:lpstr>
      <vt:lpstr>10_Thème Office</vt:lpstr>
      <vt:lpstr>11_Thème Office</vt:lpstr>
      <vt:lpstr>1_Thème Office</vt:lpstr>
      <vt:lpstr>5_Blank Presentation</vt:lpstr>
      <vt:lpstr>12_Thème Office</vt:lpstr>
      <vt:lpstr>6_Blank Presentation</vt:lpstr>
      <vt:lpstr>13_Thème Office</vt:lpstr>
      <vt:lpstr>2_Thème Office</vt:lpstr>
      <vt:lpstr>14_Thème Office</vt:lpstr>
      <vt:lpstr>KM DIX</vt:lpstr>
      <vt:lpstr>3_Thème Office</vt:lpstr>
      <vt:lpstr>2_Blank Presentation</vt:lpstr>
      <vt:lpstr>7_Blank Presentation</vt:lpstr>
      <vt:lpstr>Modèle par défaut</vt:lpstr>
      <vt:lpstr>1_Office Theme</vt:lpstr>
      <vt:lpstr>2_Office Theme</vt:lpstr>
      <vt:lpstr>EMIF template</vt:lpstr>
      <vt:lpstr>Photo Editor Photo</vt:lpstr>
      <vt:lpstr>Microsoft Excel 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Who participates from EFPIA ? </vt:lpstr>
      <vt:lpstr>PowerPoint Presentation</vt:lpstr>
      <vt:lpstr>PowerPoint Presentation</vt:lpstr>
      <vt:lpstr>PowerPoint Presentation</vt:lpstr>
      <vt:lpstr>PowerPoint Presentation</vt:lpstr>
      <vt:lpstr>DDMoRe – The Vision </vt:lpstr>
      <vt:lpstr>Open PHACTS: Public Domain Drug Discovery Data: Pharma are accessing,  processing, storing &amp; re-processing  </vt:lpstr>
      <vt:lpstr> </vt:lpstr>
      <vt:lpstr>Open PHACTS What do we need?</vt:lpstr>
      <vt:lpstr>Open PHACTS Philosophy</vt:lpstr>
      <vt:lpstr>Open PHACTS Achievements</vt:lpstr>
      <vt:lpstr>PowerPoint Presentation</vt:lpstr>
      <vt:lpstr>EMIF – European Medical Information Framework for patient level data</vt:lpstr>
      <vt:lpstr>eTRIKS European Translational Information and Knowledge Services</vt:lpstr>
      <vt:lpstr>Data Intensive Sciences</vt:lpstr>
      <vt:lpstr>PowerPoint Presentation</vt:lpstr>
      <vt:lpstr>Data Intensive Sciences</vt:lpstr>
      <vt:lpstr>PowerPoint Presentation</vt:lpstr>
      <vt:lpstr>E-TOX: Opportunity for better toxicity predictions</vt:lpstr>
      <vt:lpstr>E-TOX: From mere guess to predictionin silico prediction </vt:lpstr>
      <vt:lpstr>eTRIKS European Translational Information and Knowledge Services</vt:lpstr>
      <vt:lpstr>PowerPoint Presentation</vt:lpstr>
      <vt:lpstr>PowerPoint Presentation</vt:lpstr>
      <vt:lpstr>PowerPoint Presentation</vt:lpstr>
      <vt:lpstr>PowerPoint Presentation</vt:lpstr>
      <vt:lpstr>PowerPoint Presentation</vt:lpstr>
      <vt:lpstr>European Lead Factory </vt:lpstr>
      <vt:lpstr>PowerPoint Presentation</vt:lpstr>
      <vt:lpstr>PowerPoint Presentation</vt:lpstr>
      <vt:lpstr>PowerPoint Presentation</vt:lpstr>
    </vt:vector>
  </TitlesOfParts>
  <Company>JTI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Goldman Michel ( IMI )</dc:creator>
  <cp:lastModifiedBy>Martin Ann ( IMI )</cp:lastModifiedBy>
  <cp:revision>99</cp:revision>
  <cp:lastPrinted>2012-11-28T16:15:03Z</cp:lastPrinted>
  <dcterms:created xsi:type="dcterms:W3CDTF">2012-09-10T15:38:31Z</dcterms:created>
  <dcterms:modified xsi:type="dcterms:W3CDTF">2012-11-30T15:46:17Z</dcterms:modified>
</cp:coreProperties>
</file>